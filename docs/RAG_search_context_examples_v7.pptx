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5.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66dcc7e55c4d67" /><Relationship Type="http://schemas.openxmlformats.org/officeDocument/2006/relationships/extended-properties" Target="/docProps/app.xml" Id="R91a8510b01464098" /><Relationship Type="http://schemas.openxmlformats.org/officeDocument/2006/relationships/officeDocument" Target="/ppt/presentation.xml" Id="R8fe72f68500a40ff"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2c9ca85c3e94123"/>
    <p:sldMasterId xmlns:r="http://schemas.openxmlformats.org/officeDocument/2006/relationships" id="2147483650" r:id="Rcb31f8bfb4e54543"/>
    <p:sldMasterId xmlns:r="http://schemas.openxmlformats.org/officeDocument/2006/relationships" id="2147483657" r:id="R1c1043ac8ad54d1d"/>
  </p:sldMasterIdLst>
  <p:notesMasterIdLst>
    <p:notesMasterId xmlns:r="http://schemas.openxmlformats.org/officeDocument/2006/relationships" r:id="R813bc3671b854751"/>
  </p:notesMasterIdLst>
  <p:sldIdLst>
    <p:sldId xmlns:r="http://schemas.openxmlformats.org/officeDocument/2006/relationships" id="256" r:id="Rdb91e4d2ff48411c"/>
    <p:sldId xmlns:r="http://schemas.openxmlformats.org/officeDocument/2006/relationships" id="257" r:id="R9d5c68c10f04492b"/>
    <p:sldId xmlns:r="http://schemas.openxmlformats.org/officeDocument/2006/relationships" id="258" r:id="Re62bba60b20f4448"/>
    <p:sldId xmlns:r="http://schemas.openxmlformats.org/officeDocument/2006/relationships" id="259" r:id="Redfa1fb337bd4800"/>
    <p:sldId xmlns:r="http://schemas.openxmlformats.org/officeDocument/2006/relationships" id="260" r:id="Re52e172c71bd4e94"/>
    <p:sldId xmlns:r="http://schemas.openxmlformats.org/officeDocument/2006/relationships" id="261" r:id="R29ec955eac0f4f1e"/>
    <p:sldId xmlns:r="http://schemas.openxmlformats.org/officeDocument/2006/relationships" id="262" r:id="Rc553c8db37b04307"/>
    <p:sldId xmlns:r="http://schemas.openxmlformats.org/officeDocument/2006/relationships" id="263" r:id="R4f0e7fe3e58e4a6e"/>
    <p:sldId xmlns:r="http://schemas.openxmlformats.org/officeDocument/2006/relationships" id="264" r:id="R4b2ac1ad887c4867"/>
    <p:sldId xmlns:r="http://schemas.openxmlformats.org/officeDocument/2006/relationships" id="265" r:id="Ra1a0896a8cd54dba"/>
    <p:sldId xmlns:r="http://schemas.openxmlformats.org/officeDocument/2006/relationships" id="266" r:id="Rb1ba9d4afc2540ca"/>
    <p:sldId xmlns:r="http://schemas.openxmlformats.org/officeDocument/2006/relationships" id="267" r:id="R2113fefdad3540e3"/>
    <p:sldId xmlns:r="http://schemas.openxmlformats.org/officeDocument/2006/relationships" id="268" r:id="Rb19305be2e7e4b3d"/>
    <p:sldId xmlns:r="http://schemas.openxmlformats.org/officeDocument/2006/relationships" id="269" r:id="Rcd170c42db23401b"/>
    <p:sldId xmlns:r="http://schemas.openxmlformats.org/officeDocument/2006/relationships" id="270" r:id="Rd588aa519c594ecf"/>
    <p:sldId xmlns:r="http://schemas.openxmlformats.org/officeDocument/2006/relationships" id="271" r:id="R4c62af20fb8647fe"/>
    <p:sldId xmlns:r="http://schemas.openxmlformats.org/officeDocument/2006/relationships" id="272" r:id="R2f1cf29bce094c0f"/>
    <p:sldId xmlns:r="http://schemas.openxmlformats.org/officeDocument/2006/relationships" id="273" r:id="Rfea92f87cea4472b"/>
    <p:sldId xmlns:r="http://schemas.openxmlformats.org/officeDocument/2006/relationships" id="274" r:id="R3b8bb8c020784e9b"/>
    <p:sldId xmlns:r="http://schemas.openxmlformats.org/officeDocument/2006/relationships" id="275" r:id="R7f5e39029488484c"/>
    <p:sldId xmlns:r="http://schemas.openxmlformats.org/officeDocument/2006/relationships" id="276" r:id="R94558d4fd75d4436"/>
    <p:sldId xmlns:r="http://schemas.openxmlformats.org/officeDocument/2006/relationships" id="277" r:id="R305b28541e6246e8"/>
    <p:sldId xmlns:r="http://schemas.openxmlformats.org/officeDocument/2006/relationships" id="278" r:id="Re7ecf3a4a5ed4560"/>
    <p:sldId xmlns:r="http://schemas.openxmlformats.org/officeDocument/2006/relationships" id="279" r:id="R06d4efad3d8e4797"/>
    <p:sldId xmlns:r="http://schemas.openxmlformats.org/officeDocument/2006/relationships" id="280" r:id="Rdc2ecf637c37448d"/>
    <p:sldId xmlns:r="http://schemas.openxmlformats.org/officeDocument/2006/relationships" id="281" r:id="R5c83f67d5fd341b7"/>
    <p:sldId xmlns:r="http://schemas.openxmlformats.org/officeDocument/2006/relationships" id="282" r:id="Ra2b9e6d5846c423c"/>
    <p:sldId xmlns:r="http://schemas.openxmlformats.org/officeDocument/2006/relationships" id="283" r:id="Rc1d08fdc97884bd5"/>
    <p:sldId xmlns:r="http://schemas.openxmlformats.org/officeDocument/2006/relationships" id="284" r:id="R1448e0d6cecf4410"/>
    <p:sldId xmlns:r="http://schemas.openxmlformats.org/officeDocument/2006/relationships" id="285" r:id="Rf53c50bb905f47e2"/>
    <p:sldId xmlns:r="http://schemas.openxmlformats.org/officeDocument/2006/relationships" id="286" r:id="R09ee325f86df4f17"/>
    <p:sldId xmlns:r="http://schemas.openxmlformats.org/officeDocument/2006/relationships" id="287" r:id="R02bbe1f5df6f4af8"/>
    <p:sldId xmlns:r="http://schemas.openxmlformats.org/officeDocument/2006/relationships" id="288" r:id="Ra504bcff40d4476c"/>
    <p:sldId xmlns:r="http://schemas.openxmlformats.org/officeDocument/2006/relationships" id="289" r:id="R1ba8db662c00437c"/>
    <p:sldId xmlns:r="http://schemas.openxmlformats.org/officeDocument/2006/relationships" id="290" r:id="Ra63623e2df984884"/>
    <p:sldId xmlns:r="http://schemas.openxmlformats.org/officeDocument/2006/relationships" id="291" r:id="R849b4b1d1126478c"/>
    <p:sldId xmlns:r="http://schemas.openxmlformats.org/officeDocument/2006/relationships" id="292" r:id="R52d46058010a4f2a"/>
    <p:sldId xmlns:r="http://schemas.openxmlformats.org/officeDocument/2006/relationships" id="293" r:id="Rf7e9aacae46d4509"/>
    <p:sldId xmlns:r="http://schemas.openxmlformats.org/officeDocument/2006/relationships" id="294" r:id="R1ebe7be055bd4d7e"/>
    <p:sldId xmlns:r="http://schemas.openxmlformats.org/officeDocument/2006/relationships" id="295" r:id="R8e90d11e01754d18"/>
    <p:sldId xmlns:r="http://schemas.openxmlformats.org/officeDocument/2006/relationships" id="296" r:id="Rd396a828ae314bbd"/>
    <p:sldId xmlns:r="http://schemas.openxmlformats.org/officeDocument/2006/relationships" id="297" r:id="Rb11363dfdbc14660"/>
    <p:sldId xmlns:r="http://schemas.openxmlformats.org/officeDocument/2006/relationships" id="298" r:id="R3f3c7e488f3b4f21"/>
    <p:sldId xmlns:r="http://schemas.openxmlformats.org/officeDocument/2006/relationships" id="299" r:id="R6f78a608e4c949b2"/>
    <p:sldId xmlns:r="http://schemas.openxmlformats.org/officeDocument/2006/relationships" id="300" r:id="Rc53c1f10e89f4746"/>
    <p:sldId xmlns:r="http://schemas.openxmlformats.org/officeDocument/2006/relationships" id="301" r:id="R632dc627e7b441c6"/>
    <p:sldId xmlns:r="http://schemas.openxmlformats.org/officeDocument/2006/relationships" id="302" r:id="R51f47c9d0d7e41cc"/>
    <p:sldId xmlns:r="http://schemas.openxmlformats.org/officeDocument/2006/relationships" id="303" r:id="Ra96c0b7fff7f4cbf"/>
    <p:sldId xmlns:r="http://schemas.openxmlformats.org/officeDocument/2006/relationships" id="304" r:id="Rbc18922c67c541ed"/>
    <p:sldId xmlns:r="http://schemas.openxmlformats.org/officeDocument/2006/relationships" id="305" r:id="R3b363e0636564739"/>
    <p:sldId xmlns:r="http://schemas.openxmlformats.org/officeDocument/2006/relationships" id="306" r:id="R4e7dfc1c2b8041b6"/>
    <p:sldId xmlns:r="http://schemas.openxmlformats.org/officeDocument/2006/relationships" id="307" r:id="R3a819c71c6b54d25"/>
    <p:sldId xmlns:r="http://schemas.openxmlformats.org/officeDocument/2006/relationships" id="308" r:id="Rfa4722c1149c4369"/>
    <p:sldId xmlns:r="http://schemas.openxmlformats.org/officeDocument/2006/relationships" id="309" r:id="Rffb0afaf737b47cd"/>
    <p:sldId xmlns:r="http://schemas.openxmlformats.org/officeDocument/2006/relationships" id="310" r:id="R1935aaa71f914feb"/>
    <p:sldId xmlns:r="http://schemas.openxmlformats.org/officeDocument/2006/relationships" id="311" r:id="Rb7243c1f75be4cdc"/>
    <p:sldId xmlns:r="http://schemas.openxmlformats.org/officeDocument/2006/relationships" id="312" r:id="Ref248d430fb34487"/>
    <p:sldId xmlns:r="http://schemas.openxmlformats.org/officeDocument/2006/relationships" id="313" r:id="Rc0fe235227f94e56"/>
    <p:sldId xmlns:r="http://schemas.openxmlformats.org/officeDocument/2006/relationships" id="314" r:id="R86a3d347c8424243"/>
    <p:sldId xmlns:r="http://schemas.openxmlformats.org/officeDocument/2006/relationships" id="315" r:id="R45d574f2dd6641de"/>
    <p:sldId xmlns:r="http://schemas.openxmlformats.org/officeDocument/2006/relationships" id="316" r:id="R4fdc1ab15a534de8"/>
    <p:sldId xmlns:r="http://schemas.openxmlformats.org/officeDocument/2006/relationships" id="317" r:id="R9254793d13bf4b88"/>
    <p:sldId xmlns:r="http://schemas.openxmlformats.org/officeDocument/2006/relationships" id="318" r:id="R190116e2987745b8"/>
    <p:sldId xmlns:r="http://schemas.openxmlformats.org/officeDocument/2006/relationships" id="319" r:id="Rd357adcbac26443b"/>
    <p:sldId xmlns:r="http://schemas.openxmlformats.org/officeDocument/2006/relationships" id="320" r:id="R7bbe77826c154035"/>
    <p:sldId xmlns:r="http://schemas.openxmlformats.org/officeDocument/2006/relationships" id="321" r:id="R8c143a47f98b47a8"/>
    <p:sldId xmlns:r="http://schemas.openxmlformats.org/officeDocument/2006/relationships" id="322" r:id="R409f04806d824e75"/>
    <p:sldId xmlns:r="http://schemas.openxmlformats.org/officeDocument/2006/relationships" id="323" r:id="R0f238955d3fc4439"/>
    <p:sldId xmlns:r="http://schemas.openxmlformats.org/officeDocument/2006/relationships" id="324" r:id="Rb1aa374c3d094e56"/>
    <p:sldId xmlns:r="http://schemas.openxmlformats.org/officeDocument/2006/relationships" id="325" r:id="Re2fa383ef26f4786"/>
    <p:sldId xmlns:r="http://schemas.openxmlformats.org/officeDocument/2006/relationships" id="326" r:id="R5d5a2810247e4c86"/>
    <p:sldId xmlns:r="http://schemas.openxmlformats.org/officeDocument/2006/relationships" id="327" r:id="R13074bb4d92d4277"/>
    <p:sldId xmlns:r="http://schemas.openxmlformats.org/officeDocument/2006/relationships" id="328" r:id="Rfceb1a3400854ad5"/>
    <p:sldId xmlns:r="http://schemas.openxmlformats.org/officeDocument/2006/relationships" id="329" r:id="Ra463ebfb4c7b4444"/>
    <p:sldId xmlns:r="http://schemas.openxmlformats.org/officeDocument/2006/relationships" id="330" r:id="R761141fce5494830"/>
    <p:sldId xmlns:r="http://schemas.openxmlformats.org/officeDocument/2006/relationships" id="331" r:id="R29c9919246e2469f"/>
    <p:sldId xmlns:r="http://schemas.openxmlformats.org/officeDocument/2006/relationships" id="332" r:id="R98abed5c87d14d69"/>
    <p:sldId xmlns:r="http://schemas.openxmlformats.org/officeDocument/2006/relationships" id="333" r:id="Re942ee10166b4b1c"/>
    <p:sldId xmlns:r="http://schemas.openxmlformats.org/officeDocument/2006/relationships" id="334" r:id="R6c298d93ec90493a"/>
    <p:sldId xmlns:r="http://schemas.openxmlformats.org/officeDocument/2006/relationships" id="335" r:id="R5bfa5831028c451f"/>
    <p:sldId xmlns:r="http://schemas.openxmlformats.org/officeDocument/2006/relationships" id="336" r:id="Rbfa0030c17164189"/>
    <p:sldId xmlns:r="http://schemas.openxmlformats.org/officeDocument/2006/relationships" id="337" r:id="R92b19a0a91094326"/>
    <p:sldId xmlns:r="http://schemas.openxmlformats.org/officeDocument/2006/relationships" id="338" r:id="R73c085c67bad4777"/>
    <p:sldId xmlns:r="http://schemas.openxmlformats.org/officeDocument/2006/relationships" id="339" r:id="R12bd5b7edbc248aa"/>
    <p:sldId xmlns:r="http://schemas.openxmlformats.org/officeDocument/2006/relationships" id="340" r:id="R3ceac754aebd4ae4"/>
    <p:sldId xmlns:r="http://schemas.openxmlformats.org/officeDocument/2006/relationships" id="341" r:id="R29bb0f22cf824f55"/>
    <p:sldId xmlns:r="http://schemas.openxmlformats.org/officeDocument/2006/relationships" id="342" r:id="Rc51e51c9f6f9433c"/>
    <p:sldId xmlns:r="http://schemas.openxmlformats.org/officeDocument/2006/relationships" id="343" r:id="R9b9d919957f14d51"/>
    <p:sldId xmlns:r="http://schemas.openxmlformats.org/officeDocument/2006/relationships" id="344" r:id="Rf490a4d67e444d40"/>
    <p:sldId xmlns:r="http://schemas.openxmlformats.org/officeDocument/2006/relationships" id="345" r:id="Ra51f96b617b4419c"/>
    <p:sldId xmlns:r="http://schemas.openxmlformats.org/officeDocument/2006/relationships" id="346" r:id="R671e2aa2aa794c7d"/>
    <p:sldId xmlns:r="http://schemas.openxmlformats.org/officeDocument/2006/relationships" id="347" r:id="R96e17b87ecf14d93"/>
    <p:sldId xmlns:r="http://schemas.openxmlformats.org/officeDocument/2006/relationships" id="348" r:id="R294d033ece994262"/>
    <p:sldId xmlns:r="http://schemas.openxmlformats.org/officeDocument/2006/relationships" id="349" r:id="Rcf696d43f47d4d8d"/>
    <p:sldId xmlns:r="http://schemas.openxmlformats.org/officeDocument/2006/relationships" id="350" r:id="Rdff24bb0618f4b70"/>
    <p:sldId xmlns:r="http://schemas.openxmlformats.org/officeDocument/2006/relationships" id="351" r:id="Rd6d377f07171471d"/>
    <p:sldId xmlns:r="http://schemas.openxmlformats.org/officeDocument/2006/relationships" id="352" r:id="Rbf6799f64bc9451c"/>
    <p:sldId xmlns:r="http://schemas.openxmlformats.org/officeDocument/2006/relationships" id="353" r:id="Rabf2828a82a640a2"/>
    <p:sldId xmlns:r="http://schemas.openxmlformats.org/officeDocument/2006/relationships" id="354" r:id="R74c847d35c464750"/>
    <p:sldId xmlns:r="http://schemas.openxmlformats.org/officeDocument/2006/relationships" id="355" r:id="R52064434950d4b91"/>
    <p:sldId xmlns:r="http://schemas.openxmlformats.org/officeDocument/2006/relationships" id="356" r:id="R2b9f5f60bf3940e2"/>
    <p:sldId xmlns:r="http://schemas.openxmlformats.org/officeDocument/2006/relationships" id="357" r:id="Reb9c9f6ebdba41cc"/>
    <p:sldId xmlns:r="http://schemas.openxmlformats.org/officeDocument/2006/relationships" id="358" r:id="Raddbca86b74941dc"/>
    <p:sldId xmlns:r="http://schemas.openxmlformats.org/officeDocument/2006/relationships" id="359" r:id="R5e82c2d36fd446bd"/>
    <p:sldId xmlns:r="http://schemas.openxmlformats.org/officeDocument/2006/relationships" id="360" r:id="R7b95d090ea6745a6"/>
    <p:sldId xmlns:r="http://schemas.openxmlformats.org/officeDocument/2006/relationships" id="361" r:id="Rbe640ea9e3db4827"/>
    <p:sldId xmlns:r="http://schemas.openxmlformats.org/officeDocument/2006/relationships" id="362" r:id="R6aef6850b4cf46bb"/>
    <p:sldId xmlns:r="http://schemas.openxmlformats.org/officeDocument/2006/relationships" id="363" r:id="R6cbeefde5830476d"/>
    <p:sldId xmlns:r="http://schemas.openxmlformats.org/officeDocument/2006/relationships" id="364" r:id="Reeedb4c5601149e0"/>
    <p:sldId xmlns:r="http://schemas.openxmlformats.org/officeDocument/2006/relationships" id="365" r:id="R17031daa6887471f"/>
    <p:sldId xmlns:r="http://schemas.openxmlformats.org/officeDocument/2006/relationships" id="366" r:id="R71693636516743ee"/>
    <p:sldId xmlns:r="http://schemas.openxmlformats.org/officeDocument/2006/relationships" id="367" r:id="R65874f3b363c4500"/>
    <p:sldId xmlns:r="http://schemas.openxmlformats.org/officeDocument/2006/relationships" id="368" r:id="R39d59fd53c04475e"/>
    <p:sldId xmlns:r="http://schemas.openxmlformats.org/officeDocument/2006/relationships" id="369" r:id="Ra87c2535928f4176"/>
    <p:sldId xmlns:r="http://schemas.openxmlformats.org/officeDocument/2006/relationships" id="370" r:id="R2a3b30afd1f54642"/>
    <p:sldId xmlns:r="http://schemas.openxmlformats.org/officeDocument/2006/relationships" id="371" r:id="Rd25b60927b1f467f"/>
    <p:sldId xmlns:r="http://schemas.openxmlformats.org/officeDocument/2006/relationships" id="372" r:id="R94718d594cb0483e"/>
    <p:sldId xmlns:r="http://schemas.openxmlformats.org/officeDocument/2006/relationships" id="373" r:id="R995142a6d9bc48b8"/>
    <p:sldId xmlns:r="http://schemas.openxmlformats.org/officeDocument/2006/relationships" id="374" r:id="R4e2b3f58c2334ad9"/>
    <p:sldId xmlns:r="http://schemas.openxmlformats.org/officeDocument/2006/relationships" id="375" r:id="R2dc1c732b7e14797"/>
    <p:sldId xmlns:r="http://schemas.openxmlformats.org/officeDocument/2006/relationships" id="376" r:id="R99442e86832e4d52"/>
    <p:sldId xmlns:r="http://schemas.openxmlformats.org/officeDocument/2006/relationships" id="377" r:id="R9794b082a995412c"/>
    <p:sldId xmlns:r="http://schemas.openxmlformats.org/officeDocument/2006/relationships" id="378" r:id="R9d9bf656910c477c"/>
    <p:sldId xmlns:r="http://schemas.openxmlformats.org/officeDocument/2006/relationships" id="379" r:id="Rfd522f0343344ed5"/>
    <p:sldId xmlns:r="http://schemas.openxmlformats.org/officeDocument/2006/relationships" id="380" r:id="R4e744312e7894e4f"/>
    <p:sldId xmlns:r="http://schemas.openxmlformats.org/officeDocument/2006/relationships" id="381" r:id="R34d8bbd5c4d2409c"/>
    <p:sldId xmlns:r="http://schemas.openxmlformats.org/officeDocument/2006/relationships" id="382" r:id="R46ad57533fba4cad"/>
    <p:sldId xmlns:r="http://schemas.openxmlformats.org/officeDocument/2006/relationships" id="383" r:id="Rc71099db7c424b0f"/>
    <p:sldId xmlns:r="http://schemas.openxmlformats.org/officeDocument/2006/relationships" id="384" r:id="R06b737282c0c4a69"/>
    <p:sldId xmlns:r="http://schemas.openxmlformats.org/officeDocument/2006/relationships" id="385" r:id="R39b1fab9674f405c"/>
  </p:sldIdLst>
  <p:sldSz cx="12192000" cy="6858000"/>
  <p:notesSz cx="6858000" cy="9144000"/>
  <p:embeddedFontLst>
    <p:embeddedFont>
      <p:font typeface="IBM Plex Sans"/>
      <p:regular xmlns:r="http://schemas.openxmlformats.org/officeDocument/2006/relationships" r:id="Rff6c6678389f42a6"/>
      <p:bold xmlns:r="http://schemas.openxmlformats.org/officeDocument/2006/relationships" r:id="R7ac2019de96c4ff9"/>
      <p:italic xmlns:r="http://schemas.openxmlformats.org/officeDocument/2006/relationships" r:id="R21cc4986e0154a04"/>
      <p:boldItalic xmlns:r="http://schemas.openxmlformats.org/officeDocument/2006/relationships" r:id="Rda6d11d82c1d407b"/>
    </p:embeddedFont>
    <p:embeddedFont>
      <p:font typeface="Helvetica Neue"/>
      <p:regular xmlns:r="http://schemas.openxmlformats.org/officeDocument/2006/relationships" r:id="R2d4a54c9b8b741b5"/>
      <p:bold xmlns:r="http://schemas.openxmlformats.org/officeDocument/2006/relationships" r:id="Rd8421cd6c5c64463"/>
      <p:italic xmlns:r="http://schemas.openxmlformats.org/officeDocument/2006/relationships" r:id="R0545cc2cc9e44dcb"/>
      <p:boldItalic xmlns:r="http://schemas.openxmlformats.org/officeDocument/2006/relationships" r:id="R47fd270a8e4e4930"/>
    </p:embeddedFont>
    <p:embeddedFont>
      <p:font typeface="Roboto Mono"/>
      <p:regular xmlns:r="http://schemas.openxmlformats.org/officeDocument/2006/relationships" r:id="R0dd7094d1008406e"/>
      <p:bold xmlns:r="http://schemas.openxmlformats.org/officeDocument/2006/relationships" r:id="Radacec8aef024dd6"/>
      <p:italic xmlns:r="http://schemas.openxmlformats.org/officeDocument/2006/relationships" r:id="R2f33ad9a4b3d4e4b"/>
      <p:boldItalic xmlns:r="http://schemas.openxmlformats.org/officeDocument/2006/relationships" r:id="R8eee64ee98dd4f59"/>
    </p:embeddedFont>
    <p:embeddedFont>
      <p:font typeface="JetBrains Mono"/>
      <p:regular xmlns:r="http://schemas.openxmlformats.org/officeDocument/2006/relationships" r:id="R256b8d3d00494bda"/>
      <p:bold xmlns:r="http://schemas.openxmlformats.org/officeDocument/2006/relationships" r:id="R8b16b8554be347c5"/>
      <p:italic xmlns:r="http://schemas.openxmlformats.org/officeDocument/2006/relationships" r:id="R3d04c592afa2463a"/>
      <p:boldItalic xmlns:r="http://schemas.openxmlformats.org/officeDocument/2006/relationships" r:id="R1e65b9c0f1644ba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8E558FB5-0500-4F46-969F-79940C156687}">
  <a:tblStyle styleId="{8E558FB5-0500-4F46-969F-79940C15668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23e463aaf80e45b5" /><Relationship Type="http://schemas.openxmlformats.org/officeDocument/2006/relationships/slideMaster" Target="/ppt/slideMasters/slideMaster1.xml" Id="R82c9ca85c3e94123" /><Relationship Type="http://schemas.openxmlformats.org/officeDocument/2006/relationships/slideMaster" Target="/ppt/slideMasters/slideMaster2.xml" Id="Rcb31f8bfb4e54543" /><Relationship Type="http://schemas.openxmlformats.org/officeDocument/2006/relationships/slideMaster" Target="/ppt/slideMasters/slideMaster3.xml" Id="R1c1043ac8ad54d1d" /><Relationship Type="http://schemas.openxmlformats.org/officeDocument/2006/relationships/notesMaster" Target="/ppt/notesMasters/notesMaster1.xml" Id="R813bc3671b854751" /><Relationship Type="http://schemas.openxmlformats.org/officeDocument/2006/relationships/presProps" Target="/ppt/presProps.xml" Id="R87cf6f203a394e26" /><Relationship Type="http://schemas.openxmlformats.org/officeDocument/2006/relationships/tableStyles" Target="/ppt/tableStyles.xml" Id="Rde93b675b1e9423c" /><Relationship Type="http://schemas.openxmlformats.org/officeDocument/2006/relationships/font" Target="/ppt/fonts/font.dat" Id="Rff6c6678389f42a6" /><Relationship Type="http://schemas.openxmlformats.org/officeDocument/2006/relationships/font" Target="/ppt/fonts/font2.dat" Id="R7ac2019de96c4ff9" /><Relationship Type="http://schemas.openxmlformats.org/officeDocument/2006/relationships/font" Target="/ppt/fonts/font3.dat" Id="R21cc4986e0154a04" /><Relationship Type="http://schemas.openxmlformats.org/officeDocument/2006/relationships/font" Target="/ppt/fonts/font4.dat" Id="Rda6d11d82c1d407b" /><Relationship Type="http://schemas.openxmlformats.org/officeDocument/2006/relationships/font" Target="/ppt/fonts/font5.dat" Id="R2d4a54c9b8b741b5" /><Relationship Type="http://schemas.openxmlformats.org/officeDocument/2006/relationships/font" Target="/ppt/fonts/font6.dat" Id="Rd8421cd6c5c64463" /><Relationship Type="http://schemas.openxmlformats.org/officeDocument/2006/relationships/font" Target="/ppt/fonts/font7.dat" Id="R0545cc2cc9e44dcb" /><Relationship Type="http://schemas.openxmlformats.org/officeDocument/2006/relationships/font" Target="/ppt/fonts/font8.dat" Id="R47fd270a8e4e4930" /><Relationship Type="http://schemas.openxmlformats.org/officeDocument/2006/relationships/font" Target="/ppt/fonts/font9.dat" Id="R0dd7094d1008406e" /><Relationship Type="http://schemas.openxmlformats.org/officeDocument/2006/relationships/font" Target="/ppt/fonts/font10.dat" Id="Radacec8aef024dd6" /><Relationship Type="http://schemas.openxmlformats.org/officeDocument/2006/relationships/font" Target="/ppt/fonts/font11.dat" Id="R2f33ad9a4b3d4e4b" /><Relationship Type="http://schemas.openxmlformats.org/officeDocument/2006/relationships/font" Target="/ppt/fonts/font12.dat" Id="R8eee64ee98dd4f59" /><Relationship Type="http://schemas.openxmlformats.org/officeDocument/2006/relationships/font" Target="/ppt/fonts/font13.dat" Id="R256b8d3d00494bda" /><Relationship Type="http://schemas.openxmlformats.org/officeDocument/2006/relationships/font" Target="/ppt/fonts/font14.dat" Id="R8b16b8554be347c5" /><Relationship Type="http://schemas.openxmlformats.org/officeDocument/2006/relationships/font" Target="/ppt/fonts/font15.dat" Id="R3d04c592afa2463a" /><Relationship Type="http://schemas.openxmlformats.org/officeDocument/2006/relationships/font" Target="/ppt/fonts/font16.dat" Id="R1e65b9c0f1644bac" /><Relationship Type="http://schemas.openxmlformats.org/officeDocument/2006/relationships/slide" Target="/ppt/slides/slide1.xml" Id="Rdb91e4d2ff48411c" /><Relationship Type="http://schemas.openxmlformats.org/officeDocument/2006/relationships/slide" Target="/ppt/slides/slide2.xml" Id="R9d5c68c10f04492b" /><Relationship Type="http://schemas.openxmlformats.org/officeDocument/2006/relationships/slide" Target="/ppt/slides/slide3.xml" Id="Re62bba60b20f4448" /><Relationship Type="http://schemas.openxmlformats.org/officeDocument/2006/relationships/slide" Target="/ppt/slides/slide4.xml" Id="Redfa1fb337bd4800" /><Relationship Type="http://schemas.openxmlformats.org/officeDocument/2006/relationships/slide" Target="/ppt/slides/slide5.xml" Id="Re52e172c71bd4e94" /><Relationship Type="http://schemas.openxmlformats.org/officeDocument/2006/relationships/slide" Target="/ppt/slides/slide6.xml" Id="R29ec955eac0f4f1e" /><Relationship Type="http://schemas.openxmlformats.org/officeDocument/2006/relationships/slide" Target="/ppt/slides/slide7.xml" Id="Rc553c8db37b04307" /><Relationship Type="http://schemas.openxmlformats.org/officeDocument/2006/relationships/slide" Target="/ppt/slides/slide8.xml" Id="R4f0e7fe3e58e4a6e" /><Relationship Type="http://schemas.openxmlformats.org/officeDocument/2006/relationships/slide" Target="/ppt/slides/slide9.xml" Id="R4b2ac1ad887c4867" /><Relationship Type="http://schemas.openxmlformats.org/officeDocument/2006/relationships/slide" Target="/ppt/slides/slide10.xml" Id="Ra1a0896a8cd54dba" /><Relationship Type="http://schemas.openxmlformats.org/officeDocument/2006/relationships/slide" Target="/ppt/slides/slide11.xml" Id="Rb1ba9d4afc2540ca" /><Relationship Type="http://schemas.openxmlformats.org/officeDocument/2006/relationships/slide" Target="/ppt/slides/slide12.xml" Id="R2113fefdad3540e3" /><Relationship Type="http://schemas.openxmlformats.org/officeDocument/2006/relationships/slide" Target="/ppt/slides/slide13.xml" Id="Rb19305be2e7e4b3d" /><Relationship Type="http://schemas.openxmlformats.org/officeDocument/2006/relationships/slide" Target="/ppt/slides/slide14.xml" Id="Rcd170c42db23401b" /><Relationship Type="http://schemas.openxmlformats.org/officeDocument/2006/relationships/slide" Target="/ppt/slides/slide15.xml" Id="Rd588aa519c594ecf" /><Relationship Type="http://schemas.openxmlformats.org/officeDocument/2006/relationships/slide" Target="/ppt/slides/slide16.xml" Id="R4c62af20fb8647fe" /><Relationship Type="http://schemas.openxmlformats.org/officeDocument/2006/relationships/slide" Target="/ppt/slides/slide17.xml" Id="R2f1cf29bce094c0f" /><Relationship Type="http://schemas.openxmlformats.org/officeDocument/2006/relationships/slide" Target="/ppt/slides/slide18.xml" Id="Rfea92f87cea4472b" /><Relationship Type="http://schemas.openxmlformats.org/officeDocument/2006/relationships/slide" Target="/ppt/slides/slide19.xml" Id="R3b8bb8c020784e9b" /><Relationship Type="http://schemas.openxmlformats.org/officeDocument/2006/relationships/slide" Target="/ppt/slides/slide20.xml" Id="R7f5e39029488484c" /><Relationship Type="http://schemas.openxmlformats.org/officeDocument/2006/relationships/slide" Target="/ppt/slides/slide21.xml" Id="R94558d4fd75d4436" /><Relationship Type="http://schemas.openxmlformats.org/officeDocument/2006/relationships/slide" Target="/ppt/slides/slide22.xml" Id="R305b28541e6246e8" /><Relationship Type="http://schemas.openxmlformats.org/officeDocument/2006/relationships/slide" Target="/ppt/slides/slide23.xml" Id="Re7ecf3a4a5ed4560" /><Relationship Type="http://schemas.openxmlformats.org/officeDocument/2006/relationships/slide" Target="/ppt/slides/slide24.xml" Id="R06d4efad3d8e4797" /><Relationship Type="http://schemas.openxmlformats.org/officeDocument/2006/relationships/slide" Target="/ppt/slides/slide25.xml" Id="Rdc2ecf637c37448d" /><Relationship Type="http://schemas.openxmlformats.org/officeDocument/2006/relationships/slide" Target="/ppt/slides/slide26.xml" Id="R5c83f67d5fd341b7" /><Relationship Type="http://schemas.openxmlformats.org/officeDocument/2006/relationships/slide" Target="/ppt/slides/slide27.xml" Id="Ra2b9e6d5846c423c" /><Relationship Type="http://schemas.openxmlformats.org/officeDocument/2006/relationships/slide" Target="/ppt/slides/slide28.xml" Id="Rc1d08fdc97884bd5" /><Relationship Type="http://schemas.openxmlformats.org/officeDocument/2006/relationships/slide" Target="/ppt/slides/slide29.xml" Id="R1448e0d6cecf4410" /><Relationship Type="http://schemas.openxmlformats.org/officeDocument/2006/relationships/slide" Target="/ppt/slides/slide30.xml" Id="Rf53c50bb905f47e2" /><Relationship Type="http://schemas.openxmlformats.org/officeDocument/2006/relationships/slide" Target="/ppt/slides/slide31.xml" Id="R09ee325f86df4f17" /><Relationship Type="http://schemas.openxmlformats.org/officeDocument/2006/relationships/slide" Target="/ppt/slides/slide32.xml" Id="R02bbe1f5df6f4af8" /><Relationship Type="http://schemas.openxmlformats.org/officeDocument/2006/relationships/slide" Target="/ppt/slides/slide33.xml" Id="Ra504bcff40d4476c" /><Relationship Type="http://schemas.openxmlformats.org/officeDocument/2006/relationships/slide" Target="/ppt/slides/slide34.xml" Id="R1ba8db662c00437c" /><Relationship Type="http://schemas.openxmlformats.org/officeDocument/2006/relationships/slide" Target="/ppt/slides/slide35.xml" Id="Ra63623e2df984884" /><Relationship Type="http://schemas.openxmlformats.org/officeDocument/2006/relationships/slide" Target="/ppt/slides/slide36.xml" Id="R849b4b1d1126478c" /><Relationship Type="http://schemas.openxmlformats.org/officeDocument/2006/relationships/slide" Target="/ppt/slides/slide37.xml" Id="R52d46058010a4f2a" /><Relationship Type="http://schemas.openxmlformats.org/officeDocument/2006/relationships/slide" Target="/ppt/slides/slide38.xml" Id="Rf7e9aacae46d4509" /><Relationship Type="http://schemas.openxmlformats.org/officeDocument/2006/relationships/slide" Target="/ppt/slides/slide39.xml" Id="R1ebe7be055bd4d7e" /><Relationship Type="http://schemas.openxmlformats.org/officeDocument/2006/relationships/slide" Target="/ppt/slides/slide40.xml" Id="R8e90d11e01754d18" /><Relationship Type="http://schemas.openxmlformats.org/officeDocument/2006/relationships/slide" Target="/ppt/slides/slide41.xml" Id="Rd396a828ae314bbd" /><Relationship Type="http://schemas.openxmlformats.org/officeDocument/2006/relationships/slide" Target="/ppt/slides/slide42.xml" Id="Rb11363dfdbc14660" /><Relationship Type="http://schemas.openxmlformats.org/officeDocument/2006/relationships/slide" Target="/ppt/slides/slide43.xml" Id="R3f3c7e488f3b4f21" /><Relationship Type="http://schemas.openxmlformats.org/officeDocument/2006/relationships/slide" Target="/ppt/slides/slide44.xml" Id="R6f78a608e4c949b2" /><Relationship Type="http://schemas.openxmlformats.org/officeDocument/2006/relationships/slide" Target="/ppt/slides/slide45.xml" Id="Rc53c1f10e89f4746" /><Relationship Type="http://schemas.openxmlformats.org/officeDocument/2006/relationships/slide" Target="/ppt/slides/slide46.xml" Id="R632dc627e7b441c6" /><Relationship Type="http://schemas.openxmlformats.org/officeDocument/2006/relationships/slide" Target="/ppt/slides/slide47.xml" Id="R51f47c9d0d7e41cc" /><Relationship Type="http://schemas.openxmlformats.org/officeDocument/2006/relationships/slide" Target="/ppt/slides/slide48.xml" Id="Ra96c0b7fff7f4cbf" /><Relationship Type="http://schemas.openxmlformats.org/officeDocument/2006/relationships/slide" Target="/ppt/slides/slide49.xml" Id="Rbc18922c67c541ed" /><Relationship Type="http://schemas.openxmlformats.org/officeDocument/2006/relationships/slide" Target="/ppt/slides/slide50.xml" Id="R3b363e0636564739" /><Relationship Type="http://schemas.openxmlformats.org/officeDocument/2006/relationships/slide" Target="/ppt/slides/slide51.xml" Id="R4e7dfc1c2b8041b6" /><Relationship Type="http://schemas.openxmlformats.org/officeDocument/2006/relationships/slide" Target="/ppt/slides/slide52.xml" Id="R3a819c71c6b54d25" /><Relationship Type="http://schemas.openxmlformats.org/officeDocument/2006/relationships/slide" Target="/ppt/slides/slide53.xml" Id="Rfa4722c1149c4369" /><Relationship Type="http://schemas.openxmlformats.org/officeDocument/2006/relationships/slide" Target="/ppt/slides/slide54.xml" Id="Rffb0afaf737b47cd" /><Relationship Type="http://schemas.openxmlformats.org/officeDocument/2006/relationships/slide" Target="/ppt/slides/slide55.xml" Id="R1935aaa71f914feb" /><Relationship Type="http://schemas.openxmlformats.org/officeDocument/2006/relationships/slide" Target="/ppt/slides/slide56.xml" Id="Rb7243c1f75be4cdc" /><Relationship Type="http://schemas.openxmlformats.org/officeDocument/2006/relationships/slide" Target="/ppt/slides/slide57.xml" Id="Ref248d430fb34487" /><Relationship Type="http://schemas.openxmlformats.org/officeDocument/2006/relationships/slide" Target="/ppt/slides/slide58.xml" Id="Rc0fe235227f94e56" /><Relationship Type="http://schemas.openxmlformats.org/officeDocument/2006/relationships/slide" Target="/ppt/slides/slide59.xml" Id="R86a3d347c8424243" /><Relationship Type="http://schemas.openxmlformats.org/officeDocument/2006/relationships/slide" Target="/ppt/slides/slide60.xml" Id="R45d574f2dd6641de" /><Relationship Type="http://schemas.openxmlformats.org/officeDocument/2006/relationships/slide" Target="/ppt/slides/slide61.xml" Id="R4fdc1ab15a534de8" /><Relationship Type="http://schemas.openxmlformats.org/officeDocument/2006/relationships/slide" Target="/ppt/slides/slide62.xml" Id="R9254793d13bf4b88" /><Relationship Type="http://schemas.openxmlformats.org/officeDocument/2006/relationships/slide" Target="/ppt/slides/slide63.xml" Id="R190116e2987745b8" /><Relationship Type="http://schemas.openxmlformats.org/officeDocument/2006/relationships/slide" Target="/ppt/slides/slide64.xml" Id="Rd357adcbac26443b" /><Relationship Type="http://schemas.openxmlformats.org/officeDocument/2006/relationships/slide" Target="/ppt/slides/slide65.xml" Id="R7bbe77826c154035" /><Relationship Type="http://schemas.openxmlformats.org/officeDocument/2006/relationships/slide" Target="/ppt/slides/slide66.xml" Id="R8c143a47f98b47a8" /><Relationship Type="http://schemas.openxmlformats.org/officeDocument/2006/relationships/slide" Target="/ppt/slides/slide67.xml" Id="R409f04806d824e75" /><Relationship Type="http://schemas.openxmlformats.org/officeDocument/2006/relationships/slide" Target="/ppt/slides/slide68.xml" Id="R0f238955d3fc4439" /><Relationship Type="http://schemas.openxmlformats.org/officeDocument/2006/relationships/slide" Target="/ppt/slides/slide69.xml" Id="Rb1aa374c3d094e56" /><Relationship Type="http://schemas.openxmlformats.org/officeDocument/2006/relationships/slide" Target="/ppt/slides/slide70.xml" Id="Re2fa383ef26f4786" /><Relationship Type="http://schemas.openxmlformats.org/officeDocument/2006/relationships/slide" Target="/ppt/slides/slide71.xml" Id="R5d5a2810247e4c86" /><Relationship Type="http://schemas.openxmlformats.org/officeDocument/2006/relationships/slide" Target="/ppt/slides/slide72.xml" Id="R13074bb4d92d4277" /><Relationship Type="http://schemas.openxmlformats.org/officeDocument/2006/relationships/slide" Target="/ppt/slides/slide73.xml" Id="Rfceb1a3400854ad5" /><Relationship Type="http://schemas.openxmlformats.org/officeDocument/2006/relationships/slide" Target="/ppt/slides/slide74.xml" Id="Ra463ebfb4c7b4444" /><Relationship Type="http://schemas.openxmlformats.org/officeDocument/2006/relationships/slide" Target="/ppt/slides/slide75.xml" Id="R761141fce5494830" /><Relationship Type="http://schemas.openxmlformats.org/officeDocument/2006/relationships/slide" Target="/ppt/slides/slide76.xml" Id="R29c9919246e2469f" /><Relationship Type="http://schemas.openxmlformats.org/officeDocument/2006/relationships/slide" Target="/ppt/slides/slide77.xml" Id="R98abed5c87d14d69" /><Relationship Type="http://schemas.openxmlformats.org/officeDocument/2006/relationships/slide" Target="/ppt/slides/slide78.xml" Id="Re942ee10166b4b1c" /><Relationship Type="http://schemas.openxmlformats.org/officeDocument/2006/relationships/slide" Target="/ppt/slides/slide79.xml" Id="R6c298d93ec90493a" /><Relationship Type="http://schemas.openxmlformats.org/officeDocument/2006/relationships/slide" Target="/ppt/slides/slide80.xml" Id="R5bfa5831028c451f" /><Relationship Type="http://schemas.openxmlformats.org/officeDocument/2006/relationships/slide" Target="/ppt/slides/slide81.xml" Id="Rbfa0030c17164189" /><Relationship Type="http://schemas.openxmlformats.org/officeDocument/2006/relationships/slide" Target="/ppt/slides/slide82.xml" Id="R92b19a0a91094326" /><Relationship Type="http://schemas.openxmlformats.org/officeDocument/2006/relationships/slide" Target="/ppt/slides/slide83.xml" Id="R73c085c67bad4777" /><Relationship Type="http://schemas.openxmlformats.org/officeDocument/2006/relationships/slide" Target="/ppt/slides/slide84.xml" Id="R12bd5b7edbc248aa" /><Relationship Type="http://schemas.openxmlformats.org/officeDocument/2006/relationships/slide" Target="/ppt/slides/slide85.xml" Id="R3ceac754aebd4ae4" /><Relationship Type="http://schemas.openxmlformats.org/officeDocument/2006/relationships/slide" Target="/ppt/slides/slide86.xml" Id="R29bb0f22cf824f55" /><Relationship Type="http://schemas.openxmlformats.org/officeDocument/2006/relationships/slide" Target="/ppt/slides/slide87.xml" Id="Rc51e51c9f6f9433c" /><Relationship Type="http://schemas.openxmlformats.org/officeDocument/2006/relationships/slide" Target="/ppt/slides/slide88.xml" Id="R9b9d919957f14d51" /><Relationship Type="http://schemas.openxmlformats.org/officeDocument/2006/relationships/slide" Target="/ppt/slides/slide89.xml" Id="Rf490a4d67e444d40" /><Relationship Type="http://schemas.openxmlformats.org/officeDocument/2006/relationships/slide" Target="/ppt/slides/slide90.xml" Id="Ra51f96b617b4419c" /><Relationship Type="http://schemas.openxmlformats.org/officeDocument/2006/relationships/slide" Target="/ppt/slides/slide91.xml" Id="R671e2aa2aa794c7d" /><Relationship Type="http://schemas.openxmlformats.org/officeDocument/2006/relationships/slide" Target="/ppt/slides/slide92.xml" Id="R96e17b87ecf14d93" /><Relationship Type="http://schemas.openxmlformats.org/officeDocument/2006/relationships/slide" Target="/ppt/slides/slide93.xml" Id="R294d033ece994262" /><Relationship Type="http://schemas.openxmlformats.org/officeDocument/2006/relationships/slide" Target="/ppt/slides/slide94.xml" Id="Rcf696d43f47d4d8d" /><Relationship Type="http://schemas.openxmlformats.org/officeDocument/2006/relationships/slide" Target="/ppt/slides/slide95.xml" Id="Rdff24bb0618f4b70" /><Relationship Type="http://schemas.openxmlformats.org/officeDocument/2006/relationships/slide" Target="/ppt/slides/slide96.xml" Id="Rd6d377f07171471d" /><Relationship Type="http://schemas.openxmlformats.org/officeDocument/2006/relationships/slide" Target="/ppt/slides/slide97.xml" Id="Rbf6799f64bc9451c" /><Relationship Type="http://schemas.openxmlformats.org/officeDocument/2006/relationships/slide" Target="/ppt/slides/slide98.xml" Id="Rabf2828a82a640a2" /><Relationship Type="http://schemas.openxmlformats.org/officeDocument/2006/relationships/slide" Target="/ppt/slides/slide99.xml" Id="R74c847d35c464750" /><Relationship Type="http://schemas.openxmlformats.org/officeDocument/2006/relationships/slide" Target="/ppt/slides/slide100.xml" Id="R52064434950d4b91" /><Relationship Type="http://schemas.openxmlformats.org/officeDocument/2006/relationships/slide" Target="/ppt/slides/slide101.xml" Id="R2b9f5f60bf3940e2" /><Relationship Type="http://schemas.openxmlformats.org/officeDocument/2006/relationships/slide" Target="/ppt/slides/slide102.xml" Id="Reb9c9f6ebdba41cc" /><Relationship Type="http://schemas.openxmlformats.org/officeDocument/2006/relationships/slide" Target="/ppt/slides/slide103.xml" Id="Raddbca86b74941dc" /><Relationship Type="http://schemas.openxmlformats.org/officeDocument/2006/relationships/slide" Target="/ppt/slides/slide104.xml" Id="R5e82c2d36fd446bd" /><Relationship Type="http://schemas.openxmlformats.org/officeDocument/2006/relationships/slide" Target="/ppt/slides/slide105.xml" Id="R7b95d090ea6745a6" /><Relationship Type="http://schemas.openxmlformats.org/officeDocument/2006/relationships/slide" Target="/ppt/slides/slide106.xml" Id="Rbe640ea9e3db4827" /><Relationship Type="http://schemas.openxmlformats.org/officeDocument/2006/relationships/slide" Target="/ppt/slides/slide107.xml" Id="R6aef6850b4cf46bb" /><Relationship Type="http://schemas.openxmlformats.org/officeDocument/2006/relationships/slide" Target="/ppt/slides/slide108.xml" Id="R6cbeefde5830476d" /><Relationship Type="http://schemas.openxmlformats.org/officeDocument/2006/relationships/slide" Target="/ppt/slides/slide109.xml" Id="Reeedb4c5601149e0" /><Relationship Type="http://schemas.openxmlformats.org/officeDocument/2006/relationships/slide" Target="/ppt/slides/slide110.xml" Id="R17031daa6887471f" /><Relationship Type="http://schemas.openxmlformats.org/officeDocument/2006/relationships/slide" Target="/ppt/slides/slide111.xml" Id="R71693636516743ee" /><Relationship Type="http://schemas.openxmlformats.org/officeDocument/2006/relationships/slide" Target="/ppt/slides/slide112.xml" Id="R65874f3b363c4500" /><Relationship Type="http://schemas.openxmlformats.org/officeDocument/2006/relationships/slide" Target="/ppt/slides/slide113.xml" Id="R39d59fd53c04475e" /><Relationship Type="http://schemas.openxmlformats.org/officeDocument/2006/relationships/slide" Target="/ppt/slides/slide114.xml" Id="Ra87c2535928f4176" /><Relationship Type="http://schemas.openxmlformats.org/officeDocument/2006/relationships/slide" Target="/ppt/slides/slide115.xml" Id="R2a3b30afd1f54642" /><Relationship Type="http://schemas.openxmlformats.org/officeDocument/2006/relationships/slide" Target="/ppt/slides/slide116.xml" Id="Rd25b60927b1f467f" /><Relationship Type="http://schemas.openxmlformats.org/officeDocument/2006/relationships/slide" Target="/ppt/slides/slide117.xml" Id="R94718d594cb0483e" /><Relationship Type="http://schemas.openxmlformats.org/officeDocument/2006/relationships/slide" Target="/ppt/slides/slide118.xml" Id="R995142a6d9bc48b8" /><Relationship Type="http://schemas.openxmlformats.org/officeDocument/2006/relationships/slide" Target="/ppt/slides/slide119.xml" Id="R4e2b3f58c2334ad9" /><Relationship Type="http://schemas.openxmlformats.org/officeDocument/2006/relationships/slide" Target="/ppt/slides/slide120.xml" Id="R2dc1c732b7e14797" /><Relationship Type="http://schemas.openxmlformats.org/officeDocument/2006/relationships/slide" Target="/ppt/slides/slide121.xml" Id="R99442e86832e4d52" /><Relationship Type="http://schemas.openxmlformats.org/officeDocument/2006/relationships/slide" Target="/ppt/slides/slide122.xml" Id="R9794b082a995412c" /><Relationship Type="http://schemas.openxmlformats.org/officeDocument/2006/relationships/slide" Target="/ppt/slides/slide123.xml" Id="R9d9bf656910c477c" /><Relationship Type="http://schemas.openxmlformats.org/officeDocument/2006/relationships/slide" Target="/ppt/slides/slide124.xml" Id="Rfd522f0343344ed5" /><Relationship Type="http://schemas.openxmlformats.org/officeDocument/2006/relationships/slide" Target="/ppt/slides/slide125.xml" Id="R4e744312e7894e4f" /><Relationship Type="http://schemas.openxmlformats.org/officeDocument/2006/relationships/slide" Target="/ppt/slides/slide126.xml" Id="R34d8bbd5c4d2409c" /><Relationship Type="http://schemas.openxmlformats.org/officeDocument/2006/relationships/slide" Target="/ppt/slides/slide127.xml" Id="R46ad57533fba4cad" /><Relationship Type="http://schemas.openxmlformats.org/officeDocument/2006/relationships/slide" Target="/ppt/slides/slide128.xml" Id="Rc71099db7c424b0f" /><Relationship Type="http://schemas.openxmlformats.org/officeDocument/2006/relationships/slide" Target="/ppt/slides/slide129.xml" Id="R06b737282c0c4a69" /><Relationship Type="http://schemas.openxmlformats.org/officeDocument/2006/relationships/slide" Target="/ppt/slides/slide130.xml" Id="R39b1fab9674f40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5.xml" Id="Re852f1cb038c47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d0143706dc4c16" /><Relationship Type="http://schemas.openxmlformats.org/officeDocument/2006/relationships/notesMaster" Target="/ppt/notesMasters/notesMaster1.xml" Id="Ra0ac41464e094c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933ba12a814ece" /><Relationship Type="http://schemas.openxmlformats.org/officeDocument/2006/relationships/notesMaster" Target="/ppt/notesMasters/notesMaster1.xml" Id="Ra2e459cd600d46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be4363378d42a2" /><Relationship Type="http://schemas.openxmlformats.org/officeDocument/2006/relationships/notesMaster" Target="/ppt/notesMasters/notesMaster1.xml" Id="R4b1a13dcc00b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0f636fe6c47d3" /><Relationship Type="http://schemas.openxmlformats.org/officeDocument/2006/relationships/notesMaster" Target="/ppt/notesMasters/notesMaster1.xml" Id="R8aea6bc60ad646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1f655759e14646" /><Relationship Type="http://schemas.openxmlformats.org/officeDocument/2006/relationships/notesMaster" Target="/ppt/notesMasters/notesMaster1.xml" Id="R12618a0c29c849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ffde4d8cf841a0" /><Relationship Type="http://schemas.openxmlformats.org/officeDocument/2006/relationships/notesMaster" Target="/ppt/notesMasters/notesMaster1.xml" Id="R9d9e716da67640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07927d166f409b" /><Relationship Type="http://schemas.openxmlformats.org/officeDocument/2006/relationships/notesMaster" Target="/ppt/notesMasters/notesMaster1.xml" Id="R741400daa83347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1ae21136a847f4" /><Relationship Type="http://schemas.openxmlformats.org/officeDocument/2006/relationships/notesMaster" Target="/ppt/notesMasters/notesMaster1.xml" Id="R176363bd059e4b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e5199a6d7a34d32" /><Relationship Type="http://schemas.openxmlformats.org/officeDocument/2006/relationships/notesMaster" Target="/ppt/notesMasters/notesMaster1.xml" Id="Rfeaf767ae0bc40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cda632cf3a4b1c" /><Relationship Type="http://schemas.openxmlformats.org/officeDocument/2006/relationships/notesMaster" Target="/ppt/notesMasters/notesMaster1.xml" Id="Rb3e7d4a0131f41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5b895a638f14100" /><Relationship Type="http://schemas.openxmlformats.org/officeDocument/2006/relationships/notesMaster" Target="/ppt/notesMasters/notesMaster1.xml" Id="Rcbfa51c319a84c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12bd562054b4ed5" /><Relationship Type="http://schemas.openxmlformats.org/officeDocument/2006/relationships/notesMaster" Target="/ppt/notesMasters/notesMaster1.xml" Id="Rfb9caebb2ef44d8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707c5bc5314416" /><Relationship Type="http://schemas.openxmlformats.org/officeDocument/2006/relationships/notesMaster" Target="/ppt/notesMasters/notesMaster1.xml" Id="Rdf115745f3384db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639d67847f422d" /><Relationship Type="http://schemas.openxmlformats.org/officeDocument/2006/relationships/notesMaster" Target="/ppt/notesMasters/notesMaster1.xml" Id="Rfa1d5a72554d47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a31b1e50ec4c96" /><Relationship Type="http://schemas.openxmlformats.org/officeDocument/2006/relationships/notesMaster" Target="/ppt/notesMasters/notesMaster1.xml" Id="Rc2281825c3494f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e34d25878d4f01" /><Relationship Type="http://schemas.openxmlformats.org/officeDocument/2006/relationships/notesMaster" Target="/ppt/notesMasters/notesMaster1.xml" Id="Rab46af5ba252494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e6176757c3a4c29" /><Relationship Type="http://schemas.openxmlformats.org/officeDocument/2006/relationships/notesMaster" Target="/ppt/notesMasters/notesMaster1.xml" Id="R0ca982f383cd46c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2d838d31e154a3f" /><Relationship Type="http://schemas.openxmlformats.org/officeDocument/2006/relationships/notesMaster" Target="/ppt/notesMasters/notesMaster1.xml" Id="Ra97fc459f850471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3360115b1d64420" /><Relationship Type="http://schemas.openxmlformats.org/officeDocument/2006/relationships/notesMaster" Target="/ppt/notesMasters/notesMaster1.xml" Id="R3060cd0d478b427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6af4284953430d" /><Relationship Type="http://schemas.openxmlformats.org/officeDocument/2006/relationships/notesMaster" Target="/ppt/notesMasters/notesMaster1.xml" Id="R9fb7ee24deb846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3b4f536d2814520" /><Relationship Type="http://schemas.openxmlformats.org/officeDocument/2006/relationships/notesMaster" Target="/ppt/notesMasters/notesMaster1.xml" Id="R246aa580f3814b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231a681ab684235" /><Relationship Type="http://schemas.openxmlformats.org/officeDocument/2006/relationships/notesMaster" Target="/ppt/notesMasters/notesMaster1.xml" Id="R3cf883ca243b4ee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6ecb42b60b47de" /><Relationship Type="http://schemas.openxmlformats.org/officeDocument/2006/relationships/notesMaster" Target="/ppt/notesMasters/notesMaster1.xml" Id="Rd9ac8e0d44494b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9b26022ac4741a3" /><Relationship Type="http://schemas.openxmlformats.org/officeDocument/2006/relationships/notesMaster" Target="/ppt/notesMasters/notesMaster1.xml" Id="R1c9746dd1fe04d2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e7c548e043e40fe" /><Relationship Type="http://schemas.openxmlformats.org/officeDocument/2006/relationships/notesMaster" Target="/ppt/notesMasters/notesMaster1.xml" Id="Rec8ae15913e14e5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ef58472f5524e81" /><Relationship Type="http://schemas.openxmlformats.org/officeDocument/2006/relationships/notesMaster" Target="/ppt/notesMasters/notesMaster1.xml" Id="R9dc6ca78f4074ca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e19d85fde2f4cf1" /><Relationship Type="http://schemas.openxmlformats.org/officeDocument/2006/relationships/notesMaster" Target="/ppt/notesMasters/notesMaster1.xml" Id="R70b71803e48d435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b24f1e351a4b05" /><Relationship Type="http://schemas.openxmlformats.org/officeDocument/2006/relationships/notesMaster" Target="/ppt/notesMasters/notesMaster1.xml" Id="R56fca2c84bf14f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c18161a3c854854" /><Relationship Type="http://schemas.openxmlformats.org/officeDocument/2006/relationships/notesMaster" Target="/ppt/notesMasters/notesMaster1.xml" Id="R196971a30c3b4f5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093f7b8cfd4369" /><Relationship Type="http://schemas.openxmlformats.org/officeDocument/2006/relationships/notesMaster" Target="/ppt/notesMasters/notesMaster1.xml" Id="R2f804e9a1b80428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f8fc138d79443a5" /><Relationship Type="http://schemas.openxmlformats.org/officeDocument/2006/relationships/notesMaster" Target="/ppt/notesMasters/notesMaster1.xml" Id="Ra0ecab3015104d2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ccd2f867ebb4f49" /><Relationship Type="http://schemas.openxmlformats.org/officeDocument/2006/relationships/notesMaster" Target="/ppt/notesMasters/notesMaster1.xml" Id="R31c4dc2d00444d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6e216d3ee554679" /><Relationship Type="http://schemas.openxmlformats.org/officeDocument/2006/relationships/notesMaster" Target="/ppt/notesMasters/notesMaster1.xml" Id="Rad47cbf604994f5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9876666163d41b8" /><Relationship Type="http://schemas.openxmlformats.org/officeDocument/2006/relationships/notesMaster" Target="/ppt/notesMasters/notesMaster1.xml" Id="R9a8f23b0fa0a48d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26fec53eddd4541" /><Relationship Type="http://schemas.openxmlformats.org/officeDocument/2006/relationships/notesMaster" Target="/ppt/notesMasters/notesMaster1.xml" Id="R73529bf3fb7248a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6a296536bb94914" /><Relationship Type="http://schemas.openxmlformats.org/officeDocument/2006/relationships/notesMaster" Target="/ppt/notesMasters/notesMaster1.xml" Id="R06a08dca97524f9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a20bc77961740e5" /><Relationship Type="http://schemas.openxmlformats.org/officeDocument/2006/relationships/notesMaster" Target="/ppt/notesMasters/notesMaster1.xml" Id="R6544f1f4943f4bb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b987857177f41ff" /><Relationship Type="http://schemas.openxmlformats.org/officeDocument/2006/relationships/notesMaster" Target="/ppt/notesMasters/notesMaster1.xml" Id="R784cd641174549f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c4f14c66d3748ad" /><Relationship Type="http://schemas.openxmlformats.org/officeDocument/2006/relationships/notesMaster" Target="/ppt/notesMasters/notesMaster1.xml" Id="Re36bba8ba1d3466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28f81809ddc45db" /><Relationship Type="http://schemas.openxmlformats.org/officeDocument/2006/relationships/notesMaster" Target="/ppt/notesMasters/notesMaster1.xml" Id="R19348ba693644bb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0b290a6d9814d7a" /><Relationship Type="http://schemas.openxmlformats.org/officeDocument/2006/relationships/notesMaster" Target="/ppt/notesMasters/notesMaster1.xml" Id="R5dee83726ec94e0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7a25fe48139454c" /><Relationship Type="http://schemas.openxmlformats.org/officeDocument/2006/relationships/notesMaster" Target="/ppt/notesMasters/notesMaster1.xml" Id="Rbec2ad5b237c4f4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5b63282af0e4c6c" /><Relationship Type="http://schemas.openxmlformats.org/officeDocument/2006/relationships/notesMaster" Target="/ppt/notesMasters/notesMaster1.xml" Id="R978df68d79324d8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e31d20a3d144b75" /><Relationship Type="http://schemas.openxmlformats.org/officeDocument/2006/relationships/notesMaster" Target="/ppt/notesMasters/notesMaster1.xml" Id="R8a07ac5250684db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b76c3e2e8cb4ad4" /><Relationship Type="http://schemas.openxmlformats.org/officeDocument/2006/relationships/notesMaster" Target="/ppt/notesMasters/notesMaster1.xml" Id="R4b5aa643af7d492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9b2fd6bbc8442bf" /><Relationship Type="http://schemas.openxmlformats.org/officeDocument/2006/relationships/notesMaster" Target="/ppt/notesMasters/notesMaster1.xml" Id="R5fbee3356e87466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78d3f9f13ec4b62" /><Relationship Type="http://schemas.openxmlformats.org/officeDocument/2006/relationships/notesMaster" Target="/ppt/notesMasters/notesMaster1.xml" Id="R937a1bcd979f4d1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15a87c206184b64" /><Relationship Type="http://schemas.openxmlformats.org/officeDocument/2006/relationships/notesMaster" Target="/ppt/notesMasters/notesMaster1.xml" Id="R296ee45e975e452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13df079214644cc" /><Relationship Type="http://schemas.openxmlformats.org/officeDocument/2006/relationships/notesMaster" Target="/ppt/notesMasters/notesMaster1.xml" Id="R6ec8f7b19bc0497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ba2c9ac95db420d" /><Relationship Type="http://schemas.openxmlformats.org/officeDocument/2006/relationships/notesMaster" Target="/ppt/notesMasters/notesMaster1.xml" Id="R5bbea63d1cbd443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fc900a5c75e495a" /><Relationship Type="http://schemas.openxmlformats.org/officeDocument/2006/relationships/notesMaster" Target="/ppt/notesMasters/notesMaster1.xml" Id="Rd4b4098cc4264c5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41c3e3d07c84386" /><Relationship Type="http://schemas.openxmlformats.org/officeDocument/2006/relationships/notesMaster" Target="/ppt/notesMasters/notesMaster1.xml" Id="Reff0de3208e445d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fad8fabc3fe4bcb" /><Relationship Type="http://schemas.openxmlformats.org/officeDocument/2006/relationships/notesMaster" Target="/ppt/notesMasters/notesMaster1.xml" Id="R41e60ee7e1db4adc"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2a99e6f32db4c41" /><Relationship Type="http://schemas.openxmlformats.org/officeDocument/2006/relationships/notesMaster" Target="/ppt/notesMasters/notesMaster1.xml" Id="R200e922e454442e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8030e66383e4765" /><Relationship Type="http://schemas.openxmlformats.org/officeDocument/2006/relationships/notesMaster" Target="/ppt/notesMasters/notesMaster1.xml" Id="Rb258293320844ad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a62696a4212420f" /><Relationship Type="http://schemas.openxmlformats.org/officeDocument/2006/relationships/notesMaster" Target="/ppt/notesMasters/notesMaster1.xml" Id="R5d025f625ee94c46"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9553c10964284d3f" /><Relationship Type="http://schemas.openxmlformats.org/officeDocument/2006/relationships/notesMaster" Target="/ppt/notesMasters/notesMaster1.xml" Id="R86f6c3fd48594d5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f996c5cd1f241ea" /><Relationship Type="http://schemas.openxmlformats.org/officeDocument/2006/relationships/notesMaster" Target="/ppt/notesMasters/notesMaster1.xml" Id="Ra31a04ad8ee3403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d9316b50f8549d1" /><Relationship Type="http://schemas.openxmlformats.org/officeDocument/2006/relationships/notesMaster" Target="/ppt/notesMasters/notesMaster1.xml" Id="Ra2a80cc2039b4e12"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7b8d665e5dd498f" /><Relationship Type="http://schemas.openxmlformats.org/officeDocument/2006/relationships/notesMaster" Target="/ppt/notesMasters/notesMaster1.xml" Id="Rc6d573194bca4ea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0757ab1616594fa5" /><Relationship Type="http://schemas.openxmlformats.org/officeDocument/2006/relationships/notesMaster" Target="/ppt/notesMasters/notesMaster1.xml" Id="R78cb87bf28584e2b"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bf5502ad6c6244e0" /><Relationship Type="http://schemas.openxmlformats.org/officeDocument/2006/relationships/notesMaster" Target="/ppt/notesMasters/notesMaster1.xml" Id="Rca8f091516a4420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e4c255be020243ef" /><Relationship Type="http://schemas.openxmlformats.org/officeDocument/2006/relationships/notesMaster" Target="/ppt/notesMasters/notesMaster1.xml" Id="Ra84e176b4194400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bafa9f1b4ff4875" /><Relationship Type="http://schemas.openxmlformats.org/officeDocument/2006/relationships/notesMaster" Target="/ppt/notesMasters/notesMaster1.xml" Id="R274eec472bff4a9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2c44ebdc0d124214" /><Relationship Type="http://schemas.openxmlformats.org/officeDocument/2006/relationships/notesMaster" Target="/ppt/notesMasters/notesMaster1.xml" Id="Rf3c9aaf9ad264b6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2f0a72a84e5b4e96" /><Relationship Type="http://schemas.openxmlformats.org/officeDocument/2006/relationships/notesMaster" Target="/ppt/notesMasters/notesMaster1.xml" Id="Rb498ce060e95467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186e0e894064249" /><Relationship Type="http://schemas.openxmlformats.org/officeDocument/2006/relationships/notesMaster" Target="/ppt/notesMasters/notesMaster1.xml" Id="Re47db04a316f4d5b"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ca6dd1442562442b" /><Relationship Type="http://schemas.openxmlformats.org/officeDocument/2006/relationships/notesMaster" Target="/ppt/notesMasters/notesMaster1.xml" Id="R6fab6677f55549a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b322ca3f2a74417" /><Relationship Type="http://schemas.openxmlformats.org/officeDocument/2006/relationships/notesMaster" Target="/ppt/notesMasters/notesMaster1.xml" Id="R37675de53a7d457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f84dd2336ba4b0b" /><Relationship Type="http://schemas.openxmlformats.org/officeDocument/2006/relationships/notesMaster" Target="/ppt/notesMasters/notesMaster1.xml" Id="Rcf84f3714ff84cc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790ee7f79fa47a8" /><Relationship Type="http://schemas.openxmlformats.org/officeDocument/2006/relationships/notesMaster" Target="/ppt/notesMasters/notesMaster1.xml" Id="R7fb83d4947d141f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6985ffef5f745da" /><Relationship Type="http://schemas.openxmlformats.org/officeDocument/2006/relationships/notesMaster" Target="/ppt/notesMasters/notesMaster1.xml" Id="R8db17ef55a8046c6"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71c1a81766840b6" /><Relationship Type="http://schemas.openxmlformats.org/officeDocument/2006/relationships/notesMaster" Target="/ppt/notesMasters/notesMaster1.xml" Id="R609b5496c1144382"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d8743570b68a43fa" /><Relationship Type="http://schemas.openxmlformats.org/officeDocument/2006/relationships/notesMaster" Target="/ppt/notesMasters/notesMaster1.xml" Id="R0f71f104bbc24c7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5923771ee0a4c86" /><Relationship Type="http://schemas.openxmlformats.org/officeDocument/2006/relationships/notesMaster" Target="/ppt/notesMasters/notesMaster1.xml" Id="Rd786009d99064fd2"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9aaccb84b7094aee" /><Relationship Type="http://schemas.openxmlformats.org/officeDocument/2006/relationships/notesMaster" Target="/ppt/notesMasters/notesMaster1.xml" Id="R7b8c06b9df544a1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90f6b0aeae548c8" /><Relationship Type="http://schemas.openxmlformats.org/officeDocument/2006/relationships/notesMaster" Target="/ppt/notesMasters/notesMaster1.xml" Id="R57ea866a7d93436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ae52252309f49bc" /><Relationship Type="http://schemas.openxmlformats.org/officeDocument/2006/relationships/notesMaster" Target="/ppt/notesMasters/notesMaster1.xml" Id="Rf70873b415474ee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971041884f114978" /><Relationship Type="http://schemas.openxmlformats.org/officeDocument/2006/relationships/notesMaster" Target="/ppt/notesMasters/notesMaster1.xml" Id="Rfff2943005d84ffa"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bd906c29e2b4bc5" /><Relationship Type="http://schemas.openxmlformats.org/officeDocument/2006/relationships/notesMaster" Target="/ppt/notesMasters/notesMaster1.xml" Id="R8ecefba4a8284002"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89818f89e8d54e83" /><Relationship Type="http://schemas.openxmlformats.org/officeDocument/2006/relationships/notesMaster" Target="/ppt/notesMasters/notesMaster1.xml" Id="R302630687cdb4b7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451b514a69f3400d" /><Relationship Type="http://schemas.openxmlformats.org/officeDocument/2006/relationships/notesMaster" Target="/ppt/notesMasters/notesMaster1.xml" Id="R76e4c85e14d64cd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695543f1520439c" /><Relationship Type="http://schemas.openxmlformats.org/officeDocument/2006/relationships/notesMaster" Target="/ppt/notesMasters/notesMaster1.xml" Id="Rb4ffd1787d39472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b25fe405523458d" /><Relationship Type="http://schemas.openxmlformats.org/officeDocument/2006/relationships/notesMaster" Target="/ppt/notesMasters/notesMaster1.xml" Id="R640a8cf5041b44d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f6a7bee408034231" /><Relationship Type="http://schemas.openxmlformats.org/officeDocument/2006/relationships/notesMaster" Target="/ppt/notesMasters/notesMaster1.xml" Id="R32654b8b032e40de"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0c83c93aca044889" /><Relationship Type="http://schemas.openxmlformats.org/officeDocument/2006/relationships/notesMaster" Target="/ppt/notesMasters/notesMaster1.xml" Id="R321d3803958c44cd"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c0753e8cab2b4ea9" /><Relationship Type="http://schemas.openxmlformats.org/officeDocument/2006/relationships/notesMaster" Target="/ppt/notesMasters/notesMaster1.xml" Id="R1a51aa4d5d6849e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4121277401145a2" /><Relationship Type="http://schemas.openxmlformats.org/officeDocument/2006/relationships/notesMaster" Target="/ppt/notesMasters/notesMaster1.xml" Id="Rb8b33d391222450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a728cd2f6a04bb0" /><Relationship Type="http://schemas.openxmlformats.org/officeDocument/2006/relationships/notesMaster" Target="/ppt/notesMasters/notesMaster1.xml" Id="R6f0ff2c20f9e4349"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de06029cba074c15" /><Relationship Type="http://schemas.openxmlformats.org/officeDocument/2006/relationships/notesMaster" Target="/ppt/notesMasters/notesMaster1.xml" Id="Rbb92c6a48b72440c"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64b5a57f3f2341c5" /><Relationship Type="http://schemas.openxmlformats.org/officeDocument/2006/relationships/notesMaster" Target="/ppt/notesMasters/notesMaster1.xml" Id="R18acba332e644870"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563ad48de1534931" /><Relationship Type="http://schemas.openxmlformats.org/officeDocument/2006/relationships/notesMaster" Target="/ppt/notesMasters/notesMaster1.xml" Id="Rebe58d446bec4de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de7382b366384185" /><Relationship Type="http://schemas.openxmlformats.org/officeDocument/2006/relationships/notesMaster" Target="/ppt/notesMasters/notesMaster1.xml" Id="R941362c7c7654f6e"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1a6e13b81f8d4652" /><Relationship Type="http://schemas.openxmlformats.org/officeDocument/2006/relationships/notesMaster" Target="/ppt/notesMasters/notesMaster1.xml" Id="R366d62df5ac641d0"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42621980c9bd4d86" /><Relationship Type="http://schemas.openxmlformats.org/officeDocument/2006/relationships/notesMaster" Target="/ppt/notesMasters/notesMaster1.xml" Id="R41338b24d24b4fdd"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24aed899aac649cb" /><Relationship Type="http://schemas.openxmlformats.org/officeDocument/2006/relationships/notesMaster" Target="/ppt/notesMasters/notesMaster1.xml" Id="Rbf559a2fc0ee41c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239d276f50c4e37" /><Relationship Type="http://schemas.openxmlformats.org/officeDocument/2006/relationships/notesMaster" Target="/ppt/notesMasters/notesMaster1.xml" Id="R965c646f836847da"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de01371a8dbc49dc" /><Relationship Type="http://schemas.openxmlformats.org/officeDocument/2006/relationships/notesMaster" Target="/ppt/notesMasters/notesMaster1.xml" Id="Ref13095703e14327"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1ba2f4d96574d65" /><Relationship Type="http://schemas.openxmlformats.org/officeDocument/2006/relationships/notesMaster" Target="/ppt/notesMasters/notesMaster1.xml" Id="Rb7344c6f30854399"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595d38388c564ec6" /><Relationship Type="http://schemas.openxmlformats.org/officeDocument/2006/relationships/notesMaster" Target="/ppt/notesMasters/notesMaster1.xml" Id="R5a899bae2d5c40bf"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8d814f48a63447a8" /><Relationship Type="http://schemas.openxmlformats.org/officeDocument/2006/relationships/notesMaster" Target="/ppt/notesMasters/notesMaster1.xml" Id="R315becd455364391"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0527554eaf434568" /><Relationship Type="http://schemas.openxmlformats.org/officeDocument/2006/relationships/notesMaster" Target="/ppt/notesMasters/notesMaster1.xml" Id="R8407dffbe7fd43e3"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d77c185b28994706" /><Relationship Type="http://schemas.openxmlformats.org/officeDocument/2006/relationships/notesMaster" Target="/ppt/notesMasters/notesMaster1.xml" Id="Ra60611c80fb6415b"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f4b82a592a914c66" /><Relationship Type="http://schemas.openxmlformats.org/officeDocument/2006/relationships/notesMaster" Target="/ppt/notesMasters/notesMaster1.xml" Id="R09e457eae50b4d86"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b2e00d800a3c4671" /><Relationship Type="http://schemas.openxmlformats.org/officeDocument/2006/relationships/notesMaster" Target="/ppt/notesMasters/notesMaster1.xml" Id="R39307ef5a25b49f8"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2eadafe21a9c4db0" /><Relationship Type="http://schemas.openxmlformats.org/officeDocument/2006/relationships/notesMaster" Target="/ppt/notesMasters/notesMaster1.xml" Id="Ra4d87d10439e4dc7"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aa77fb44e8034d5a" /><Relationship Type="http://schemas.openxmlformats.org/officeDocument/2006/relationships/notesMaster" Target="/ppt/notesMasters/notesMaster1.xml" Id="R0ac478bf94f34a4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9105bd520aca4c0d" /><Relationship Type="http://schemas.openxmlformats.org/officeDocument/2006/relationships/notesMaster" Target="/ppt/notesMasters/notesMaster1.xml" Id="R885a45d4a628417e"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5e9cc3fe19134d73" /><Relationship Type="http://schemas.openxmlformats.org/officeDocument/2006/relationships/notesMaster" Target="/ppt/notesMasters/notesMaster1.xml" Id="R2f9ff323ea08446b"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4dc428f6f90f4c44" /><Relationship Type="http://schemas.openxmlformats.org/officeDocument/2006/relationships/notesMaster" Target="/ppt/notesMasters/notesMaster1.xml" Id="Re93840009d504e73"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aa0662f3a3ab4d47" /><Relationship Type="http://schemas.openxmlformats.org/officeDocument/2006/relationships/notesMaster" Target="/ppt/notesMasters/notesMaster1.xml" Id="R75c9eb205d90410e"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2ecf056301147d1" /><Relationship Type="http://schemas.openxmlformats.org/officeDocument/2006/relationships/notesMaster" Target="/ppt/notesMasters/notesMaster1.xml" Id="R4b2b9e7405f2482f"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677ddee9b19e4d32" /><Relationship Type="http://schemas.openxmlformats.org/officeDocument/2006/relationships/notesMaster" Target="/ppt/notesMasters/notesMaster1.xml" Id="R3559a4a3146b42cd"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8fdd2773123d41aa" /><Relationship Type="http://schemas.openxmlformats.org/officeDocument/2006/relationships/notesMaster" Target="/ppt/notesMasters/notesMaster1.xml" Id="Rb0851de110da444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f6e869fc338f4120" /><Relationship Type="http://schemas.openxmlformats.org/officeDocument/2006/relationships/notesMaster" Target="/ppt/notesMasters/notesMaster1.xml" Id="Re53ea32c0ec44dbe"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65989d497d04a4f" /><Relationship Type="http://schemas.openxmlformats.org/officeDocument/2006/relationships/notesMaster" Target="/ppt/notesMasters/notesMaster1.xml" Id="Rbae0bebc7d8f4c4e"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1353ee9c3874497d" /><Relationship Type="http://schemas.openxmlformats.org/officeDocument/2006/relationships/notesMaster" Target="/ppt/notesMasters/notesMaster1.xml" Id="Rb0b05e7f497f47c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c8c028fd776445e0" /><Relationship Type="http://schemas.openxmlformats.org/officeDocument/2006/relationships/notesMaster" Target="/ppt/notesMasters/notesMaster1.xml" Id="R388335cafc304762"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f63bf47d1e654fe9" /><Relationship Type="http://schemas.openxmlformats.org/officeDocument/2006/relationships/notesMaster" Target="/ppt/notesMasters/notesMaster1.xml" Id="Rf2b3e05507e548cb"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81f2de82d95641c0" /><Relationship Type="http://schemas.openxmlformats.org/officeDocument/2006/relationships/notesMaster" Target="/ppt/notesMasters/notesMaster1.xml" Id="R6c41d14231364fd0"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e148f9cf5bf14825" /><Relationship Type="http://schemas.openxmlformats.org/officeDocument/2006/relationships/notesMaster" Target="/ppt/notesMasters/notesMaster1.xml" Id="R55f22ffadf0240a9"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1452ecd8f5c74195" /><Relationship Type="http://schemas.openxmlformats.org/officeDocument/2006/relationships/notesMaster" Target="/ppt/notesMasters/notesMaster1.xml" Id="Ra760f9b39e6043ff"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09d98dc386e64271" /><Relationship Type="http://schemas.openxmlformats.org/officeDocument/2006/relationships/notesMaster" Target="/ppt/notesMasters/notesMaster1.xml" Id="R05601c045c954d59"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5383ee49ef5246a4" /><Relationship Type="http://schemas.openxmlformats.org/officeDocument/2006/relationships/notesMaster" Target="/ppt/notesMasters/notesMaster1.xml" Id="R8a259a1644d54a5d"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8897b983e2994fae" /><Relationship Type="http://schemas.openxmlformats.org/officeDocument/2006/relationships/notesMaster" Target="/ppt/notesMasters/notesMaster1.xml" Id="Re04b68006f364032"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83e56de3e6a4f00" /><Relationship Type="http://schemas.openxmlformats.org/officeDocument/2006/relationships/notesMaster" Target="/ppt/notesMasters/notesMaster1.xml" Id="Re402c12e77414950"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7c8d002c9cb94e13" /><Relationship Type="http://schemas.openxmlformats.org/officeDocument/2006/relationships/notesMaster" Target="/ppt/notesMasters/notesMaster1.xml" Id="R405ddc8277d342b7"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0196f0704f6c45b3" /><Relationship Type="http://schemas.openxmlformats.org/officeDocument/2006/relationships/notesMaster" Target="/ppt/notesMasters/notesMaster1.xml" Id="Re608e2f3fa504d6a"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19abf697e6e34a64" /><Relationship Type="http://schemas.openxmlformats.org/officeDocument/2006/relationships/notesMaster" Target="/ppt/notesMasters/notesMaster1.xml" Id="Rbe7f7c33bf7947d4"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8c0e53372bdc45e8" /><Relationship Type="http://schemas.openxmlformats.org/officeDocument/2006/relationships/notesMaster" Target="/ppt/notesMasters/notesMaster1.xml" Id="Rf198b35ab69e41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Opening thesis: more than half of RAG deployments fail, and they fail for predictable reasons. The two big buckets are poor design (one giant vector index, overloaded rerankers, standard RAG applied to rule-based policy questions) and poor data (bad OCR and parsing around tables and figures, TOC and index noise, missing context on figures). Grounded hallucination rates of a few percent stay invisible in a prototype and surface only at production scale, which is often when funding gets pulled. The rest of the talk shows each failure and the fix.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This is not just our experience. Practitioners report the same pattern: a chunk-embed-retrieve pipeline works at first and then breaks at scale, with stale or conflicting context, duplicate chunks, too much context, and no way to debug why the model said what it said. The common direction is to parse documents into real structure and use embeddings as one tool rather than the whole system. The article on the right claims 40 to 60 percent of RAG implementations never reach production.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Vectara’s leaderboard measures grounded hallucination: how often a model adds or changes facts when summarizing a document it was given. Even the best models are around 1.8 percent and many sit between 5 and 7 percent. Those rates are too low to notice in a demo but large at production volume. The small curve is a conceptual reminder that error risk climbs as the context window fills.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Two kinds of grounding failure. Intrinsic: the answer contradicts the retrieved evidence, for example the policy requires prior authorization and the answer says it does not. Extrinsic: the answer adds a claim the evidence never makes, such as promising same-day approval. The evaluation question is simple: does the answer contradict the context, or go beyond it? Both need checking separately.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Agenda for the demo portion: data extraction and chunking, figure and table extraction, and how to measure the three error types separately: retrieval errors, context-assembly errors and answer-completeness errors. The pipeline used throughout is hybrid retrieval of the top 150 chunks, a reranker that scores those 150 against the query, and the top 20 passed to the LLM.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This section walks the standard RAG architectures in order of complexity: the basic index-retrieve-generate loop, how embeddings and cosine similarity work, then hybrid search, reranking, query expansion, HyDE, parent-document retrieval, contextual retrieval, CRAG and agentic RAG. Each one exists to fix a specific failure, which the later sections test.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baseline everyone starts from. Offline, documents are chunked, tokeni</a:t>
            </a:r>
            <a:r>
              <a:t>zed, sent through </a:t>
            </a:r>
            <a:r>
              <a:rPr sz="1200" b="0" i="0" u="none" strike="noStrike" cap="none"/>
              <a:t>embedd</a:t>
            </a:r>
            <a:r>
              <a:t>ing model</a:t>
            </a:r>
            <a:r>
              <a:rPr sz="1200" b="0" i="0" u="none" strike="noStrike" cap="none"/>
              <a:t> and stored in a vector index. Online, the query is embedded with the same model, the nearest chunks are retrieved, a prompt is built from instructions, the question and the retrieved context, and the LLM generates a grounded answer. Retrieval, augmentation and generation are three separate stages, and each can fail on its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Retrieval does not have to mean a vector index. The same retrieval stage from the previous slide can read from a file system, a relational database, an object database, a BM25 lexical index, a Solr or Lucene full-text index, or a Neo4j graph. The file system is highlighted because it is the simplest backend: an agent can search it directly with grep, glob and read, with no index to build or keep in sync. Each of the others trades setup cost for a different kind of match: SQL for structured fields, keys for stored objects, term statistics for exact wording, inverted indexes for full-text search at scale, and graph traversal for relationships between entities.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Illustrative explanation of the 384-dimensional embeddings used by BAAI/bge-small-en-v1.5 in the table RAG. The embedded image shows the abbreviated vector [0.081, -0.224, 0.517, ...]; the three coordinates and cosine scores are examples, not values from a production query. The monochrome ball is a three-dimensional metaphor for a 384-dimensional space. For a high-dimensional unit ball, most volume lies close to the boundary, represented by the thin red shell; the center contains comparatively little volume.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Short and misspelled queries are divided into WordPiece subwords. SentenceTransformers pads inputs only as needed for batching, and attention masking prevents padding from influencing the embedding. A misspelling changes the subword sequence and can reduce similarity to the correctly spelled indexed text, causing a retrieval miss. It does not directly cause hallucination. Query normalization, spelling correction, medical dictionaries, and hybrid retrieval can improve robustness. The reference </a:t>
            </a:r>
            <a:r>
              <a:t>architectures dont test for this because we have more fundamental issues to cover. </a:t>
            </a:r>
            <a:r>
              <a:t>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100">
                <a:solidFill>
                  <a:schemeClr val="dk1"/>
                </a:solidFill>
              </a:rPr>
              <a:t>EmbeddingGemma is a 300-million-parameter text embedding model built from Gemma 3. The Hugging Face checkpoint contains more than the transformer weights: it includes the matching tokenizer, mean-pooling configuration, two learned projection layers, and final L2 normalization.</a:t>
            </a:r>
            <a:endParaRPr sz="1100">
              <a:solidFill>
                <a:schemeClr val="dk1"/>
              </a:solidFill>
            </a:endParaRPr>
          </a:p>
          <a:p xmlns:a="http://schemas.openxmlformats.org/drawingml/2006/main">
            <a:pPr marL="0" lvl="0" indent="0" algn="l">
              <a:lnSpc>
                <a:spcPct val="115000"/>
              </a:lnSpc>
              <a:spcBef>
                <a:spcPts val="1200"/>
              </a:spcBef>
              <a:spcAft>
                <a:spcPts val="0"/>
              </a:spcAft>
              <a:buClr>
                <a:schemeClr val="dk1"/>
              </a:buClr>
              <a:buSzPts val="1100"/>
              <a:buFont typeface="Arial"/>
              <a:buNone/>
            </a:pPr>
            <a:r>
              <a:rPr sz="1100">
                <a:solidFill>
                  <a:srgbClr val="188038"/>
                </a:solidFill>
                <a:latin typeface="Roboto Mono"/>
                <a:ea typeface="Roboto Mono"/>
                <a:cs typeface="Roboto Mono"/>
              </a:rPr>
              <a:t>SentenceTransformer</a:t>
            </a:r>
            <a:r>
              <a:rPr sz="1100">
                <a:solidFill>
                  <a:schemeClr val="dk1"/>
                </a:solidFill>
              </a:rPr>
              <a:t> loads this complete retrieval pipeline. </a:t>
            </a:r>
            <a:r>
              <a:rPr sz="1100">
                <a:solidFill>
                  <a:srgbClr val="188038"/>
                </a:solidFill>
                <a:latin typeface="Roboto Mono"/>
                <a:ea typeface="Roboto Mono"/>
                <a:cs typeface="Roboto Mono"/>
              </a:rPr>
              <a:t>AutoModel</a:t>
            </a:r>
            <a:r>
              <a:rPr sz="1100">
                <a:solidFill>
                  <a:schemeClr val="dk1"/>
                </a:solidFill>
              </a:rPr>
              <a:t> alone returns token-level hidden states from the transformer backbone. To obtain the official EmbeddingGemma vectors with </a:t>
            </a:r>
            <a:r>
              <a:rPr sz="1100">
                <a:solidFill>
                  <a:srgbClr val="188038"/>
                </a:solidFill>
                <a:latin typeface="Roboto Mono"/>
                <a:ea typeface="Roboto Mono"/>
                <a:cs typeface="Roboto Mono"/>
              </a:rPr>
              <a:t>AutoModel</a:t>
            </a:r>
            <a:r>
              <a:rPr sz="1100">
                <a:solidFill>
                  <a:schemeClr val="dk1"/>
                </a:solidFill>
              </a:rPr>
              <a:t>, we would need to reproduce the attention-mask-aware mean pooling, the </a:t>
            </a:r>
            <a:r>
              <a:rPr sz="1100">
                <a:solidFill>
                  <a:srgbClr val="188038"/>
                </a:solidFill>
                <a:latin typeface="Roboto Mono"/>
                <a:ea typeface="Roboto Mono"/>
                <a:cs typeface="Roboto Mono"/>
              </a:rPr>
              <a:t>768 → 3072 → 768</a:t>
            </a:r>
            <a:r>
              <a:rPr sz="1100">
                <a:solidFill>
                  <a:schemeClr val="dk1"/>
                </a:solidFill>
              </a:rPr>
              <a:t> projection layers, and normalization ourselves.</a:t>
            </a:r>
            <a:endParaRPr sz="1100">
              <a:solidFill>
                <a:schemeClr val="dk1"/>
              </a:solidFill>
            </a:endParaRPr>
          </a:p>
          <a:p xmlns:a="http://schemas.openxmlformats.org/drawingml/2006/main">
            <a:pPr marL="0" lvl="0" indent="0" algn="l">
              <a:lnSpc>
                <a:spcPct val="115000"/>
              </a:lnSpc>
              <a:spcBef>
                <a:spcPts val="1200"/>
              </a:spcBef>
              <a:spcAft>
                <a:spcPts val="0"/>
              </a:spcAft>
              <a:buClr>
                <a:schemeClr val="dk1"/>
              </a:buClr>
              <a:buSzPts val="1100"/>
              <a:buFont typeface="Arial"/>
              <a:buNone/>
            </a:pPr>
            <a:r>
              <a:rPr sz="1100">
                <a:solidFill>
                  <a:schemeClr val="dk1"/>
                </a:solidFill>
              </a:rPr>
              <a:t>For retrieval, use </a:t>
            </a:r>
            <a:r>
              <a:rPr sz="1100">
                <a:solidFill>
                  <a:srgbClr val="188038"/>
                </a:solidFill>
                <a:latin typeface="Roboto Mono"/>
                <a:ea typeface="Roboto Mono"/>
                <a:cs typeface="Roboto Mono"/>
              </a:rPr>
              <a:t>encode_query()</a:t>
            </a:r>
            <a:r>
              <a:rPr sz="1100">
                <a:solidFill>
                  <a:schemeClr val="dk1"/>
                </a:solidFill>
              </a:rPr>
              <a:t> for questions and </a:t>
            </a:r>
            <a:r>
              <a:rPr sz="1100">
                <a:solidFill>
                  <a:srgbClr val="188038"/>
                </a:solidFill>
                <a:latin typeface="Roboto Mono"/>
                <a:ea typeface="Roboto Mono"/>
                <a:cs typeface="Roboto Mono"/>
              </a:rPr>
              <a:t>encode_document()</a:t>
            </a:r>
            <a:r>
              <a:rPr sz="1100">
                <a:solidFill>
                  <a:schemeClr val="dk1"/>
                </a:solidFill>
              </a:rPr>
              <a:t> for indexed passages. These methods apply the model’s asymmetric query and document prompt templates. Both sides must use the same checkpoint, pipeline configuration, and output dimension.</a:t>
            </a:r>
            <a:endParaRPr sz="1100">
              <a:solidFill>
                <a:schemeClr val="dk1"/>
              </a:solidFill>
            </a:endParaRPr>
          </a:p>
          <a:p xmlns:a="http://schemas.openxmlformats.org/drawingml/2006/main">
            <a:pPr marL="0" lvl="0" indent="0" algn="l">
              <a:lnSpc>
                <a:spcPct val="115000"/>
              </a:lnSpc>
              <a:spcBef>
                <a:spcPts val="1200"/>
              </a:spcBef>
              <a:spcAft>
                <a:spcPts val="0"/>
              </a:spcAft>
              <a:buClr>
                <a:schemeClr val="dk1"/>
              </a:buClr>
              <a:buSzPts val="1100"/>
              <a:buFont typeface="Arial"/>
              <a:buNone/>
            </a:pPr>
            <a:r>
              <a:rPr sz="1100">
                <a:solidFill>
                  <a:schemeClr val="dk1"/>
                </a:solidFill>
              </a:rPr>
              <a:t>The native vector contains 768 dimensions. Matryoshka Representation Learning allows us to shorten it to 512, 256, or 128 dimensions, but query and document vectors must use the same dimension and remain L2-normalized.</a:t>
            </a:r>
            <a:endParaRPr sz="1100">
              <a:solidFill>
                <a:schemeClr val="dk1"/>
              </a:solidFill>
            </a:endParaRPr>
          </a:p>
          <a:p xmlns:a="http://schemas.openxmlformats.org/drawingml/2006/main">
            <a:pPr marL="0" lvl="0" indent="0" algn="l">
              <a:lnSpc>
                <a:spcPct val="115000"/>
              </a:lnSpc>
              <a:spcBef>
                <a:spcPts val="1200"/>
              </a:spcBef>
              <a:spcAft>
                <a:spcPts val="0"/>
              </a:spcAft>
              <a:buClr>
                <a:schemeClr val="dk1"/>
              </a:buClr>
              <a:buSzPts val="1100"/>
              <a:buFont typeface="Arial"/>
              <a:buNone/>
            </a:pPr>
            <a:r>
              <a:rPr sz="1100">
                <a:solidFill>
                  <a:schemeClr val="dk1"/>
                </a:solidFill>
              </a:rPr>
              <a:t>This embedding pipeline does not need to match the tokenizer used by the downstream answering LLM. It only needs to remain internally consistent between corpus indexing and query retrieval. Mixing tokenizer files, projection layers, or dimensions from different embedding checkpoints can reduce ranking quality without producing an obvious runtime error.</a:t>
            </a:r>
            <a:endParaRPr sz="1100">
              <a:solidFill>
                <a:schemeClr val="dk1"/>
              </a:solidFill>
            </a:endParaRPr>
          </a:p>
          <a:p xmlns:a="http://schemas.openxmlformats.org/drawingml/2006/main">
            <a:pPr marL="457200" marR="0" lvl="0" indent="-228600" algn="l">
              <a:lnSpc>
                <a:spcPct val="100000"/>
              </a:lnSpc>
              <a:spcBef>
                <a:spcPts val="1200"/>
              </a:spcBef>
              <a:spcAft>
                <a:spcPts val="0"/>
              </a:spcAft>
              <a:buSzPts val="1400"/>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Naive RAG on unstructured text. Take a real member question: what help is available if I need an expensive dental procedure and want to minimize out-of-pocket costs? The answer is spread across plan options, coinsurance, annual maximums and discount programs. A single vector search over chunks tends to return fragments of each without the rules that connect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 quick map of which fix fits which problem. Structured data such as tables should be filtered in the database and returned as a single result, the way a search tool returns one answer. Vector search misses exact keywords like drug codes, so add BM25. When a short query pulls many irrelevant chunks, try HyDE. But HyDE only helps some cases: underspecified queries, wording gaps between question and document, the wrong retrieval method, and evidence that is simply not in the corpus each need a different fix.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Slide 14 compares four search strategies. The parent-child strategy is shown in blue and labeled LangChain provided because LangChain supplies the ParentDocumentRetriever pattern used as the baseline implementation.</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lexical baseline is BM25, not generic TF-IDF. BM25 uses term frequency, inverse document frequency, and document-length normalization to rank exact-term matches.</a:t>
            </a:r>
            <a:endParaRPr/>
          </a:p>
          <a:p xmlns:a="http://schemas.openxmlformats.org/drawingml/2006/main">
            <a:pPr marL="0" lvl="0" indent="0" algn="l">
              <a:lnSpc>
                <a:spcPct val="100000"/>
              </a:lnSpc>
              <a:spcBef>
                <a:spcPts val="0"/>
              </a:spcBef>
              <a:spcAft>
                <a:spcPts val="0"/>
              </a:spcAft>
              <a:buSzPts val="1400"/>
              <a:buNone/>
            </a:pPr>
            <a:r>
              <a:rPr sz="1200"/>
              <a:t/>
            </a:r>
            <a:endParaRPr/>
          </a:p>
          <a:p xmlns:a="http://schemas.openxmlformats.org/drawingml/2006/main">
            <a:pPr marL="0" lvl="0" indent="0" algn="l">
              <a:lnSpc>
                <a:spcPct val="100000"/>
              </a:lnSpc>
              <a:spcBef>
                <a:spcPts val="0"/>
              </a:spcBef>
              <a:spcAft>
                <a:spcPts val="0"/>
              </a:spcAft>
              <a:buSzPts val="1400"/>
              <a:buNone/>
            </a:pPr>
            <a:r>
              <a:rPr sz="1200"/>
              <a:t>The blue treatment identifies the two baseline implementations being compared with the green table-aware parsing path.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This slide corrects the earlier architecture claim. The completed corpus run converts full PDFs into DoclingDocument objects and applies HybridChunker. TableRAG separately embeds row children and returns the complete parent table. Figures are extracted with captions, native text and optional descriptions, but they are not yet indexed as a figure parent with searchable children. Section and list hierarchy exists in Docling metadata, but the retrieval layer still stores flat chunk records.</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Evaluate the unified design against the same queries and corpus using parent hit@k, evidence completeness, table sibling-row coverage, figure grounding coverage, and fragment rate. Compare downstream answer correctness and faithfulness only after confirming that the required evidence reached the context.</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saved TableRAG parent-child evaluation passed 11 of 12 cases with the expected parent ranked first in 11 of 12. The three quoted fragments on this slide come from the completed hybrid_chunker_fulldoc corpus artifacts.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LangChain ParentDocumentRetriever proves the basic pattern: index smaller child chunks, then return a larger parent when a child matches. That makes it a useful baseline for retrieval evaluation.</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limitation is the data model. LangChain treats parents and children as generic Documents created by text splitters. It does not define table parents with row children, figure parents with caption and OCR children, or section parents with paragraph and list-item children. Teams must encode those relationships in metadata and implement persistence and expansion themselves.</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Our implementation starts from one full-PDF DoclingDocument, writes typed parent and child records to durable stores, searches the children, and assembles context according to parent type. This preserves headers for table rows, visual evidence for captions, and section context for list items and paragraphs. The same typed evidence contract can serve BM25, vector, hybrid and reranked retrieval.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Use this slide before changing ranking or chunking. First determine whether the required evidence was retrieved. Then inspect the exact context sent to the model. Finally compare the generated answer with the supplied evidence. Evaluate the judge separately because an LLM judge can also be wrong.</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For the Q5157 example, current row-child retrieval ranks the drug preference table first and hierarchical context contains both expected rows: Denosumab-bmwo Osenvelt and Denosumab-bmwo Denosumab-Celtrion. Parent expansion also includes unrelated sibling rows, so the answer model must apply the HCPCS filter after expansion. The historical screenshot shows that filtering failure.</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judge statement about missing Xtrenbo is invalid. The verified source assigns Xtrenbo to J3590. Q5157 maps only to Osenvelt and Denosumab-Celtrion. This makes the screenshot a combination of generation and evaluation errors, not evidence of a retrieval-order failure.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This slide compares flat hybrid chunks with the hierarchical table-parent configuration called TableRAG. Both approaches use BM25 plus pgvector with reciprocal-rank fusion. The benchmark contains 59 completed table-relation queries.</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Overall results: judge pass rate improves from 30.5% to 64.4%. Answer completeness and context completeness improve from 40.7% to 69.5%. Cases with assembly error fall from 59.3% to 27.1%. Grounded rate improves from 62.7% to 79.7%.</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cost is more context. Average context tokens rise from 299 to 476, approximately 59%. Table parent expansion remains weak for qualifier questions when the qualifier appears in notes outside the basic parent table. The richer hierarchical-notes configuration addresses that gap, but it adds still more context.</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Source: /Users/dc/geha/context_assembly_benchmarks/chunking_judge_results.json. Metrics are rounded to the nearest whole percentage point on the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verified Xgeva policy source assigns Denosumab-qbde, brand Xtrenbo, to HCPCS J3590. It assigns Q5157 to Denosumab-bmwo Osenvelt and Denosumab-bmwo Denosumab-Celtrion.</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historical LLM judge said the candidate answer failed because it omitted Xtrenbo from Q5157. That criticism introduces a false gold requirement. The candidate answer still had a real generation problem because it included unrelated sibling rows, but the judge's Xtrenbo reason was invalid.</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This example shows why an independent LLM judge still needs deterministic validation for exact identifiers. Require the judge to cite the source row for every claimed omission. Route disagreements between the deterministic mapping and the judge to manual adjudication instead of changing retrieval.</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Sources: /Users/dc/geha/crawl_dir/verified/coverage-policies/geha-coverage-policy-xgeva/geha-coverage-policy-xgeva.docling.md and /Users/dc/geha/context_assembly_benchmarks/table_relation_evals.json.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candidate answer should receive NO because it lists denosumab products assigned to codes other than Q5157. The correct Q5157 rows are Denosumab-bmwo Osenvelt and Denosumab-bmwo Denosumab-Celtrion. Both are Non-Preferred and require prior authorization.</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The judge's statement that the answer omitted Xtrenbo is wrong. The source assigns Xtrenbo to J3590. The judge rationale is partially hallucinated, but that does not turn the candidate answer into a pass because the candidate still includes unrelated products.</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Evaluation should therefore store two separate results: answer correctness equals FAIL, while the judge rationale equals PARTIALLY HALLUCINATED. A single binary judge score hides this distinction and can send engineers toward the wrong retrieval fix.</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
            </a:r>
            <a:endParaRPr/>
          </a:p>
          <a:p xmlns:a="http://schemas.openxmlformats.org/drawingml/2006/main">
            <a:pPr marL="457200" marR="0" lvl="0" indent="-228600" algn="l">
              <a:lnSpc>
                <a:spcPct val="100000"/>
              </a:lnSpc>
              <a:spcBef>
                <a:spcPts val="0"/>
              </a:spcBef>
              <a:spcAft>
                <a:spcPts val="0"/>
              </a:spcAft>
              <a:buSzPts val="1400"/>
              <a:buNone/>
            </a:pPr>
            <a:r>
              <a:rPr sz="1200" b="0" i="0" u="none" strike="noStrike" cap="none"/>
              <a:t>Sources: /Users/dc/geha/crawl_dir/verified/coverage-policies/geha-coverage-policy-xgeva/geha-coverage-policy-xgeva.docling.md and /Users/dc/geha/context_assembly_benchmarks/table_relation_evals.json.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same architecture with concrete numbers from the demo: hybrid retrieval returns the top 150 chunks, the reranker scores all 150 against the query, the top 20 are kept and passed to the LLM. Rerankers have a practical limit; pass too many candidates and the right chunk can still fall below the cutoff.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Reranking on top of plain vector search. The vector index returns the top-k candidates, and a cross-encoder reranker reorders them by reading the query and each chunk together, which is more accurate than comparing two independent vectors. It cannot recover a chunk that never made the candidate 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Adding structured data. Alongside the vector index, PostgreSQL full-text search over structured records contributes candidates. The reranker merges unstructured chunks and structured rows before the LLM sees them. This is a step toward treating tables as data rather than 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Where structured search beats BM25, measured on our own dental data. BM25 top-5 over the 211 chunks of the 2026 GEHA dental benefits guide and plan brochure, against SQL over the same extracted tables. Lookups and joins: a premium for ZIP 02139 needs the ZIP-range table, which BM25 never retrieves because 021 only exists inside the range 013-027; SQL maps it to rate code 4 and returns $29.60. Ordering: the cheapest Self and Family plan or the highest orthodontic lifetime maximum are an ORDER BY, not a ranking of chunks that the LLM then has to compare. Complete lists: none of the four chunks that mention once per lifetime reach the top 5, while a WHERE clause returns every row, so SQL removes the top-k cutoff. When the answer sits in one chunk, like the root canal savings, BM25 is fine and SQL only adds exact arithmetic. Prose questions still need the reranked chunks, which is why the previous slide merges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Query expansion: an LLM rewrites the original question into several variants, each variant is retrieved separately, and the union of results becomes the context. It helps when the user’s wording does not match the document’s, at the cost of extra LLM calls and more candidates to rank.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HyDE, Hypothetical Document Embeddings, from 2022. Standard RAG embeds the question. HyDE first has an LLM write a hypothetical answer, embeds that, and searches with it. The idea is that a fake answer looks more like the real document than the question does.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HyDE on our policy data. A short question like is Treanda a preferred drug is turned into a policy-style passage, encoded, and matched against the real bendamustine PDF pages: the preference table, the prior-authorization page or the dosing page. The generated text is only a search key; it is never evidence for the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Parent document retriever: documents are split into large parents and small children. Only the children are embedded, because small chunks match precisely. When a child matches, the system looks up its parent by ID and passes the whole parent to the LLM, so the answer has full context. Precise matching, rich context.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 hand-drawn version of the same idea, the LangChain ParentDocumentRetriever: large parent chunks in an in-memory store, small child chunks in the vector store, children retrieved and their parents returned as context.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Anthropic’s contextual retrieval: before indexing, an LLM reads the whole document and writes 50 to 100 tokens of context for every chunk, which is prepended to the chunk. Both the embedding index and the BM25 or TF-IDF index see the contextualized text. It fixes chunks that make no sense alone, such as a table row without its table title. With prompt caching the cost per chunk is 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Where contextual embedding sits in the naive pipeline: the chunking and embedding steps, highlighted in red. Everything downstream stays the same; only what gets embedded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Corrective RAG, CRAG. After retrieval and reranking, an evidence grader judges whether the retrieved passages actually answer the question. Relevant evidence goes to the answer LLM; ambiguous or irrelevant evidence triggers corrective retrieval, such as a query rewrite, BM25 or hybrid search, web search or a SQL tool, and the new results are graded again.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Agentic RAG as a loop: retrieve parent documents with reranking, grade each passage with one LLM call, and if nothing is relevant rewrite the query and retry up to twice before answering not in the documents. Generated answers are checked for grounding and regenerated up to twice. Every step is visible in the trace.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Most production RAG failures start before retrieval: in PDF extraction, chunk boundaries and missing context. This section shows bad and good extraction of the same figures, table and form problems, and how table-aware, parent-child retrieval keeps the evidence intact.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This is the map for the rest of the talk. Errors can enter at three places: contextual embedding at indexing time, context assembly when retrieved chunks are reranked and packed into the prompt, and answer completeness at generation. Each needs its own measurement, and fixing the wrong stage wastes effort.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Bad extraction, using the default unstructured parser that LangChain uses. A pie chart comparing 2021 and 2025 comes out as a loose list of numbers with no labels: 2021, 66 percent, 34 percent, 2025, 74 percent, 26 percent. Indexed at scale, fragments like this pollute both the BM25 and the vector index.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What the same page should look like: the chart converted to a proper markdown table with response, 2021 and 2025 columns, followed by the surrounding prose. LlamaParse, Reductio and our own demo code all produce this.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Another LangChain parse failure: a stacked bar chart from the workforce benefits study becomes one long string of numbers and labels with no table structure, so no question about company size or year can be answered reliably from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correct version of the same figure: the table matches the bar chart exactly, small, midsize and large employers by fewer, the same or more benefits. With the data as a table it can be indexed, filtered and cited.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Figures and tables should be extracted as one unit. On the right is Docling’s raw output for the figure: every label and value on its own line, in reading order, with the relationship between employer type and percentage lost.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One fix for figures: send the PDF page and the figure to an LLM and have it write a description with its context: which report, which page, which section, what the chart compares and what it shows. We also convert the figure to HTML, because a table in HTML can be reordered, stored as a structured object, and searched with structured queries, for example in LanceDB.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Does adding an LLM summary to every chunk help? Not for every chunk. Here a table-of-contents chunk gets a fluent summary prepended, but the chunk itself carries no answerable facts, so the summary only makes the noise more searchable.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filter table-of-contents and index pages at all? Many policy documents have them, they look alike across documents, and they contain no new information. In the index they are noise; in the context window they take up space at the start or end, exactly where the model pays most attention.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Forms extract badly. In this Kentucky Medicaid application the table parser produced a CSV with meaningless column headers, 0 and 1, and instructions split across cells. Headers are what give rows their meaning, so losing them breaks retrieval for every row.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Forms do not chunk. The corpus has six forms and applications: Kentucky applications for one person and for a family, a Missouri health-coverage application and its Spanish version, a Spanish aged, blind and disabled supplement, and an Ohio Medicaid authorized-representative form. They are mostly fields and checkboxes, so chunk-and-embed has little to work with; they need routing and structured handling.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Naive RAG on a policy table: each row becomes its own chunk. The problem is in red: identical rows in different tables look the same without the table title or section metadata. A row saying Preferred, Yes, Treanda, J9033 means nothing if you cannot tell which policy and which condition it belongs 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What the row-level chunks actually contain once metadata is added: each bendamustine row carries its source file, table name and conditions alongside the drug name, HCPCS code and description. This is the minimum context a row needs to be retrievable on its own.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Source: geha_cloud_reliability/downloads/coverage-policies/geha-coverage-policy-bendamustine.pdf, page 1. The red boxes illustrate retrieval boundaries and do not alter the source document.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table-aware RAG pipeline we built. Ingestion parses each policy table, keeps the complete table as a parent and creates one searchable child record per row. Both go into PostgreSQL with pgvector, with 384-dimension bge-small vectors on the rows. At query time the system finds matching rows, groups them by table, fetches the full parent table, and passes the whole table to the model to answer with citations.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Demo: the same bendamustine J9036 question against flat hybrid chunks and against table-aware hybrid RAG. On this simple question both answer correctly: Belrapzo, non-preferred, prior authorization required. Simple lookups do not separate the architectures; questions that need several rows or qualifiers outside the table do.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Adding context is not free. On the left, page-by-page contextualization in progress; on the right, token usage spikes when every page of a large corpus is processed. Prompt caching and processing only the pages that need context keep this affordable.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selectable RAG demo on Vercel. PDFs are extracted with PyMuPDF, chunked at 350 words with 50 words of overlap, embedded with OpenAI text-embedding-3-small and stored in Postgres with pgvector. At query time you choose vector, BM25 or hybrid retrieval with reciprocal-rank fusion, optional LLM reranking, top-k and a grounded answer, and every stage reports its latency.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 small demonstration corpus with one question per failure mode: exact codes for BM25, paraphrases for vector search, mixed signals for hybrid, buried evidence for reranking, style mismatch for HyDE, missing evidence for CRAG, and dependent lookups for agentic search. Then a reality check: on our data, retrieval is already near its ceiling.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To show what each technique fixes, you need a corpus built for it. Typical demo corpora rarely contain the hard cases, so we propose a small fictional benefits corpus: 2024 and 2025 benefit PDFs, procedure codes, claim-denial codes, enrollment history, claims, a medical plan and a dental FAQ. First case, BM25: what procedure is CDT code D8080? The exact token is highly discriminative, so keyword search wins.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Vector retrieval: does the plan help pay for braces for a grown-up? The document says adult orthodontic services. The words differ but the meaning matches, which is exactly where BM25 fails and embeddings succeed.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Hybrid retrieval: for D8080, how much does the 2025 plan pay for an adult? The question has two signals, the exact code for BM25 and the adult-coverage meaning for vector search. Fusing both with reciprocal-rank fusion beats either one alone.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Reranking: what are the current adult orthodontic benefits? Retrieval finds the right passage, but 2024 benefits, pediatric orthodontics and dental-injury coverage compete with it. A query-aware reranker should put 2025 over 2024, adult over pediatric and orthodontics over injuries. This is the clearest case of evidence that was found but ranked too 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Another reranking case from the real policies: which denosumab product tied to policy Q5157 is preferred, and what is its prior-authorization status? BM25 favors the exact code, vector search favors general denosumab text, and a reranker that reads the whole query moves the complete Q5157 table to the top. A ranking problem, not a multi-hop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HyDE: if I am 42 and want my teeth straightened, is any of it paid for? The source uses formal language about orthodontic appliances for members 19 and older. HyDE writes a document-like passage, searches with it, and finds the formal text. The generated passage is a search key, never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When HyDE helps and when it does not. It helps with natural-language mismatches such as can adults get braces. It does not help with internal policy codes, HCPCS or CDT codes, member-specific eligibility, exact dollar amounts or new product names. So route: exact codes and entities to BM25 and structured lookup, conceptual questions to HyDE plus vector search. Also mind privacy: queries sent to an external LLM leave your boundary.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CRAG: did adult orthodontic benefits improve in 2025 compared with 2024? If retrieval finds only the 2025 passage, a corrective system should notice it cannot compare without 2024 evidence and issue a targeted search for it. The fix is diagnosis and a second search, not better ordering.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When to turn things on: multi-query when you have a retrieval error and cannot get the right chunk; CRAG when the first retrieval is incomplete or contradictory, as in this example where a 2024 page, a partial 2025 page and an unrelated medical limit come back for one orthodontics question. A reranker cannot fix evidence that was never retrieved.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Agentic search: why was member M100’s orthodontic claim C900 denied when the plan covers adult orthodontics? No single search can answer it. The agent looks up the claim, the procedure code, the 2025 benefit, the denial code and the member’s enrollment, then compares dates: the service preceded the coverage start. Each result decides the next lookup. That is genuine multi-hop search.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Summary of what each demo proves: BM25 fixes missed exact identifiers, vector search fixes missed paraphrases, hybrid handles both, reranking fixes buried evidence, HyDE fixes style mismatch, CRAG fixes missing evidence, agentic search fixes dependent lookups. A convincing presentation runs every question against a baseline and the enhanced architecture and shows ranks, correctness, citations, latency and tokens.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 reality check on our own data. Retrieval is already near its ceiling: Recall@5 of 1.00 on the 14-question fixture, the right policy at top-1 91 percent and top-5 100 percent for table RAG, and the agentic loop never rewrote a query. Exact terms like drug names and codes make retrieval easy. The real errors are in completeness and assembly: the right document, an incomplete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CRAG and reranking were hard to justify: we built a CRAG-style workflow with grading, rewriting and optional reranking, but could not produce enough genuinely complex multi-document questions to show a benefit. Questions mostly asked to retrieve each paper and compare. True multi-hop needs evidence from one source to decide the next search. That is why the fraud investigator became the better agentic demonstration.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If retrieval is mostly solved, where do answers go wrong? This section separates retrieval misses from context-assembly losses, shows the measured gap, and covers how evals map to system architecture, including fixing synthetic RAGAS questions and query routing.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Two different errors that look the same to the user. Retrieval miss: the right chunk was ranked below the cutoff or never a candidate; measured with hit@k, recall@k and MRR; fixed with better embeddings, BM25 or hybrid, or reranking. Assembly loss: the right chunk or table was found, but the fact did not make it into the context, because a top-5 cut dropped sibling rows, a qualifier lived outside the table, or the token budget truncated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Measured on our data, they are mostly not the same. Flat row chunks retrieved the right table 98.3 percent of the time but had every needed fact in context only 40.7 percent of the time. Table-aware RAG reached 100 and 69.5 percent. Attaching notes reached 100 and 100. Retrieval is close to solved; the lost facts happen after retrieval. Check, for each lost fact, whether it was in the candidates: if not, fix ranking; if yes, fix context building; if it was never indexed, fix ingestion.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evals are hard: each level of eval matches a different architecture, failure modes appear only after the system is built, and error analysis is slow. LLM-generated evals come from a distribution the model already knows, so they suit short, single-document tasks. Level 1: single-document questions, like all the GEHA repo demos. Level 2: multi-hop agentic questions across several data sources, like the fraud investigator. Level 3: long-horizon exploration where the goal is not clear up front.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Agentic systems hit a second limit: the context window. This section covers the agent loop versus the harness around it, why accuracy drops as context fills, how to keep large tool results out of context, subagents and compaction, and the four kinds of agent memory.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How the lessons land in a real application: state-machine RAG for enrollment, where the model only fills slots and never writes a number, and guarded hybrid retrieval for policy questions, with input and output gates and one bounded repair loop.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Tuning the synthetic eval set and the router. RAGAS generated an underspecified question about the share of adults with high social-determinants-of-health risk. It should route to benefits research, but the JEV router classified it as population health. The question is the problem, not only the router.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Two more routing errors: a Medicare prescription-affordability question routed as population health when it is research, and a pickleball benefits question routed as clinical guidance. The fix is to rewrite the generated questions as research questions that name their source, for example according to the ASPE data-point analysis.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pickleball question rewritten with its source: according to the ACE-sponsored six-week pickleball study, what cardiovascular and metabolic changes were observed in middle-aged and older adults? Grounding the question in its source document makes both routing and retrieval unambiguous.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Should Medicaid be its own cluster? No. Medicaid is a payer, and one payer spans several document types: prior-authorization policies, applications and forms, care and treatment guidance, and research. Each behaves differently in retrieval. Recommended: keep one index per document type and attach payer metadata, so Medicaid becomes a filter.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six document-type clusters in the 50-document reference set: policy 5, clinical guidance 10, population health 7, benefits research 7, forms and directory 7, research 14. A Medicaid cluster would mix very different material, for example Kentucky prior-authorization criteria, a Kentucky application, a provider directory and utilization research, and would lower precision. Filter by payer, then route by document type.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How the lessons land in a real application: state-machine RAG for enrollment, where the model only fills slots and never writes a number, and guarded hybrid retrieval for policy questions, with input and output gates and one bounded repair loop.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State-machine RAG for enrollment questions. Extract slots from the message with rules or an LLM and a schema: ZIP, status, enrollment, plan. If information is missing, ask the next question; when ready, do an exact structured lookup by key and reply with a template plus the looked-up values. The tables are parsed from the benefits guide at startup: rate codes on page 10, premiums on page 11, benefits on page 5. No embeddings, no similarity search, and the LLM never writes a number.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same idea extended to dental and medical together. Shared slots for status and enrollment are asked once; a router sends the member to the dental sub-machine, the medical sub-machine or both, and the result is a combined quote for the same pay period. All values come from structured tables parsed from the dental guide, the medical guide and five standard summaries of benefits.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GEHA dental chatbot combines both patterns. The enrollment tab is state-machine RAG: DSPy normalizes member language into allowed labels, and deterministic LangGraph state and authoritative tables make the decisions. The policy Q and A tab uses guardrails plus one conditional self-correction: a clean answer is returned as is, while a draft that adds an unsupported claim, like the Walmart glasses example, gets exactly one bounded repair and a recheck, otherwise a refusal.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Where the JEV safety classifier runs. In dental policy Q and A it is Gate 1: it classifies the member’s question before any generated answer can be released, while retrieval and the DSPy draft run in parallel; Gate 2 checks the answer against the retrieved pages. In the enrollment tab JEV is off and the deterministic state machine handles everything.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retrieval architecture behind policy Q and A. Offline, Docling turns each page into markdown and builds a BM25 index and a BGE vector index, cached. Online: Gate 1, query preparation with vocabulary expansion and an exact-code BM25 path, BM25 and vector retrieval fused with reciprocal-rank fusion, top page evidence, SQLite enrichment with exact benefit rows, context assembly, the DSPy generator and Gate 2. Note that the current reranking is rank fusion; a learned reranker exists but is not wired 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grounded hybrid architecture in one view. Structured facts come from SQLite; BM25 and BGE supply supporting document evidence; the models interpret and explain but never invent benefit values. Input safety and answer preparation run concurrently, a release gate and an output guard check the draft, and anything unsafe, unsupported, timed out or erroring fails closed to a refusal.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Agentic systems hit a second limit: the context window. This section covers the agent loop versus the harness around it, why accuracy drops as context fills, how to keep large tool results out of context, subagents and compaction, and the four kinds of agent memory.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 loop versus harness. The loop is the model calling tools, here OCR, get text, get tables, save HTML and screenshot, comparing the screenshot to the HTML and looping until they match. The harness is everything that keeps that loop healthy over many turns: a context manager that trims and compacts to a window budget, and a sandbox where tool runs are isolated. In our runs a single-page PDF worked while the full PDF produced errors.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long runs degrade: the context window is re-sent in full on every call. A full-PDF OCR result of 29,694 characters, tool results and tool schemas pile up turn after turn, and error rates rise as the window approaches its limit, in this run around 40 turns.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needle-in-a-haystack test on Claude 2.1 with a 200K context. A fact was placed at different depths in documents of different lengths, and the model was asked to retrieve it. Green is correct, pink is a miss. Accuracy degrades as context length grows, especially for facts in the middle and toward the bottom.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How to read the chart: horizontal is context length from 1,000 to 200,000 tokens, vertical is where the fact was placed. Past the dotted line, roughly 83K to 200K tokens, most cells are pink, and the failure zone expands as context grows. The lesson for RAG: retrieving more documents is far less useful than giving the model a small, correct context.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Large tool results: context or sandbox. If an OCR result of 29,694 characters goes into the context window, it is re-sent on every later call. Above a size threshold, write it to a sandbox file instead and let the agent search it, for example grep for Treanda, loading only the relevant lines.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Two more ways to manage context. Subagents get a fresh window, do a delegated task such as reading pages or searching, and return only a short result. Compaction replaces old turns with a summary, which frees room but is lossy: exact table values, raw OCR output, early decisions and why a fix failed can all disappear in the summary.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Agent memory, using the CoALA framework from Sumers and colleagues, 2024. An agent stores prompts, skill files, user files and RAG chunks, and each has different memory requirements. CoALA separates procedural memory, semantic memory, episodic memory and working memory, each connected to the decision procedure through retrieval and learning.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Procedural memory: the rules applied to working memory that determine the agent’s behavior, essentially its skills and the knowledge of how to complete tasks. A SKILL.md file with brand guidelines is an example. Every one of these markdown files takes up context when loaded.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Semantic memory: facts about the world and about the user, such as preferences, which is what most people mean by chatbot memory. RAG is semantic memory over documents the model never saw in training; the alternative is to finetune that knowledge into the model.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Episodic memory: sequences of the agent’s past behavior. In chatbots it is the store of prior conversations; in agents it is the raw logs, records and traces of the path the agent took, like this memory stream.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Working memory: typically the context window, what the agent currently sees and reasons over, including observations, goals, user input and internal reasoning. It is the scarcest of the four, which is why context management matters so much.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Recursive self-improvement without changing weights. A larger teacher model reads the student’s failed transcripts and scores, diagnoses why it failed, and rewrites the student’s system prompt one change per round. The new prompt is kept only if the held-out score improves by more than the noise; otherwise it is reverted. The loop runs until the score stops improving or the budget runs out.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 worked example of an LLM operating an application: drawing bounding boxes on a bill of lading, and why self-correction needs a fixed rendering contract rather than free-form 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Demo: the LLM controls the bounding-box application, automating the drawing of boxes on a document page. Play the recording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Second demo clip: the LLM driving the same app to create bounding boxes, showing each action it takes in the interface. Play the recording here.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instruction the model was given: a detailed description of how to split a bill of lading into horizontal blocks with red lines that follow the black lines on the page, block by block, from the Meridian Shipping header down to the freight charges. Precise spatial instructions like this are what the agent has to turn into drawing actions.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result: on the left the original Meridian Shipping bill of lading, on the right the authoritative source with the requested red segmentation drawn over it. Each block is now a region that can be extracted and checked separately.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self-correction needs a fixed rendering contract. Ordinary responsive HTML renders differently with viewport, fonts, CSS, browser engine and screenshot size, so pixel comparison is unreliable. Instead, extract a semantic figure specification, render it deterministically to SVG at fixed dimensions, compare it with the source, and correct in order: values, labels, structure, geometry, styling. The model may only edit the JSON specification.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The last lever: finetune small models for a narrow task. First the motivation and instruction finetuning, then our two experiments: the retriever embedding model and the LoRA-tuned answer generator.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Why finetune at all? Tiny specialized models can beat large general ones on a narrow task when you have a self-improving data flywheel. Shopify reports a 0.8-billion-parameter model scoring above a frontier model on their buyer-profile task, with a much shorter prompt and far higher throughput.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Instruction finetuning, from the FLAN paper. A model is trained on many tasks phrased as instructions, both direct answers and chain-of-thought rationales, and then generalizes to unseen tasks. This is the method we applied to the GEHA answer generator.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Our first experiment: finetuning the embedding model that does retrieval. On 41 held-out brochure questions, Recall@5 rose from 64.63 to 68.70 percent, nDCG@10 from 67.74 to 70.01 and MRR@10 barely moved. These are from a single run; the README calls them preliminary until repeated with more seeds and documents.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deck covers the generator half of RAG finetuning: what we train, on what data, the Mac attempt and the Colab A100 run, what improved on an unseen document, and the answer to whether it is overfit.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retriever work changed which chunks reach the model. This work changes the model that writes the answer. The two are independent: the retriever result came from an earlier experiment in the finetuning folder; the generator number is the Colab A100 run, scored on the same held-out plan brochure.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Four steps, each a script in finetuning_LLM_LORA. The base and tuned models are evaluated in the same process with the adapter switched off and on, so prompts and decoding are identical.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Each of the 78 training questions produces a direct example and a chain-of-thought example: 156 in total. The rationale is extractive, not written by a model, which is cheaper but imperfect: in this very example the extracted evidence lines miss the line with the phone number, because that line shares few words with the answer. Worth improving with an LLM-written rationale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Train and validation come from the same guide but different sections, so validation loss tells us about unseen text in a familiar document. The test set is the plan brochure, a document the model never trains on, so it measures transfer. split_stats.py fails the run if any of the five checks fails.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LoRA freezes the base model and learns low-rank updates on every attention and MLP projection. Only 18.5 million weights train, which is why the saved adapter is 74 MB. With only 156 examples, an epoch is just 20 optimizer steps, which matters for the question of how many epochs to 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Epoch 1 took 56 minutes, about 21 seconds per training example. Epoch 2 ran for three and a half hours without finishing because of battery throttling, a 12-minute hibernation and heavy swapping. That is why the full run moves to a Colab GPU.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Same code, same data, same hyperparameters. The A100 trains in bf16 and has far more compute and memory bandwidth, so a full epoch took 71 seconds including validation, against 56 minutes on the Mac. The eval is now the slow part, because it generates 164 answers one token at a time with batch size 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Validation loss is checked every 10 steps. It falls for the first 20 steps, an epoch, and then rises for the remaining 40 while training loss keeps dropping. That is the textbook overfitting pattern. The trainer saves only the lowest-validation checkpoint, so the adapter that was evaluated is the epoch-1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Yes, it overfits if you keep training: after epoch 1, validation loss rises every pass while training loss heads towards 0.1. But the run only keeps the lowest-validation adapter, so the model we use is the epoch-1 one, and on a document it never saw it still beats the base model. For the next run, train 1 epoch or turn on early stopping with patience 2 to save the wasted compute.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Both models saw identical prompts: the gold passage plus two distractors. Answer F1 rose about 0.06 in both formats, and the tuned model was better on 27 of 41 direct questions and 29 of 41 chain-of-thought ones. Citation precision rose 0.12. Quote grounding did not change, and the base model already followed the evidence format. Two cautions: the confidence intervals nearly reach zero with 41 questions and one seed, and the tuned answers are 26 words longer, closer to the 107-word references, which by itself lifts token F1.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Produced by plot_metrics.py from train_log.jsonl and generator_comparison.json. Top row: loss, the generalization gap, which crosses zero just before epoch 1 and keeps rising, and the learning-rate schedule. Bottom row: gradient norm staying under the clip, wall clock at about 3.4 seconds per step on the A100, and the base-versus-tuned eval.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Four points. One epoch is the right length for this dataset; anything more memorizes. The improvement on an unseen document is genuine but small and comes from a single seed. Repeat the run over several seeds before relying on it. And grade answers for correctness, not just word overlap, since part of the F1 gain comes from longer answers.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Alternate versions of slides shown earlier, kept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Backup: the reranking-with-Postgres diagram, a duplicate of the version shown in the architectures section.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lvl="0" indent="-228600" algn="l">
              <a:lnSpc>
                <a:spcPct val="100000"/>
              </a:lnSpc>
              <a:spcBef>
                <a:spcPts val="0"/>
              </a:spcBef>
              <a:spcAft>
                <a:spcPts val="0"/>
              </a:spcAft>
              <a:buSzPts val="1400"/>
              <a:buNone/>
            </a:pPr>
            <a:r>
              <a:rPr sz="1200" b="0" i="0" u="none" strike="noStrike" cap="none"/>
              <a:t>Backup: the CRAG worked example on its own, the same text as the CRAG slide shown with the when-to-turn-it-on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6fe6ff3907348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fcb38fdb41943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1ac76759dcb848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c4cfc4450f304f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74a0495e3fbb41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2.xml" Id="R00397f1e852d4c7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29f00afa07cd45d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3.xml" Id="R7db9a3451b6a4c8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3.xml" Id="R4a5f3f9d2b1845e2"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3" name="Google Shape;13;p118">
            <a:extLst xmlns:a="http://schemas.openxmlformats.org/drawingml/2006/main">
              <a:ext uri="{FF2B5EF4-FFF2-40B4-BE49-F238E27FC236}">
                <a16:creationId xmlns:a16="http://schemas.microsoft.com/office/drawing/2014/main" id="{823FD618-B2D9-471B-8E54-7B184184A5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122">
            <a:extLst xmlns:a="http://schemas.openxmlformats.org/drawingml/2006/main">
              <a:ext uri="{FF2B5EF4-FFF2-40B4-BE49-F238E27FC236}">
                <a16:creationId xmlns:a16="http://schemas.microsoft.com/office/drawing/2014/main" id="{4263A643-0B3B-43F3-8CA1-DCF676EAC7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17" name="Google Shape;17;p122">
            <a:extLst xmlns:a="http://schemas.openxmlformats.org/drawingml/2006/main">
              <a:ext uri="{FF2B5EF4-FFF2-40B4-BE49-F238E27FC236}">
                <a16:creationId xmlns:a16="http://schemas.microsoft.com/office/drawing/2014/main" id="{490D7BD3-1654-4E62-9612-94E3423F63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algn="l">
              <a:lnSpc>
                <a:spcPct val="11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defRPr>
            </a:lvl2pPr>
            <a:lvl3pPr marR="0" algn="l">
              <a:lnSpc>
                <a:spcPct val="11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defRPr>
            </a:lvl3pPr>
            <a:lvl4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4pPr>
            <a:lvl5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5pPr>
            <a:lvl6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6pPr>
            <a:lvl7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7pPr>
            <a:lvl8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8pPr>
            <a:lvl9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9" name="Google Shape;19;p123">
            <a:extLst xmlns:a="http://schemas.openxmlformats.org/drawingml/2006/main">
              <a:ext uri="{FF2B5EF4-FFF2-40B4-BE49-F238E27FC236}">
                <a16:creationId xmlns:a16="http://schemas.microsoft.com/office/drawing/2014/main" id="{94C09242-664C-4D56-BAC2-8D8AD87864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20" name="Google Shape;20;p123">
            <a:extLst xmlns:a="http://schemas.openxmlformats.org/drawingml/2006/main">
              <a:ext uri="{FF2B5EF4-FFF2-40B4-BE49-F238E27FC236}">
                <a16:creationId xmlns:a16="http://schemas.microsoft.com/office/drawing/2014/main" id="{65EA4C87-24A9-4887-83C9-A9F6BAAC435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2" name="Google Shape;22;p124">
            <a:extLst xmlns:a="http://schemas.openxmlformats.org/drawingml/2006/main">
              <a:ext uri="{FF2B5EF4-FFF2-40B4-BE49-F238E27FC236}">
                <a16:creationId xmlns:a16="http://schemas.microsoft.com/office/drawing/2014/main" id="{63ACB1B7-DC0D-4909-ADA4-073F0F1740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23" name="Google Shape;23;p124">
            <a:extLst xmlns:a="http://schemas.openxmlformats.org/drawingml/2006/main">
              <a:ext uri="{FF2B5EF4-FFF2-40B4-BE49-F238E27FC236}">
                <a16:creationId xmlns:a16="http://schemas.microsoft.com/office/drawing/2014/main" id="{0AE43B97-5BE7-4ED5-A701-3F25813870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
        <p:nvSpPr>
          <p:cNvPr id="24" name="Google Shape;24;p124">
            <a:extLst xmlns:a="http://schemas.openxmlformats.org/drawingml/2006/main">
              <a:ext uri="{FF2B5EF4-FFF2-40B4-BE49-F238E27FC236}">
                <a16:creationId xmlns:a16="http://schemas.microsoft.com/office/drawing/2014/main" id="{12E685D8-A66D-41E8-A9D6-A98426E80E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7.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6" name="Google Shape;26;p125">
            <a:extLst xmlns:a="http://schemas.openxmlformats.org/drawingml/2006/main">
              <a:ext uri="{FF2B5EF4-FFF2-40B4-BE49-F238E27FC236}">
                <a16:creationId xmlns:a16="http://schemas.microsoft.com/office/drawing/2014/main" id="{916DD6AB-7894-45D5-B9D4-E0ECBCA801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27" name="Google Shape;27;p125">
            <a:extLst xmlns:a="http://schemas.openxmlformats.org/drawingml/2006/main">
              <a:ext uri="{FF2B5EF4-FFF2-40B4-BE49-F238E27FC236}">
                <a16:creationId xmlns:a16="http://schemas.microsoft.com/office/drawing/2014/main" id="{03B9CC34-DE45-43A0-B196-34D2CBE73E0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8.xml><?xml version="1.0" encoding="utf-8"?>
<p:sldLayout xmlns:p="http://schemas.openxmlformats.org/presentationml/2006/main" matchingName="Title and body">
  <p:cSld name="Title and body">
    <p:bg>
      <p:bgPr>
        <a:solidFill xmlns:a="http://schemas.openxmlformats.org/drawingml/2006/main">
          <a:srgbClr val="F6F5F0"/>
        </a:solidFill>
      </p:bgPr>
    </p:bg>
    <p:spTree>
      <p:nvGrpSpPr>
        <p:cNvPr id="1" name=""/>
        <p:cNvGrpSpPr/>
        <p:nvPr/>
      </p:nvGrpSpPr>
      <p:grpSpPr>
        <a:xfrm xmlns:a="http://schemas.openxmlformats.org/drawingml/2006/main"/>
      </p:grpSpPr>
      <p:sp>
        <p:nvSpPr>
          <p:cNvPr id="32" name="Google Shape;32;p121">
            <a:extLst xmlns:a="http://schemas.openxmlformats.org/drawingml/2006/main">
              <a:ext uri="{FF2B5EF4-FFF2-40B4-BE49-F238E27FC236}">
                <a16:creationId xmlns:a16="http://schemas.microsoft.com/office/drawing/2014/main" id="{0D85A75C-07C9-4BFE-A28C-0F3FF369697E}"/>
              </a:ext>
            </a:extLst>
          </p:cNvPr>
          <p:cNvSpPr>
            <a:spLocks xmlns:a="http://schemas.openxmlformats.org/drawingml/2006/main" noGrp="1"/>
          </p:cNvSpPr>
          <p:nvPr>
            <p:ph type="title" idx="0"/>
          </p:nvPr>
        </p:nvSpPr>
        <p:spPr>
          <a:xfrm xmlns:a="http://schemas.openxmlformats.org/drawingml/2006/main">
            <a:off x="812800" y="812800"/>
            <a:ext cx="10566400" cy="447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algn="l">
              <a:lnSpc>
                <a:spcPct val="115000"/>
              </a:lnSpc>
              <a:spcBef>
                <a:spcPts val="0"/>
              </a:spcBef>
              <a:spcAft>
                <a:spcPts val="0"/>
              </a:spcAft>
              <a:buClr>
                <a:srgbClr val="16202E"/>
              </a:buClr>
              <a:buSzPts val="3200"/>
              <a:buFont typeface="IBM Plex Sans"/>
              <a:buNone/>
              <a:defRPr sz="3200">
                <a:solidFill>
                  <a:srgbClr val="16202E"/>
                </a:solidFill>
                <a:latin typeface="IBM Plex Sans"/>
                <a:ea typeface="IBM Plex Sans"/>
                <a:cs typeface="IBM Plex Sans"/>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3" name="Google Shape;33;p121">
            <a:extLst xmlns:a="http://schemas.openxmlformats.org/drawingml/2006/main">
              <a:ext uri="{FF2B5EF4-FFF2-40B4-BE49-F238E27FC236}">
                <a16:creationId xmlns:a16="http://schemas.microsoft.com/office/drawing/2014/main" id="{003D37A9-71A4-4055-8577-A4DB00013726}"/>
              </a:ext>
            </a:extLst>
          </p:cNvPr>
          <p:cNvSpPr>
            <a:spLocks xmlns:a="http://schemas.openxmlformats.org/drawingml/2006/main" noGrp="1"/>
          </p:cNvSpPr>
          <p:nvPr>
            <p:ph type="body" idx="1"/>
          </p:nvPr>
        </p:nvSpPr>
        <p:spPr>
          <a:xfrm xmlns:a="http://schemas.openxmlformats.org/drawingml/2006/main">
            <a:off x="812800" y="1564630"/>
            <a:ext cx="10566400" cy="4480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indent="-228600" algn="l">
              <a:lnSpc>
                <a:spcPct val="140000"/>
              </a:lnSpc>
              <a:spcBef>
                <a:spcPts val="320"/>
              </a:spcBef>
              <a:spcAft>
                <a:spcPts val="0"/>
              </a:spcAft>
              <a:buClr>
                <a:srgbClr val="16202E"/>
              </a:buClr>
              <a:buSzPts val="1600"/>
              <a:buNone/>
              <a:defRPr sz="1600">
                <a:solidFill>
                  <a:srgbClr val="16202E"/>
                </a:solidFill>
                <a:latin typeface="IBM Plex Sans"/>
                <a:ea typeface="IBM Plex Sans"/>
                <a:cs typeface="IBM Plex Sans"/>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Tree>
  </p:cSld>
</p:sldLayout>
</file>

<file path=ppt/slideLayouts/slideLayout9.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fd22268cd54ef9" /><Relationship Type="http://schemas.openxmlformats.org/officeDocument/2006/relationships/slideLayout" Target="/ppt/slideLayouts/slideLayout1.xml" Id="R29f2c74e2205429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54a2bcbe590e48fa" /><Relationship Type="http://schemas.openxmlformats.org/officeDocument/2006/relationships/slideLayout" Target="/ppt/slideLayouts/slideLayout2.xml" Id="R3e5d1736dcf94d06" /><Relationship Type="http://schemas.openxmlformats.org/officeDocument/2006/relationships/slideLayout" Target="/ppt/slideLayouts/slideLayout3.xml" Id="R87cec8ae6e034f75" /><Relationship Type="http://schemas.openxmlformats.org/officeDocument/2006/relationships/slideLayout" Target="/ppt/slideLayouts/slideLayout4.xml" Id="Rbde087668a2d42f6" /><Relationship Type="http://schemas.openxmlformats.org/officeDocument/2006/relationships/slideLayout" Target="/ppt/slideLayouts/slideLayout5.xml" Id="R124efbb755eb4864" /><Relationship Type="http://schemas.openxmlformats.org/officeDocument/2006/relationships/slideLayout" Target="/ppt/slideLayouts/slideLayout6.xml" Id="R2df9f9346ebd4e45" /><Relationship Type="http://schemas.openxmlformats.org/officeDocument/2006/relationships/slideLayout" Target="/ppt/slideLayouts/slideLayout7.xml" Id="Rd2143d04b8eb4537"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de4978c792c44cba" /><Relationship Type="http://schemas.openxmlformats.org/officeDocument/2006/relationships/slideLayout" Target="/ppt/slideLayouts/slideLayout8.xml" Id="R0df56a7ff5064341" /><Relationship Type="http://schemas.openxmlformats.org/officeDocument/2006/relationships/slideLayout" Target="/ppt/slideLayouts/slideLayout9.xml" Id="R8e573e2a10d0482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9f2c74e2205429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3e5d1736dcf94d06"/>
    <p:sldLayoutId xmlns:r="http://schemas.openxmlformats.org/officeDocument/2006/relationships" id="2147483652" r:id="R87cec8ae6e034f75"/>
    <p:sldLayoutId xmlns:r="http://schemas.openxmlformats.org/officeDocument/2006/relationships" id="2147483653" r:id="Rbde087668a2d42f6"/>
    <p:sldLayoutId xmlns:r="http://schemas.openxmlformats.org/officeDocument/2006/relationships" id="2147483654" r:id="R124efbb755eb4864"/>
    <p:sldLayoutId xmlns:r="http://schemas.openxmlformats.org/officeDocument/2006/relationships" id="2147483655" r:id="R2df9f9346ebd4e45"/>
    <p:sldLayoutId xmlns:r="http://schemas.openxmlformats.org/officeDocument/2006/relationships" id="2147483656" r:id="Rd2143d04b8eb453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9" name="Google Shape;29;p120">
            <a:extLst xmlns:a="http://schemas.openxmlformats.org/drawingml/2006/main">
              <a:ext uri="{FF2B5EF4-FFF2-40B4-BE49-F238E27FC236}">
                <a16:creationId xmlns:a16="http://schemas.microsoft.com/office/drawing/2014/main" id="{AC94C3EF-F9C9-4459-855C-9BADCB49831B}"/>
              </a:ext>
            </a:extLst>
          </p:cNvPr>
          <p:cNvSpPr>
            <a:spLocks xmlns:a="http://schemas.openxmlformats.org/drawingml/2006/main" noGrp="1"/>
          </p:cNvSpPr>
          <p:nvPr>
            <p:ph type="title" idx="0"/>
          </p:nvPr>
        </p:nvSpPr>
        <p:spPr>
          <a:xfrm xmlns:a="http://schemas.openxmlformats.org/drawingml/2006/main">
            <a:off x="812800" y="812800"/>
            <a:ext cx="10566400" cy="4470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lnSpc>
                <a:spcPct val="115000"/>
              </a:lnSpc>
              <a:spcBef>
                <a:spcPts val="0"/>
              </a:spcBef>
              <a:spcAft>
                <a:spcPts val="0"/>
              </a:spcAft>
              <a:buClr>
                <a:srgbClr val="16202E"/>
              </a:buClr>
              <a:buSzPts val="3200"/>
              <a:buFont typeface="IBM Plex Sans"/>
              <a:buNone/>
              <a:defRPr sz="3200" b="0" i="0" u="none" strike="noStrike" cap="none">
                <a:solidFill>
                  <a:srgbClr val="16202E"/>
                </a:solidFill>
                <a:latin typeface="IBM Plex Sans"/>
                <a:ea typeface="IBM Plex Sans"/>
                <a:cs typeface="IBM Plex Sans"/>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30" name="Google Shape;30;p120">
            <a:extLst xmlns:a="http://schemas.openxmlformats.org/drawingml/2006/main">
              <a:ext uri="{FF2B5EF4-FFF2-40B4-BE49-F238E27FC236}">
                <a16:creationId xmlns:a16="http://schemas.microsoft.com/office/drawing/2014/main" id="{681F1191-0FDA-46EB-9E06-AAEDA96ED7E8}"/>
              </a:ext>
            </a:extLst>
          </p:cNvPr>
          <p:cNvSpPr>
            <a:spLocks xmlns:a="http://schemas.openxmlformats.org/drawingml/2006/main" noGrp="1"/>
          </p:cNvSpPr>
          <p:nvPr>
            <p:ph type="body" idx="1"/>
          </p:nvPr>
        </p:nvSpPr>
        <p:spPr>
          <a:xfrm xmlns:a="http://schemas.openxmlformats.org/drawingml/2006/main">
            <a:off x="812800" y="1564630"/>
            <a:ext cx="10566400" cy="44805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lnSpc>
                <a:spcPct val="140000"/>
              </a:lnSpc>
              <a:spcBef>
                <a:spcPts val="320"/>
              </a:spcBef>
              <a:spcAft>
                <a:spcPts val="0"/>
              </a:spcAft>
              <a:buClr>
                <a:srgbClr val="16202E"/>
              </a:buClr>
              <a:buSzPts val="1600"/>
              <a:buFont typeface="Arial"/>
              <a:buNone/>
              <a:defRPr sz="1600" b="0" i="0" u="none" strike="noStrike" cap="none">
                <a:solidFill>
                  <a:srgbClr val="16202E"/>
                </a:solidFill>
                <a:latin typeface="IBM Plex Sans"/>
                <a:ea typeface="IBM Plex Sans"/>
                <a:cs typeface="IBM Plex Sans"/>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BM Plex Sans"/>
                <a:ea typeface="IBM Plex Sans"/>
                <a:cs typeface="IBM Plex Sans"/>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BM Plex Sans"/>
                <a:ea typeface="IBM Plex Sans"/>
                <a:cs typeface="IBM Plex Sans"/>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BM Plex Sans"/>
                <a:ea typeface="IBM Plex Sans"/>
                <a:cs typeface="IBM Plex Sans"/>
              </a:defRPr>
            </a:lvl9pPr>
          </a:lstStyle>
          <a:p xmlns:a="http://schemas.openxmlformats.org/drawingml/2006/main"/>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0df56a7ff5064341"/>
    <p:sldLayoutId xmlns:r="http://schemas.openxmlformats.org/officeDocument/2006/relationships" id="2147483659" r:id="R8e573e2a10d0482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GEHA Generator LoRA Finetuning">
  <a:themeElements>
    <a:clrScheme name="GEHA Generator LoRA Finetuning">
      <a:dk1>
        <a:srgbClr val="16202E"/>
      </a:dk1>
      <a:lt1>
        <a:srgbClr val="F6F5F0"/>
      </a:lt1>
      <a:dk2>
        <a:srgbClr val="4E555F"/>
      </a:dk2>
      <a:lt2>
        <a:srgbClr val="E0E0DD"/>
      </a:lt2>
      <a:accent1>
        <a:srgbClr val="B4481A"/>
      </a:accent1>
      <a:accent2>
        <a:srgbClr val="2F6DB5"/>
      </a:accent2>
      <a:accent3>
        <a:srgbClr val="F08A5D"/>
      </a:accent3>
      <a:accent4>
        <a:srgbClr val="D9622B"/>
      </a:accent4>
      <a:accent5>
        <a:srgbClr val="4A5568"/>
      </a:accent5>
      <a:accent6>
        <a:srgbClr val="6A728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HA Generator LoRA Finetun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efb4fd983f4878" /><Relationship Type="http://schemas.openxmlformats.org/officeDocument/2006/relationships/notesSlide" Target="/ppt/notesSlides/notesSlide1.xml" Id="R0f08266249d747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5fdb9a9dda4b0a" /><Relationship Type="http://schemas.openxmlformats.org/officeDocument/2006/relationships/image" Target="/ppt/media/image.png" Id="R9154953e80af4d4a" /><Relationship Type="http://schemas.openxmlformats.org/officeDocument/2006/relationships/image" Target="/ppt/media/image2.png" Id="R70352682adc74f05" /><Relationship Type="http://schemas.openxmlformats.org/officeDocument/2006/relationships/notesSlide" Target="/ppt/notesSlides/notesSlide2.xml" Id="R148beb68369947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d100a95bb044af" /><Relationship Type="http://schemas.openxmlformats.org/officeDocument/2006/relationships/image" Target="/ppt/media/image3.png" Id="R983c3fd483384631" /><Relationship Type="http://schemas.openxmlformats.org/officeDocument/2006/relationships/image" Target="/ppt/media/image4.png" Id="R729e5f5dcb574eef" /><Relationship Type="http://schemas.openxmlformats.org/officeDocument/2006/relationships/notesSlide" Target="/ppt/notesSlides/notesSlide3.xml" Id="R50e6cb6e579c40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bd1e59e5b6c480b" /><Relationship Type="http://schemas.openxmlformats.org/officeDocument/2006/relationships/image" Target="/ppt/media/image5.png" Id="Rd2000fc068b542f9" /><Relationship Type="http://schemas.openxmlformats.org/officeDocument/2006/relationships/image" Target="/ppt/media/image3.png" Id="R29e6647bdd5d40be" /><Relationship Type="http://schemas.openxmlformats.org/officeDocument/2006/relationships/notesSlide" Target="/ppt/notesSlides/notesSlide4.xml" Id="Rc630465c693849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257e1b5fbb4d0c" /><Relationship Type="http://schemas.openxmlformats.org/officeDocument/2006/relationships/notesSlide" Target="/ppt/notesSlides/notesSlide5.xml" Id="Rba4b94d2ffb747b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80e6c6013f545f2" /><Relationship Type="http://schemas.openxmlformats.org/officeDocument/2006/relationships/notesSlide" Target="/ppt/notesSlides/notesSlide6.xml" Id="R016f4256b6dc4c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6a99921a534779" /><Relationship Type="http://schemas.openxmlformats.org/officeDocument/2006/relationships/image" Target="/ppt/media/image6.png" Id="Ra51120666f8c40d3" /><Relationship Type="http://schemas.openxmlformats.org/officeDocument/2006/relationships/notesSlide" Target="/ppt/notesSlides/notesSlide7.xml" Id="R714869e1cb5143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063780770124fe8" /><Relationship Type="http://schemas.openxmlformats.org/officeDocument/2006/relationships/image" Target="/ppt/media/image7.png" Id="Rf944bc6de5014cea" /><Relationship Type="http://schemas.openxmlformats.org/officeDocument/2006/relationships/notesSlide" Target="/ppt/notesSlides/notesSlide8.xml" Id="R47a0818d978847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4e0ce5c0064fd3" /><Relationship Type="http://schemas.openxmlformats.org/officeDocument/2006/relationships/image" Target="/ppt/media/image8.png" Id="R641eaced09514508" /><Relationship Type="http://schemas.openxmlformats.org/officeDocument/2006/relationships/notesSlide" Target="/ppt/notesSlides/notesSlide9.xml" Id="Rd6311e75e5454d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f77b99e2cdf94ac7" /><Relationship Type="http://schemas.openxmlformats.org/officeDocument/2006/relationships/notesSlide" Target="/ppt/notesSlides/notesSlide10.xml" Id="R130dd0c79d56419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8471d92d847140b4" /><Relationship Type="http://schemas.openxmlformats.org/officeDocument/2006/relationships/notesSlide" Target="/ppt/notesSlides/notesSlide11.xml" Id="R6f331c1582e44c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7b35681e3c0470e" /><Relationship Type="http://schemas.openxmlformats.org/officeDocument/2006/relationships/image" Target="/ppt/media/image9.png" Id="Rc6c3c7bb6d994230" /><Relationship Type="http://schemas.openxmlformats.org/officeDocument/2006/relationships/notesSlide" Target="/ppt/notesSlides/notesSlide12.xml" Id="R066b0b0b0e7948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196d94c9f7b04cf8" /><Relationship Type="http://schemas.openxmlformats.org/officeDocument/2006/relationships/notesSlide" Target="/ppt/notesSlides/notesSlide13.xml" Id="R8f97ff8877754e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b2e27d40d52407d" /><Relationship Type="http://schemas.openxmlformats.org/officeDocument/2006/relationships/notesSlide" Target="/ppt/notesSlides/notesSlide14.xml" Id="R0cc5bedf840c45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cbe30a77fd04c4f" /><Relationship Type="http://schemas.openxmlformats.org/officeDocument/2006/relationships/image" Target="/ppt/media/image10.png" Id="R6663a5bf95d44e37" /><Relationship Type="http://schemas.openxmlformats.org/officeDocument/2006/relationships/notesSlide" Target="/ppt/notesSlides/notesSlide15.xml" Id="Raac0b2d5d6a04b5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72d8b77c9324cf8" /><Relationship Type="http://schemas.openxmlformats.org/officeDocument/2006/relationships/notesSlide" Target="/ppt/notesSlides/notesSlide16.xml" Id="R7dcc704179914e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996f31eca3f4219" /><Relationship Type="http://schemas.openxmlformats.org/officeDocument/2006/relationships/image" Target="/ppt/media/image11.png" Id="R02c724bcf9b846ef" /><Relationship Type="http://schemas.openxmlformats.org/officeDocument/2006/relationships/notesSlide" Target="/ppt/notesSlides/notesSlide17.xml" Id="R8e3ec489be854a0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37b05f4c7b46a6" /><Relationship Type="http://schemas.openxmlformats.org/officeDocument/2006/relationships/notesSlide" Target="/ppt/notesSlides/notesSlide18.xml" Id="R81409cc370524c7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556e89ab7144738" /><Relationship Type="http://schemas.openxmlformats.org/officeDocument/2006/relationships/notesSlide" Target="/ppt/notesSlides/notesSlide19.xml" Id="R5fae3917debc44b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061d1f08dba4621" /><Relationship Type="http://schemas.openxmlformats.org/officeDocument/2006/relationships/notesSlide" Target="/ppt/notesSlides/notesSlide20.xml" Id="Rbe4d204fe87a4b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acaa495a9d046cb" /><Relationship Type="http://schemas.openxmlformats.org/officeDocument/2006/relationships/notesSlide" Target="/ppt/notesSlides/notesSlide21.xml" Id="Ra516f67d80694a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d7b414d783c4ca4" /><Relationship Type="http://schemas.openxmlformats.org/officeDocument/2006/relationships/notesSlide" Target="/ppt/notesSlides/notesSlide22.xml" Id="Rb83383453d8647f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82d9db0120f4739" /><Relationship Type="http://schemas.openxmlformats.org/officeDocument/2006/relationships/notesSlide" Target="/ppt/notesSlides/notesSlide23.xml" Id="R7ceb52e0d542484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0d08e73d62e42fd" /><Relationship Type="http://schemas.openxmlformats.org/officeDocument/2006/relationships/image" Target="/ppt/media/image12.png" Id="R8aea7fa7e75a41ea" /><Relationship Type="http://schemas.openxmlformats.org/officeDocument/2006/relationships/notesSlide" Target="/ppt/notesSlides/notesSlide24.xml" Id="R83162bb704af431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43dfe4791c84fc3" /><Relationship Type="http://schemas.openxmlformats.org/officeDocument/2006/relationships/image" Target="/ppt/media/image13.png" Id="Ra95bed12b77f4acd" /><Relationship Type="http://schemas.openxmlformats.org/officeDocument/2006/relationships/notesSlide" Target="/ppt/notesSlides/notesSlide25.xml" Id="Re9bc811f24724c2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b02ec3979a2419c" /><Relationship Type="http://schemas.openxmlformats.org/officeDocument/2006/relationships/image" Target="/ppt/media/image14.png" Id="R5bd13de25a76412e" /><Relationship Type="http://schemas.openxmlformats.org/officeDocument/2006/relationships/notesSlide" Target="/ppt/notesSlides/notesSlide26.xml" Id="R2852e027f77e4ba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b5a16e355dc468d" /><Relationship Type="http://schemas.openxmlformats.org/officeDocument/2006/relationships/image" Target="/ppt/media/image15.png" Id="R9ab22b22a90c489d" /><Relationship Type="http://schemas.openxmlformats.org/officeDocument/2006/relationships/notesSlide" Target="/ppt/notesSlides/notesSlide27.xml" Id="R108412221e134ed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8e6d0f0fe0140e3" /><Relationship Type="http://schemas.openxmlformats.org/officeDocument/2006/relationships/image" Target="/ppt/media/image16.png" Id="R6e9311e75cb74c5d" /><Relationship Type="http://schemas.openxmlformats.org/officeDocument/2006/relationships/notesSlide" Target="/ppt/notesSlides/notesSlide28.xml" Id="R5fb923c64de44ae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de46371b59244b6" /><Relationship Type="http://schemas.openxmlformats.org/officeDocument/2006/relationships/image" Target="/ppt/media/image17.png" Id="R1924090dc53045a6" /><Relationship Type="http://schemas.openxmlformats.org/officeDocument/2006/relationships/notesSlide" Target="/ppt/notesSlides/notesSlide29.xml" Id="R32629431546043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fce54896cc3419d" /><Relationship Type="http://schemas.openxmlformats.org/officeDocument/2006/relationships/image" Target="/ppt/media/image18.png" Id="R0e1275670cf94fc7" /><Relationship Type="http://schemas.openxmlformats.org/officeDocument/2006/relationships/notesSlide" Target="/ppt/notesSlides/notesSlide30.xml" Id="R690adc7f0c0a4a8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0f7d32b29f0426c" /><Relationship Type="http://schemas.openxmlformats.org/officeDocument/2006/relationships/image" Target="/ppt/media/image19.png" Id="R769b94b8976846f1" /><Relationship Type="http://schemas.openxmlformats.org/officeDocument/2006/relationships/notesSlide" Target="/ppt/notesSlides/notesSlide31.xml" Id="R9fcd3249360a44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efdfc3aecd147b6" /><Relationship Type="http://schemas.openxmlformats.org/officeDocument/2006/relationships/image" Target="/ppt/media/image20.png" Id="R6cb97f1b89954c20" /><Relationship Type="http://schemas.openxmlformats.org/officeDocument/2006/relationships/notesSlide" Target="/ppt/notesSlides/notesSlide32.xml" Id="R08081f4cce13426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bfb2a27e46a42d7" /><Relationship Type="http://schemas.openxmlformats.org/officeDocument/2006/relationships/image" Target="/ppt/media/image21.png" Id="Rdf5833805d1d4f29" /><Relationship Type="http://schemas.openxmlformats.org/officeDocument/2006/relationships/notesSlide" Target="/ppt/notesSlides/notesSlide33.xml" Id="R38b7527410b7487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d40fe42cb3344a5" /><Relationship Type="http://schemas.openxmlformats.org/officeDocument/2006/relationships/image" Target="/ppt/media/image22.png" Id="R03596110480943e1" /><Relationship Type="http://schemas.openxmlformats.org/officeDocument/2006/relationships/notesSlide" Target="/ppt/notesSlides/notesSlide34.xml" Id="Rd0cb8d03409347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d3a0775b00e437c" /><Relationship Type="http://schemas.openxmlformats.org/officeDocument/2006/relationships/image" Target="/ppt/media/image23.png" Id="Ree9a98156a5146aa" /><Relationship Type="http://schemas.openxmlformats.org/officeDocument/2006/relationships/notesSlide" Target="/ppt/notesSlides/notesSlide35.xml" Id="R107a4e5444b1467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d72d533a4de4022" /><Relationship Type="http://schemas.openxmlformats.org/officeDocument/2006/relationships/image" Target="/ppt/media/image24.png" Id="R0fb3c884ccee4193" /><Relationship Type="http://schemas.openxmlformats.org/officeDocument/2006/relationships/notesSlide" Target="/ppt/notesSlides/notesSlide36.xml" Id="R5e1267a836d0445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b2e27a1cfa844d2d" /><Relationship Type="http://schemas.openxmlformats.org/officeDocument/2006/relationships/notesSlide" Target="/ppt/notesSlides/notesSlide37.xml" Id="Rbc489016decb435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6ec4b2dc67f4a94" /><Relationship Type="http://schemas.openxmlformats.org/officeDocument/2006/relationships/image" Target="/ppt/media/image25.png" Id="R013f57003bd04e08" /><Relationship Type="http://schemas.openxmlformats.org/officeDocument/2006/relationships/notesSlide" Target="/ppt/notesSlides/notesSlide38.xml" Id="R11bf59304b9b497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2bac739cb6543cf" /><Relationship Type="http://schemas.openxmlformats.org/officeDocument/2006/relationships/image" Target="/ppt/media/image26.png" Id="R263b9af6f9ad4b04" /><Relationship Type="http://schemas.openxmlformats.org/officeDocument/2006/relationships/image" Target="/ppt/media/image27.png" Id="R9af7301d4ff2486c" /><Relationship Type="http://schemas.openxmlformats.org/officeDocument/2006/relationships/notesSlide" Target="/ppt/notesSlides/notesSlide39.xml" Id="R0273a29b069648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ba64a2264af4e36" /><Relationship Type="http://schemas.openxmlformats.org/officeDocument/2006/relationships/image" Target="/ppt/media/image28.png" Id="Rfc5291f361be4697" /><Relationship Type="http://schemas.openxmlformats.org/officeDocument/2006/relationships/notesSlide" Target="/ppt/notesSlides/notesSlide40.xml" Id="R005205e1d64b424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2240882151fd47ea" /><Relationship Type="http://schemas.openxmlformats.org/officeDocument/2006/relationships/image" Target="/ppt/media/image29.png" Id="Rc3f5e133acf84904" /><Relationship Type="http://schemas.openxmlformats.org/officeDocument/2006/relationships/notesSlide" Target="/ppt/notesSlides/notesSlide41.xml" Id="R24516217808b4a4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4761d4115e04bd6" /><Relationship Type="http://schemas.openxmlformats.org/officeDocument/2006/relationships/image" Target="/ppt/media/image30.png" Id="R3c7846e4221a4842" /><Relationship Type="http://schemas.openxmlformats.org/officeDocument/2006/relationships/notesSlide" Target="/ppt/notesSlides/notesSlide42.xml" Id="R674dc9f0f2b047c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734e7d9592e94771" /><Relationship Type="http://schemas.openxmlformats.org/officeDocument/2006/relationships/image" Target="/ppt/media/image31.png" Id="Rc900dd7ccc4e4044" /><Relationship Type="http://schemas.openxmlformats.org/officeDocument/2006/relationships/image" Target="/ppt/media/image32.png" Id="R2984b280e5694afb" /><Relationship Type="http://schemas.openxmlformats.org/officeDocument/2006/relationships/notesSlide" Target="/ppt/notesSlides/notesSlide43.xml" Id="R130ee40a1f644cd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00860d7375b4fa9" /><Relationship Type="http://schemas.openxmlformats.org/officeDocument/2006/relationships/image" Target="/ppt/media/image33.png" Id="R290a6b579e764224" /><Relationship Type="http://schemas.openxmlformats.org/officeDocument/2006/relationships/image" Target="/ppt/media/image34.png" Id="Rb2d822b9d4e541fc" /><Relationship Type="http://schemas.openxmlformats.org/officeDocument/2006/relationships/image" Target="/ppt/media/image35.png" Id="Ra782885726964aaf" /><Relationship Type="http://schemas.openxmlformats.org/officeDocument/2006/relationships/notesSlide" Target="/ppt/notesSlides/notesSlide44.xml" Id="R218e6937e942435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af8b6029abc14df6" /><Relationship Type="http://schemas.openxmlformats.org/officeDocument/2006/relationships/image" Target="/ppt/media/image36.png" Id="R4af76adb90aa49eb" /><Relationship Type="http://schemas.openxmlformats.org/officeDocument/2006/relationships/image" Target="/ppt/media/image37.png" Id="R1227bb2bef8a4f8b" /><Relationship Type="http://schemas.openxmlformats.org/officeDocument/2006/relationships/image" Target="/ppt/media/image34.png" Id="R3294e1e497ad473b" /><Relationship Type="http://schemas.openxmlformats.org/officeDocument/2006/relationships/image" Target="/ppt/media/image35.png" Id="R0137db0729bc4098" /><Relationship Type="http://schemas.openxmlformats.org/officeDocument/2006/relationships/notesSlide" Target="/ppt/notesSlides/notesSlide45.xml" Id="Rda9234d83abe4e1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7e648561e534b02" /><Relationship Type="http://schemas.openxmlformats.org/officeDocument/2006/relationships/notesSlide" Target="/ppt/notesSlides/notesSlide46.xml" Id="R298634e83f7141c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bef2b91022714b1d" /><Relationship Type="http://schemas.openxmlformats.org/officeDocument/2006/relationships/image" Target="/ppt/media/image38.png" Id="R91246a9cc0b3493d" /><Relationship Type="http://schemas.openxmlformats.org/officeDocument/2006/relationships/image" Target="/ppt/media/image39.png" Id="R92ee1fa6dff64e49" /><Relationship Type="http://schemas.openxmlformats.org/officeDocument/2006/relationships/notesSlide" Target="/ppt/notesSlides/notesSlide47.xml" Id="Rdd02a1f6e579441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525359a7487b4a1b" /><Relationship Type="http://schemas.openxmlformats.org/officeDocument/2006/relationships/image" Target="/ppt/media/image40.png" Id="R3a7b56ed1ae34ea1" /><Relationship Type="http://schemas.openxmlformats.org/officeDocument/2006/relationships/notesSlide" Target="/ppt/notesSlides/notesSlide48.xml" Id="R0ee6b4bc88e54de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58a443998a04a68" /><Relationship Type="http://schemas.openxmlformats.org/officeDocument/2006/relationships/image" Target="/ppt/media/image41.png" Id="Rc753c58b3b2741a3" /><Relationship Type="http://schemas.openxmlformats.org/officeDocument/2006/relationships/notesSlide" Target="/ppt/notesSlides/notesSlide49.xml" Id="Rb9432bb9c8aa472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0c639847e2f145ad" /><Relationship Type="http://schemas.openxmlformats.org/officeDocument/2006/relationships/image" Target="/ppt/media/image42.png" Id="R77dc9504ae414e84" /><Relationship Type="http://schemas.openxmlformats.org/officeDocument/2006/relationships/notesSlide" Target="/ppt/notesSlides/notesSlide50.xml" Id="R5d1ece500b474b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a9fde56c4804fce" /><Relationship Type="http://schemas.openxmlformats.org/officeDocument/2006/relationships/image" Target="/ppt/media/image43.png" Id="R24bbff9b88d84679" /><Relationship Type="http://schemas.openxmlformats.org/officeDocument/2006/relationships/image" Target="/ppt/media/image44.png" Id="Rb90d27f1ae2249b1" /><Relationship Type="http://schemas.openxmlformats.org/officeDocument/2006/relationships/notesSlide" Target="/ppt/notesSlides/notesSlide51.xml" Id="R6b47fa6c4c944f0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ba839b7203fa46d0" /><Relationship Type="http://schemas.openxmlformats.org/officeDocument/2006/relationships/image" Target="/ppt/media/image45.png" Id="Re6fdda92a5ce4880" /><Relationship Type="http://schemas.openxmlformats.org/officeDocument/2006/relationships/notesSlide" Target="/ppt/notesSlides/notesSlide52.xml" Id="Re86b9152909541f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3b891b97706478b" /><Relationship Type="http://schemas.openxmlformats.org/officeDocument/2006/relationships/image" Target="/ppt/media/image46.png" Id="R97c17151f41a42a7" /><Relationship Type="http://schemas.openxmlformats.org/officeDocument/2006/relationships/notesSlide" Target="/ppt/notesSlides/notesSlide53.xml" Id="R2b01bcfe18db427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b8cb26b13064c92" /><Relationship Type="http://schemas.openxmlformats.org/officeDocument/2006/relationships/image" Target="/ppt/media/image47.png" Id="R28ffbadb92124996" /><Relationship Type="http://schemas.openxmlformats.org/officeDocument/2006/relationships/image" Target="/ppt/media/image48.png" Id="R917d9f8417a74025" /><Relationship Type="http://schemas.openxmlformats.org/officeDocument/2006/relationships/image" Target="/ppt/media/image49.png" Id="R318831c6bf2c46c4" /><Relationship Type="http://schemas.openxmlformats.org/officeDocument/2006/relationships/notesSlide" Target="/ppt/notesSlides/notesSlide54.xml" Id="R2c84df697627466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53559a976854481" /><Relationship Type="http://schemas.openxmlformats.org/officeDocument/2006/relationships/image" Target="/ppt/media/image50.png" Id="Rbad293d7755a4c79" /><Relationship Type="http://schemas.openxmlformats.org/officeDocument/2006/relationships/notesSlide" Target="/ppt/notesSlides/notesSlide55.xml" Id="Redba1243ad314eb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672fc93737d84f89" /><Relationship Type="http://schemas.openxmlformats.org/officeDocument/2006/relationships/notesSlide" Target="/ppt/notesSlides/notesSlide56.xml" Id="R8b04d5a0d3fd461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62edec46fd5b4ef5" /><Relationship Type="http://schemas.openxmlformats.org/officeDocument/2006/relationships/image" Target="/ppt/media/image51.png" Id="R88901ef43bd24ded" /><Relationship Type="http://schemas.openxmlformats.org/officeDocument/2006/relationships/image" Target="/ppt/media/image52.png" Id="R86eb167f305f446f" /><Relationship Type="http://schemas.openxmlformats.org/officeDocument/2006/relationships/notesSlide" Target="/ppt/notesSlides/notesSlide57.xml" Id="R629fbf0d9a5f40a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58e3bae80584bcc" /><Relationship Type="http://schemas.openxmlformats.org/officeDocument/2006/relationships/image" Target="/ppt/media/image53.png" Id="R76ab86df7fae4600" /><Relationship Type="http://schemas.openxmlformats.org/officeDocument/2006/relationships/notesSlide" Target="/ppt/notesSlides/notesSlide58.xml" Id="Rf7d219f564fd4b1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dfae6a0c4234f73" /><Relationship Type="http://schemas.openxmlformats.org/officeDocument/2006/relationships/image" Target="/ppt/media/image54.png" Id="R4ad1705cbe6648cf" /><Relationship Type="http://schemas.openxmlformats.org/officeDocument/2006/relationships/notesSlide" Target="/ppt/notesSlides/notesSlide59.xml" Id="R9430cf04ae37493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b03236e0bb2d4010" /><Relationship Type="http://schemas.openxmlformats.org/officeDocument/2006/relationships/image" Target="/ppt/media/image55.png" Id="R7043d8455edf4619" /><Relationship Type="http://schemas.openxmlformats.org/officeDocument/2006/relationships/notesSlide" Target="/ppt/notesSlides/notesSlide60.xml" Id="R38321e87cfff43c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7408003c6b774b18" /><Relationship Type="http://schemas.openxmlformats.org/officeDocument/2006/relationships/image" Target="/ppt/media/image56.png" Id="Rc30d39811a1f484a" /><Relationship Type="http://schemas.openxmlformats.org/officeDocument/2006/relationships/notesSlide" Target="/ppt/notesSlides/notesSlide61.xml" Id="R6a23ec48bc424d0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ed3194ac0a534603" /><Relationship Type="http://schemas.openxmlformats.org/officeDocument/2006/relationships/image" Target="/ppt/media/image57.png" Id="Rcbb57817b3804f8a" /><Relationship Type="http://schemas.openxmlformats.org/officeDocument/2006/relationships/notesSlide" Target="/ppt/notesSlides/notesSlide62.xml" Id="Rcd2b95dce1944dc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3b6aaa96c684cf9" /><Relationship Type="http://schemas.openxmlformats.org/officeDocument/2006/relationships/image" Target="/ppt/media/image58.png" Id="R3e9246f4ef404e02" /><Relationship Type="http://schemas.openxmlformats.org/officeDocument/2006/relationships/notesSlide" Target="/ppt/notesSlides/notesSlide63.xml" Id="R5d79308d42da499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7dd659b60e78402b" /><Relationship Type="http://schemas.openxmlformats.org/officeDocument/2006/relationships/image" Target="/ppt/media/image59.png" Id="Re8cfa2ec36f24152" /><Relationship Type="http://schemas.openxmlformats.org/officeDocument/2006/relationships/notesSlide" Target="/ppt/notesSlides/notesSlide64.xml" Id="Rfcf3079c0fd44cf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85afc48a69814fbb" /><Relationship Type="http://schemas.openxmlformats.org/officeDocument/2006/relationships/image" Target="/ppt/media/image60.png" Id="R86607b99bc5e4124" /><Relationship Type="http://schemas.openxmlformats.org/officeDocument/2006/relationships/notesSlide" Target="/ppt/notesSlides/notesSlide65.xml" Id="R09abf8b8eb974d9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d9dba481bb5240a6" /><Relationship Type="http://schemas.openxmlformats.org/officeDocument/2006/relationships/image" Target="/ppt/media/image61.png" Id="Rc86a2fc12c5340ca" /><Relationship Type="http://schemas.openxmlformats.org/officeDocument/2006/relationships/image" Target="/ppt/media/image62.png" Id="R76a3abfe30b74039" /><Relationship Type="http://schemas.openxmlformats.org/officeDocument/2006/relationships/notesSlide" Target="/ppt/notesSlides/notesSlide66.xml" Id="R6c19513cd626429b"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069869f5380844f9" /><Relationship Type="http://schemas.openxmlformats.org/officeDocument/2006/relationships/image" Target="/ppt/media/image63.png" Id="Rd253e999532d47ce" /><Relationship Type="http://schemas.openxmlformats.org/officeDocument/2006/relationships/notesSlide" Target="/ppt/notesSlides/notesSlide67.xml" Id="R5898c28e26a94c2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f628a4b837294f03" /><Relationship Type="http://schemas.openxmlformats.org/officeDocument/2006/relationships/image" Target="/ppt/media/image64.png" Id="Re611ce8c2c5e4e82" /><Relationship Type="http://schemas.openxmlformats.org/officeDocument/2006/relationships/notesSlide" Target="/ppt/notesSlides/notesSlide68.xml" Id="Rfd2f9ace12ce420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1a4bbf243904a83" /><Relationship Type="http://schemas.openxmlformats.org/officeDocument/2006/relationships/image" Target="/ppt/media/image65.png" Id="R050e1261ee504695" /><Relationship Type="http://schemas.openxmlformats.org/officeDocument/2006/relationships/notesSlide" Target="/ppt/notesSlides/notesSlide69.xml" Id="R01f413d9657a4b0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2.xml" Id="Ra1ce61fcd6214443" /><Relationship Type="http://schemas.openxmlformats.org/officeDocument/2006/relationships/notesSlide" Target="/ppt/notesSlides/notesSlide70.xml" Id="R641570f3a3204b1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b156fa2ebd54065" /><Relationship Type="http://schemas.openxmlformats.org/officeDocument/2006/relationships/image" Target="/ppt/media/image66.png" Id="R694dd5e6696349d8" /><Relationship Type="http://schemas.openxmlformats.org/officeDocument/2006/relationships/notesSlide" Target="/ppt/notesSlides/notesSlide71.xml" Id="R19b54d7ec9f84212"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c8695f3956f64d63" /><Relationship Type="http://schemas.openxmlformats.org/officeDocument/2006/relationships/image" Target="/ppt/media/image67.png" Id="Rec5de01ca58742a1" /><Relationship Type="http://schemas.openxmlformats.org/officeDocument/2006/relationships/notesSlide" Target="/ppt/notesSlides/notesSlide72.xml" Id="R5938991ddea4450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a514e685bced4a68" /><Relationship Type="http://schemas.openxmlformats.org/officeDocument/2006/relationships/notesSlide" Target="/ppt/notesSlides/notesSlide73.xml" Id="R98a3ece9889544eb" /></Relationships>
</file>

<file path=ppt/slides/_rels/slide74.xml.rels>&#65279;<?xml version="1.0" encoding="utf-8"?><Relationships xmlns="http://schemas.openxmlformats.org/package/2006/relationships"><Relationship Type="http://schemas.openxmlformats.org/officeDocument/2006/relationships/slideLayout" Target="/ppt/slideLayouts/slideLayout2.xml" Id="R47e4fbeda166463d" /><Relationship Type="http://schemas.openxmlformats.org/officeDocument/2006/relationships/notesSlide" Target="/ppt/notesSlides/notesSlide74.xml" Id="R5229ef3fe32b450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0d53a2d56ed74ded" /><Relationship Type="http://schemas.openxmlformats.org/officeDocument/2006/relationships/notesSlide" Target="/ppt/notesSlides/notesSlide75.xml" Id="R1069c7eace1b407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2.xml" Id="R799913482a85438b" /><Relationship Type="http://schemas.openxmlformats.org/officeDocument/2006/relationships/notesSlide" Target="/ppt/notesSlides/notesSlide76.xml" Id="Rdf0c88ce5f724dc1"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d9bc55d57e74b23" /><Relationship Type="http://schemas.openxmlformats.org/officeDocument/2006/relationships/notesSlide" Target="/ppt/notesSlides/notesSlide77.xml" Id="R39798ad0051d4ac0"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2862147325a3445c" /><Relationship Type="http://schemas.openxmlformats.org/officeDocument/2006/relationships/notesSlide" Target="/ppt/notesSlides/notesSlide78.xml" Id="R733b069c9b5b44d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354a2184c95d4981" /><Relationship Type="http://schemas.openxmlformats.org/officeDocument/2006/relationships/notesSlide" Target="/ppt/notesSlides/notesSlide79.xml" Id="Rdcb58faca1ef47f7"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8e8a3117f8c343c1" /><Relationship Type="http://schemas.openxmlformats.org/officeDocument/2006/relationships/image" Target="/ppt/media/image68.png" Id="Rcdd07fa9d9b54439" /><Relationship Type="http://schemas.openxmlformats.org/officeDocument/2006/relationships/notesSlide" Target="/ppt/notesSlides/notesSlide80.xml" Id="Rb924656224ed4dc4"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fba18e686a4a4a25" /><Relationship Type="http://schemas.openxmlformats.org/officeDocument/2006/relationships/notesSlide" Target="/ppt/notesSlides/notesSlide81.xml" Id="Reac1fbfe3ae94e9c" /></Relationships>
</file>

<file path=ppt/slides/_rels/slide82.xml.rels>&#65279;<?xml version="1.0" encoding="utf-8"?><Relationships xmlns="http://schemas.openxmlformats.org/package/2006/relationships"><Relationship Type="http://schemas.openxmlformats.org/officeDocument/2006/relationships/slideLayout" Target="/ppt/slideLayouts/slideLayout3.xml" Id="Rbd61e958aea040fe" /><Relationship Type="http://schemas.openxmlformats.org/officeDocument/2006/relationships/notesSlide" Target="/ppt/notesSlides/notesSlide82.xml" Id="R52f05c901c7f4727" /></Relationships>
</file>

<file path=ppt/slides/_rels/slide83.xml.rels>&#65279;<?xml version="1.0" encoding="utf-8"?><Relationships xmlns="http://schemas.openxmlformats.org/package/2006/relationships"><Relationship Type="http://schemas.openxmlformats.org/officeDocument/2006/relationships/slideLayout" Target="/ppt/slideLayouts/slideLayout3.xml" Id="Re4ef7ed987ed4afb" /><Relationship Type="http://schemas.openxmlformats.org/officeDocument/2006/relationships/notesSlide" Target="/ppt/notesSlides/notesSlide83.xml" Id="R37bcb67d6a644244" /></Relationships>
</file>

<file path=ppt/slides/_rels/slide84.xml.rels>&#65279;<?xml version="1.0" encoding="utf-8"?><Relationships xmlns="http://schemas.openxmlformats.org/package/2006/relationships"><Relationship Type="http://schemas.openxmlformats.org/officeDocument/2006/relationships/slideLayout" Target="/ppt/slideLayouts/slideLayout2.xml" Id="Rb072e4971f874f52" /><Relationship Type="http://schemas.openxmlformats.org/officeDocument/2006/relationships/notesSlide" Target="/ppt/notesSlides/notesSlide84.xml" Id="Rb0146e40100541f3"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a7d0bbf6cbd44f05" /><Relationship Type="http://schemas.openxmlformats.org/officeDocument/2006/relationships/image" Target="/ppt/media/image69.png" Id="R36183e331d7842d9" /><Relationship Type="http://schemas.openxmlformats.org/officeDocument/2006/relationships/notesSlide" Target="/ppt/notesSlides/notesSlide85.xml" Id="R138f28d8202c4cc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b2f8bdbca1b9460d" /><Relationship Type="http://schemas.openxmlformats.org/officeDocument/2006/relationships/image" Target="/ppt/media/image70.png" Id="R1e0ddfdd16cb4f9f" /><Relationship Type="http://schemas.openxmlformats.org/officeDocument/2006/relationships/notesSlide" Target="/ppt/notesSlides/notesSlide86.xml" Id="R9f37e17c7fd24ce4"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5531af867e114b3f" /><Relationship Type="http://schemas.openxmlformats.org/officeDocument/2006/relationships/image" Target="/ppt/media/image71.png" Id="R4c1f7d85e12e4348" /><Relationship Type="http://schemas.openxmlformats.org/officeDocument/2006/relationships/notesSlide" Target="/ppt/notesSlides/notesSlide87.xml" Id="R1f8cde6257434b8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b8f1b1cf25824d1c" /><Relationship Type="http://schemas.openxmlformats.org/officeDocument/2006/relationships/image" Target="/ppt/media/image72.png" Id="R100d0babf66448d2" /><Relationship Type="http://schemas.openxmlformats.org/officeDocument/2006/relationships/notesSlide" Target="/ppt/notesSlides/notesSlide88.xml" Id="Rfd4d2abf6252400d"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78f047c36a4e4a32" /><Relationship Type="http://schemas.openxmlformats.org/officeDocument/2006/relationships/image" Target="/ppt/media/image73.png" Id="R91f0895f1810415e" /><Relationship Type="http://schemas.openxmlformats.org/officeDocument/2006/relationships/notesSlide" Target="/ppt/notesSlides/notesSlide89.xml" Id="Ra57f19a9273b4357"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18445697c125462e" /><Relationship Type="http://schemas.openxmlformats.org/officeDocument/2006/relationships/image" Target="/ppt/media/image74.png" Id="R13bd31f5913a4c2a" /><Relationship Type="http://schemas.openxmlformats.org/officeDocument/2006/relationships/notesSlide" Target="/ppt/notesSlides/notesSlide90.xml" Id="R3070f7467cf24da6" /></Relationships>
</file>

<file path=ppt/slides/_rels/slide91.xml.rels>&#65279;<?xml version="1.0" encoding="utf-8"?><Relationships xmlns="http://schemas.openxmlformats.org/package/2006/relationships"><Relationship Type="http://schemas.openxmlformats.org/officeDocument/2006/relationships/slideLayout" Target="/ppt/slideLayouts/slideLayout2.xml" Id="R90e1baf0afe847b9" /><Relationship Type="http://schemas.openxmlformats.org/officeDocument/2006/relationships/notesSlide" Target="/ppt/notesSlides/notesSlide91.xml" Id="R87e946767f2247cd"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0657bf9b84c740bb" /><Relationship Type="http://schemas.openxmlformats.org/officeDocument/2006/relationships/image" Target="/ppt/media/image75.png" Id="R98ebcbcaf2034dbc" /><Relationship Type="http://schemas.openxmlformats.org/officeDocument/2006/relationships/notesSlide" Target="/ppt/notesSlides/notesSlide92.xml" Id="R3fc0fc1e84fb4427"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ae035ae1a4eb46b2" /><Relationship Type="http://schemas.openxmlformats.org/officeDocument/2006/relationships/image" Target="/ppt/media/image76.png" Id="R2cb35cf1c8a94e6e" /><Relationship Type="http://schemas.openxmlformats.org/officeDocument/2006/relationships/notesSlide" Target="/ppt/notesSlides/notesSlide93.xml" Id="R135ac8d3328e4579"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c0e7829458d643fe" /><Relationship Type="http://schemas.openxmlformats.org/officeDocument/2006/relationships/image" Target="/ppt/media/image77.png" Id="Ra7e7fec1c5964c73" /><Relationship Type="http://schemas.openxmlformats.org/officeDocument/2006/relationships/notesSlide" Target="/ppt/notesSlides/notesSlide94.xml" Id="R537cf9a694224f08"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0e57376a4e3a4278" /><Relationship Type="http://schemas.openxmlformats.org/officeDocument/2006/relationships/notesSlide" Target="/ppt/notesSlides/notesSlide95.xml" Id="R4cd50ddfce394d48"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41f3dc3c45954f2c" /><Relationship Type="http://schemas.openxmlformats.org/officeDocument/2006/relationships/image" Target="/ppt/media/image78.png" Id="Re8c2d9fab4b24aae" /><Relationship Type="http://schemas.openxmlformats.org/officeDocument/2006/relationships/notesSlide" Target="/ppt/notesSlides/notesSlide96.xml" Id="Re597b3a5315741e7"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xml" Id="R34df760c56c54147" /><Relationship Type="http://schemas.openxmlformats.org/officeDocument/2006/relationships/image" Target="/ppt/media/image79.png" Id="R63b373d32d714c42" /><Relationship Type="http://schemas.openxmlformats.org/officeDocument/2006/relationships/notesSlide" Target="/ppt/notesSlides/notesSlide97.xml" Id="Rd7e355e5b8b2406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xml" Id="Ra13a1b06f36e42c3" /><Relationship Type="http://schemas.openxmlformats.org/officeDocument/2006/relationships/notesSlide" Target="/ppt/notesSlides/notesSlide98.xml" Id="Rcfe95911de2942ca"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xml" Id="Rf53a5eccf38c4872" /><Relationship Type="http://schemas.openxmlformats.org/officeDocument/2006/relationships/image" Target="/ppt/media/image80.png" Id="R9545eb3611db4452" /><Relationship Type="http://schemas.openxmlformats.org/officeDocument/2006/relationships/hyperlink" Target="http://skills.md/" TargetMode="External" Id="R742ff99228424ef8" /><Relationship Type="http://schemas.openxmlformats.org/officeDocument/2006/relationships/hyperlink" Target="http://user.md/" TargetMode="External" Id="Ra56961e5b03940af" /><Relationship Type="http://schemas.openxmlformats.org/officeDocument/2006/relationships/hyperlink" Target="http://xx.md/" TargetMode="External" Id="R69bafcfe640549c6" /><Relationship Type="http://schemas.openxmlformats.org/officeDocument/2006/relationships/notesSlide" Target="/ppt/notesSlides/notesSlide99.xml" Id="R2e20a342d5664d10"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xml" Id="R0e8a086355ef410f" /><Relationship Type="http://schemas.openxmlformats.org/officeDocument/2006/relationships/image" Target="/ppt/media/image81.png" Id="R63a49dc021784e91" /><Relationship Type="http://schemas.openxmlformats.org/officeDocument/2006/relationships/notesSlide" Target="/ppt/notesSlides/notesSlide100.xml" Id="R3cebafb127a04f8f"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xml" Id="Rc2240d46c5ea4a05" /><Relationship Type="http://schemas.openxmlformats.org/officeDocument/2006/relationships/image" Target="/ppt/media/image82.png" Id="Rc2fcb61052bd4424" /><Relationship Type="http://schemas.openxmlformats.org/officeDocument/2006/relationships/notesSlide" Target="/ppt/notesSlides/notesSlide101.xml" Id="R130780b570c740d9"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xml" Id="Rc776b716f5e84cd7" /><Relationship Type="http://schemas.openxmlformats.org/officeDocument/2006/relationships/image" Target="/ppt/media/image83.png" Id="R7c16ad9beb614def" /><Relationship Type="http://schemas.openxmlformats.org/officeDocument/2006/relationships/notesSlide" Target="/ppt/notesSlides/notesSlide102.xml" Id="R0fdd0ea1bfb04dc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xml" Id="R568999937bca495b" /><Relationship Type="http://schemas.openxmlformats.org/officeDocument/2006/relationships/image" Target="/ppt/media/image84.png" Id="R55c387554c38467b" /><Relationship Type="http://schemas.openxmlformats.org/officeDocument/2006/relationships/notesSlide" Target="/ppt/notesSlides/notesSlide103.xml" Id="R345bc90197834b88"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xml" Id="Racd2570a0efe4abf" /><Relationship Type="http://schemas.openxmlformats.org/officeDocument/2006/relationships/image" Target="/ppt/media/image85.png" Id="R98d5d5ab7a3c47e3" /><Relationship Type="http://schemas.openxmlformats.org/officeDocument/2006/relationships/notesSlide" Target="/ppt/notesSlides/notesSlide104.xml" Id="Rde3ee3f4154342f0"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2.xml" Id="Rd710a5867e324ee2" /><Relationship Type="http://schemas.openxmlformats.org/officeDocument/2006/relationships/notesSlide" Target="/ppt/notesSlides/notesSlide105.xml" Id="Rbf9088ad038e4d1c"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xml" Id="R5e6e53f1d15346ae" /><Relationship Type="http://schemas.openxmlformats.org/officeDocument/2006/relationships/image" Target="/ppt/media/image.gif" Id="R94376f3773f64a54" /><Relationship Type="http://schemas.openxmlformats.org/officeDocument/2006/relationships/notesSlide" Target="/ppt/notesSlides/notesSlide106.xml" Id="Ra513e0e8de5149e8"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xml" Id="R0252c87b0da04e8a" /><Relationship Type="http://schemas.openxmlformats.org/officeDocument/2006/relationships/image" Target="/ppt/media/image2.gif" Id="Rb8113be4a51f44b6" /><Relationship Type="http://schemas.openxmlformats.org/officeDocument/2006/relationships/notesSlide" Target="/ppt/notesSlides/notesSlide107.xml" Id="Rfb697999a362408d"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xml" Id="R91d0adf7e7f54adc" /><Relationship Type="http://schemas.openxmlformats.org/officeDocument/2006/relationships/image" Target="/ppt/media/image86.png" Id="R707adf564f654998" /><Relationship Type="http://schemas.openxmlformats.org/officeDocument/2006/relationships/notesSlide" Target="/ppt/notesSlides/notesSlide108.xml" Id="Ra701444e5fa24821"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xml" Id="R5275a2fa805a442f" /><Relationship Type="http://schemas.openxmlformats.org/officeDocument/2006/relationships/image" Target="/ppt/media/image87.png" Id="R06a7a46a947f4091" /><Relationship Type="http://schemas.openxmlformats.org/officeDocument/2006/relationships/image" Target="/ppt/media/image88.png" Id="R25b16037b56c4fa2" /><Relationship Type="http://schemas.openxmlformats.org/officeDocument/2006/relationships/notesSlide" Target="/ppt/notesSlides/notesSlide109.xml" Id="R78c2d198a1614d6d"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xml" Id="R06d15ed574bc4669" /><Relationship Type="http://schemas.openxmlformats.org/officeDocument/2006/relationships/notesSlide" Target="/ppt/notesSlides/notesSlide110.xml" Id="Ra545c47add2948b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2.xml" Id="R90d9e3df203341ce" /><Relationship Type="http://schemas.openxmlformats.org/officeDocument/2006/relationships/notesSlide" Target="/ppt/notesSlides/notesSlide111.xml" Id="R692cba9d9fbe40fc"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xml" Id="R86630cd4586a4d2b" /><Relationship Type="http://schemas.openxmlformats.org/officeDocument/2006/relationships/image" Target="/ppt/media/image89.png" Id="Re76953f49fff4155" /><Relationship Type="http://schemas.openxmlformats.org/officeDocument/2006/relationships/notesSlide" Target="/ppt/notesSlides/notesSlide112.xml" Id="Rd94ef33b3e0c4717"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xml" Id="R7114042188c4421f" /><Relationship Type="http://schemas.openxmlformats.org/officeDocument/2006/relationships/image" Target="/ppt/media/image90.png" Id="Rd0ac9812c2314aa3" /><Relationship Type="http://schemas.openxmlformats.org/officeDocument/2006/relationships/notesSlide" Target="/ppt/notesSlides/notesSlide113.xml" Id="Rf5ad34ad2b1c40f5"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xml" Id="Rabe9c1362fac4ab4" /><Relationship Type="http://schemas.openxmlformats.org/officeDocument/2006/relationships/image" Target="/ppt/media/image91.png" Id="R96ae50c4d9ec439d" /><Relationship Type="http://schemas.openxmlformats.org/officeDocument/2006/relationships/image" Target="/ppt/media/image92.png" Id="Rc47121c54c3e4655" /><Relationship Type="http://schemas.openxmlformats.org/officeDocument/2006/relationships/notesSlide" Target="/ppt/notesSlides/notesSlide114.xml" Id="R41adacfdf9af4543"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8.xml" Id="R05518811028c436c" /><Relationship Type="http://schemas.openxmlformats.org/officeDocument/2006/relationships/notesSlide" Target="/ppt/notesSlides/notesSlide115.xml" Id="Rbe1a7bdee8a74084"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8.xml" Id="R56c5d557aa4d4eb3" /><Relationship Type="http://schemas.openxmlformats.org/officeDocument/2006/relationships/notesSlide" Target="/ppt/notesSlides/notesSlide116.xml" Id="R67c336f703bd4f9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8.xml" Id="Reb0e7fc71d7a4382" /><Relationship Type="http://schemas.openxmlformats.org/officeDocument/2006/relationships/image" Target="/ppt/media/image93.png" Id="Rb1c9a67bd52041c1" /><Relationship Type="http://schemas.openxmlformats.org/officeDocument/2006/relationships/notesSlide" Target="/ppt/notesSlides/notesSlide117.xml" Id="Rbb1d461ed9f54cef"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8.xml" Id="Rdbf3e7295be04bd7" /><Relationship Type="http://schemas.openxmlformats.org/officeDocument/2006/relationships/notesSlide" Target="/ppt/notesSlides/notesSlide118.xml" Id="R8000b35466634ac5"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8.xml" Id="Rc924b604ac6a4a85" /><Relationship Type="http://schemas.openxmlformats.org/officeDocument/2006/relationships/image" Target="/ppt/media/image94.png" Id="Rf55ea07c9ac84f27" /><Relationship Type="http://schemas.openxmlformats.org/officeDocument/2006/relationships/notesSlide" Target="/ppt/notesSlides/notesSlide119.xml" Id="R2f16a17a25314d82"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8.xml" Id="Rb67e4a7233f64f36" /><Relationship Type="http://schemas.openxmlformats.org/officeDocument/2006/relationships/notesSlide" Target="/ppt/notesSlides/notesSlide120.xml" Id="Rce65771dee8b49d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8.xml" Id="R8673e5735e044ea1" /><Relationship Type="http://schemas.openxmlformats.org/officeDocument/2006/relationships/image" Target="/ppt/media/image95.png" Id="Rfe68bd42d8ce4414" /><Relationship Type="http://schemas.openxmlformats.org/officeDocument/2006/relationships/image" Target="/ppt/media/image96.png" Id="Re0fce606556746cd" /><Relationship Type="http://schemas.openxmlformats.org/officeDocument/2006/relationships/image" Target="/ppt/media/image97.png" Id="R61ba56ac2c1c46aa" /><Relationship Type="http://schemas.openxmlformats.org/officeDocument/2006/relationships/image" Target="/ppt/media/image98.png" Id="R094fe95c7d8445a9" /><Relationship Type="http://schemas.openxmlformats.org/officeDocument/2006/relationships/notesSlide" Target="/ppt/notesSlides/notesSlide121.xml" Id="R69fe8a5dbf4b4b7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8.xml" Id="Ra5e38ecfd5a34e2f" /><Relationship Type="http://schemas.openxmlformats.org/officeDocument/2006/relationships/notesSlide" Target="/ppt/notesSlides/notesSlide122.xml" Id="R92b8c9c7f5ee4758"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8.xml" Id="Redec824057804d56" /><Relationship Type="http://schemas.openxmlformats.org/officeDocument/2006/relationships/notesSlide" Target="/ppt/notesSlides/notesSlide123.xml" Id="R051df5e5f2ac488a"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8.xml" Id="Re8e5b361c4da44b2" /><Relationship Type="http://schemas.openxmlformats.org/officeDocument/2006/relationships/notesSlide" Target="/ppt/notesSlides/notesSlide124.xml" Id="Rc5e682c38d874fb8"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8.xml" Id="R7719527cc66f4a0d" /><Relationship Type="http://schemas.openxmlformats.org/officeDocument/2006/relationships/notesSlide" Target="/ppt/notesSlides/notesSlide125.xml" Id="R66c5f5a165b548b8"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8.xml" Id="R31ffb5500e75404b" /><Relationship Type="http://schemas.openxmlformats.org/officeDocument/2006/relationships/image" Target="/ppt/media/image99.png" Id="R1381c739ad9842da" /><Relationship Type="http://schemas.openxmlformats.org/officeDocument/2006/relationships/notesSlide" Target="/ppt/notesSlides/notesSlide126.xml" Id="R1901102dea7c4e1b"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8.xml" Id="Rbeff0d989ddc4569" /><Relationship Type="http://schemas.openxmlformats.org/officeDocument/2006/relationships/notesSlide" Target="/ppt/notesSlides/notesSlide127.xml" Id="R19a69eda97da485b"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2.xml" Id="Red9c4a79001941d4" /><Relationship Type="http://schemas.openxmlformats.org/officeDocument/2006/relationships/notesSlide" Target="/ppt/notesSlides/notesSlide128.xml" Id="Rbbfec9ca92cb4d0a"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xml" Id="Ree4591ea0c134bc8" /><Relationship Type="http://schemas.openxmlformats.org/officeDocument/2006/relationships/image" Target="/ppt/media/image14.png" Id="R4d5f3c92517140fd" /><Relationship Type="http://schemas.openxmlformats.org/officeDocument/2006/relationships/notesSlide" Target="/ppt/notesSlides/notesSlide129.xml" Id="Rc675e6980fa744f9"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xml" Id="R54be2c3947a34f71" /><Relationship Type="http://schemas.openxmlformats.org/officeDocument/2006/relationships/image" Target="/ppt/media/image60.png" Id="R563309f7e4544af9" /><Relationship Type="http://schemas.openxmlformats.org/officeDocument/2006/relationships/notesSlide" Target="/ppt/notesSlides/notesSlide130.xml" Id="Rafbcd202b8894a23"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0" name="Google Shape;40;p1">
            <a:extLst xmlns:a="http://schemas.openxmlformats.org/drawingml/2006/main">
              <a:ext uri="{FF2B5EF4-FFF2-40B4-BE49-F238E27FC236}">
                <a16:creationId xmlns:a16="http://schemas.microsoft.com/office/drawing/2014/main" id="{EFF4431D-BF99-4E9B-AAE2-8DEF0E563DA1}"/>
              </a:ext>
            </a:extLst>
          </p:cNvPr>
          <p:cNvSpPr>
            <a:spLocks xmlns:a="http://schemas.openxmlformats.org/drawingml/2006/main" noGrp="1"/>
          </p:cNvSpPr>
          <p:nvPr/>
        </p:nvSpPr>
        <p:spPr>
          <a:xfrm xmlns:a="http://schemas.openxmlformats.org/drawingml/2006/main">
            <a:off x="981300" y="771825"/>
            <a:ext cx="9407100" cy="580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00"/>
              <a:buFont typeface="Arial"/>
              <a:buNone/>
            </a:pPr>
            <a:r>
              <a:rPr sz="1700" b="1" i="0" u="none" strike="noStrike" cap="none">
                <a:solidFill>
                  <a:srgbClr val="000000"/>
                </a:solidFill>
                <a:latin typeface="Arial"/>
                <a:ea typeface="Arial"/>
                <a:cs typeface="Arial"/>
              </a:rPr>
              <a:t>Agentic Programming and RAG: </a:t>
            </a: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r>
              <a:rPr sz="2000" b="1" i="0" u="none" strike="noStrike" cap="none">
                <a:solidFill>
                  <a:schemeClr val="dk1"/>
                </a:solidFill>
                <a:latin typeface="Arial"/>
                <a:ea typeface="Arial"/>
                <a:cs typeface="Arial"/>
              </a:rPr>
              <a:t>&gt;&gt;&gt;</a:t>
            </a:r>
            <a:r>
              <a:rPr sz="2000" b="1" i="0" u="none" strike="noStrike" cap="none">
                <a:solidFill>
                  <a:srgbClr val="000000"/>
                </a:solidFill>
                <a:latin typeface="Arial"/>
                <a:ea typeface="Arial"/>
                <a:cs typeface="Arial"/>
              </a:rPr>
              <a:t>50% of  RAG deployments don’t work. How to make sure that doesnt happen to you. </a:t>
            </a:r>
            <a:endParaRPr sz="20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Poor RAG Design</a:t>
            </a:r>
            <a:endParaRPr sz="1400" b="1"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Throw everything into 1 massive vector db and DB and inverted index. Works in prototype, Always fails in production.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Document chunks don’t match vector search. Most policies are not based on vector similarity or keyword search. Dental insurance enrollment policy will never work with standard RAG. (DEMO)</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Rerankers get overwhelmed. 10-20 max before being sent to the LLM. Adds latency and the relevant chunk never makes it to the LLM</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Images; incorrect parsing from legacy OCR adds noise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Parsing errors typically near figures or tables pollute the index. TOC, Index pages, fragments of rows. Entries with no context. Most common solution is a hierarchical context. Tradeoff context length for bigger search result to get @top1</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7% intrinsic failure rates for LLMs, will not see failures in production, Production failures cause MGMT to pull plug on funding project.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Poor Data Quality</a:t>
            </a:r>
            <a:endParaRPr sz="1400" b="1"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Mix of images and text extracted pdfs. Missing data, PDFs look ok but internal database doesnt reflect status of documents. Images and tables cause cascading legacy OCR Failures.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SzPts val="1400"/>
              <a:buAutoNum type="arabicParenR"/>
            </a:pPr>
            <a:r>
              <a:t>Divide the corpus into clusters. Having one corpus </a:t>
            </a:r>
            <a:r>
              <a:t>with</a:t>
            </a:r>
            <a:r>
              <a:t> </a:t>
            </a:r>
            <a:r>
              <a:t>research, policies, SEC statements is guaranteed failure</a:t>
            </a:r>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Improper context attributed to figures, tables. Use LLM to add context, low cost if caching setup correctly</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Improper filtering of noise. TOC and Indexes in search indexes pollute index.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LLM routers fail because of hallucinations. Not repeatable, can’t debug. Poor system reliability. Deterministic routers brittle.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3964587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46" name="Google Shape;46;p2">
            <a:extLst xmlns:a="http://schemas.openxmlformats.org/drawingml/2006/main">
              <a:ext uri="{FF2B5EF4-FFF2-40B4-BE49-F238E27FC236}">
                <a16:creationId xmlns:a16="http://schemas.microsoft.com/office/drawing/2014/main" id="{5ACC9F1D-EFA6-4595-814A-0D7203E2515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54953e80af4d4a">
            <a:alphaModFix/>
          </a:blip>
          <a:srcRect xmlns:a="http://schemas.openxmlformats.org/drawingml/2006/main" l="0" t="0" r="0" b="0"/>
          <a:stretch xmlns:a="http://schemas.openxmlformats.org/drawingml/2006/main"/>
        </p:blipFill>
        <p:spPr>
          <a:xfrm xmlns:a="http://schemas.openxmlformats.org/drawingml/2006/main">
            <a:off x="152400" y="152400"/>
            <a:ext cx="6501724" cy="6553198"/>
          </a:xfrm>
          <a:prstGeom xmlns:a="http://schemas.openxmlformats.org/drawingml/2006/main" prst="rect">
            <a:avLst/>
          </a:prstGeom>
          <a:ln xmlns:a="http://schemas.openxmlformats.org/drawingml/2006/main">
            <a:noFill/>
          </a:ln>
        </p:spPr>
      </p:pic>
      <p:pic>
        <p:nvPicPr>
          <p:cNvPr id="47" name="Google Shape;47;p2">
            <a:extLst xmlns:a="http://schemas.openxmlformats.org/drawingml/2006/main">
              <a:ext uri="{FF2B5EF4-FFF2-40B4-BE49-F238E27FC236}">
                <a16:creationId xmlns:a16="http://schemas.microsoft.com/office/drawing/2014/main" id="{A82C34A0-F2BB-4ACE-AA49-EAC5687CC64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352682adc74f05">
            <a:alphaModFix/>
          </a:blip>
          <a:srcRect xmlns:a="http://schemas.openxmlformats.org/drawingml/2006/main" l="0" t="0" r="0" b="0"/>
          <a:stretch xmlns:a="http://schemas.openxmlformats.org/drawingml/2006/main"/>
        </p:blipFill>
        <p:spPr>
          <a:xfrm xmlns:a="http://schemas.openxmlformats.org/drawingml/2006/main">
            <a:off x="6958924" y="1908050"/>
            <a:ext cx="5233077" cy="284000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975602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53" name="Google Shape;53;p3">
            <a:extLst xmlns:a="http://schemas.openxmlformats.org/drawingml/2006/main">
              <a:ext uri="{FF2B5EF4-FFF2-40B4-BE49-F238E27FC236}">
                <a16:creationId xmlns:a16="http://schemas.microsoft.com/office/drawing/2014/main" id="{22ED7296-D8FF-4A9E-9F28-1BCC549714E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3c3fd483384631">
            <a:alphaModFix/>
          </a:blip>
          <a:srcRect xmlns:a="http://schemas.openxmlformats.org/drawingml/2006/main" l="0" t="0" r="0" b="0"/>
          <a:stretch xmlns:a="http://schemas.openxmlformats.org/drawingml/2006/main"/>
        </p:blipFill>
        <p:spPr>
          <a:xfrm xmlns:a="http://schemas.openxmlformats.org/drawingml/2006/main">
            <a:off x="209375" y="152400"/>
            <a:ext cx="8258525" cy="6553199"/>
          </a:xfrm>
          <a:prstGeom xmlns:a="http://schemas.openxmlformats.org/drawingml/2006/main" prst="rect">
            <a:avLst/>
          </a:prstGeom>
          <a:ln xmlns:a="http://schemas.openxmlformats.org/drawingml/2006/main">
            <a:noFill/>
          </a:ln>
        </p:spPr>
      </p:pic>
      <p:sp>
        <p:nvSpPr>
          <p:cNvPr id="54" name="Google Shape;54;p3">
            <a:extLst xmlns:a="http://schemas.openxmlformats.org/drawingml/2006/main">
              <a:ext uri="{FF2B5EF4-FFF2-40B4-BE49-F238E27FC236}">
                <a16:creationId xmlns:a16="http://schemas.microsoft.com/office/drawing/2014/main" id="{8EAF8D49-12C0-4A8E-AECF-32385875B340}"/>
              </a:ext>
            </a:extLst>
          </p:cNvPr>
          <p:cNvSpPr>
            <a:spLocks xmlns:a="http://schemas.openxmlformats.org/drawingml/2006/main" noGrp="1"/>
          </p:cNvSpPr>
          <p:nvPr/>
        </p:nvSpPr>
        <p:spPr>
          <a:xfrm xmlns:a="http://schemas.openxmlformats.org/drawingml/2006/main">
            <a:off x="8464100" y="576325"/>
            <a:ext cx="3029700" cy="243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500" b="1" i="0" u="none" strike="noStrike" cap="none">
                <a:solidFill>
                  <a:srgbClr val="000000"/>
                </a:solidFill>
                <a:latin typeface="Arial"/>
                <a:ea typeface="Arial"/>
                <a:cs typeface="Arial"/>
              </a:rPr>
              <a:t>An error rate of 1.8–7% can remain invisible in prototypes and surface only at production scale.</a:t>
            </a:r>
            <a:endParaRPr sz="1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t/>
            </a:r>
            <a:endParaRPr sz="1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500" b="1" i="0" u="none" strike="noStrike" cap="none">
                <a:solidFill>
                  <a:srgbClr val="000000"/>
                </a:solidFill>
                <a:latin typeface="Arial"/>
                <a:ea typeface="Arial"/>
                <a:cs typeface="Arial"/>
              </a:rPr>
              <a:t>These failures are difficult to simulate before launch.</a:t>
            </a:r>
            <a:endParaRPr sz="1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500"/>
              <a:buFont typeface="Arial"/>
              <a:buNone/>
            </a:pPr>
            <a:r>
              <a:t/>
            </a:r>
            <a:endParaRPr sz="1500" b="1" i="0" u="none" strike="noStrike" cap="none">
              <a:solidFill>
                <a:srgbClr val="000000"/>
              </a:solidFill>
              <a:latin typeface="Arial"/>
              <a:ea typeface="Arial"/>
              <a:cs typeface="Arial"/>
            </a:endParaRPr>
          </a:p>
        </p:txBody>
      </p:sp>
      <p:pic>
        <p:nvPicPr>
          <p:cNvPr id="55" name="Google Shape;55;p3">
            <a:extLst xmlns:a="http://schemas.openxmlformats.org/drawingml/2006/main">
              <a:ext uri="{FF2B5EF4-FFF2-40B4-BE49-F238E27FC236}">
                <a16:creationId xmlns:a16="http://schemas.microsoft.com/office/drawing/2014/main" id="{8D4520E1-9F77-4230-83E7-245405C00DD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9e5f5dcb574eef">
            <a:alphaModFix/>
          </a:blip>
          <a:srcRect xmlns:a="http://schemas.openxmlformats.org/drawingml/2006/main" l="0" t="0" r="0" b="0"/>
          <a:stretch xmlns:a="http://schemas.openxmlformats.org/drawingml/2006/main"/>
        </p:blipFill>
        <p:spPr>
          <a:xfrm xmlns:a="http://schemas.openxmlformats.org/drawingml/2006/main">
            <a:off x="8464100" y="4059350"/>
            <a:ext cx="3251202" cy="24384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65954506"/>
      </p:ext>
    </p:extLst>
  </p:cSld>
</p:sld>
</file>

<file path=ppt/slides/slide4.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61" name="Google Shape;61;p4">
            <a:extLst xmlns:a="http://schemas.openxmlformats.org/drawingml/2006/main">
              <a:ext uri="{FF2B5EF4-FFF2-40B4-BE49-F238E27FC236}">
                <a16:creationId xmlns:a16="http://schemas.microsoft.com/office/drawing/2014/main" id="{175716B5-ADC4-488E-969C-76F99687D07B}"/>
              </a:ext>
            </a:extLst>
          </p:cNvPr>
          <p:cNvSpPr>
            <a:spLocks xmlns:a="http://schemas.openxmlformats.org/drawingml/2006/main" noGrp="1"/>
          </p:cNvSpPr>
          <p:nvPr/>
        </p:nvSpPr>
        <p:spPr>
          <a:xfrm xmlns:a="http://schemas.openxmlformats.org/drawingml/2006/main">
            <a:off x="533400" y="333375"/>
            <a:ext cx="111252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3000"/>
              <a:buFont typeface="Arial"/>
              <a:buNone/>
            </a:pPr>
            <a:r>
              <a:rPr sz="3000" b="1" i="0" u="none" strike="noStrike" cap="none">
                <a:solidFill>
                  <a:srgbClr val="182524"/>
                </a:solidFill>
                <a:latin typeface="Helvetica Neue"/>
                <a:ea typeface="Helvetica Neue"/>
                <a:cs typeface="Helvetica Neue"/>
              </a:rPr>
              <a:t>Intrinsic and extrinsic hallucinations</a:t>
            </a:r>
            <a:endParaRPr sz="1400" b="0" i="0" u="none" strike="noStrike" cap="none">
              <a:solidFill>
                <a:srgbClr val="000000"/>
              </a:solidFill>
              <a:latin typeface="Arial"/>
              <a:ea typeface="Arial"/>
              <a:cs typeface="Arial"/>
            </a:endParaRPr>
          </a:p>
        </p:txBody>
      </p:sp>
      <p:sp>
        <p:nvSpPr>
          <p:cNvPr id="62" name="Google Shape;62;p4">
            <a:extLst xmlns:a="http://schemas.openxmlformats.org/drawingml/2006/main">
              <a:ext uri="{FF2B5EF4-FFF2-40B4-BE49-F238E27FC236}">
                <a16:creationId xmlns:a16="http://schemas.microsoft.com/office/drawing/2014/main" id="{35459912-CF99-44A3-A292-E49BC5959B39}"/>
              </a:ext>
            </a:extLst>
          </p:cNvPr>
          <p:cNvSpPr>
            <a:spLocks xmlns:a="http://schemas.openxmlformats.org/drawingml/2006/main" noGrp="1"/>
          </p:cNvSpPr>
          <p:nvPr/>
        </p:nvSpPr>
        <p:spPr>
          <a:xfrm xmlns:a="http://schemas.openxmlformats.org/drawingml/2006/main">
            <a:off x="533400" y="838200"/>
            <a:ext cx="11125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0" i="0" u="none" strike="noStrike" cap="none">
                <a:solidFill>
                  <a:srgbClr val="536463"/>
                </a:solidFill>
                <a:latin typeface="Helvetica Neue"/>
                <a:ea typeface="Helvetica Neue"/>
                <a:cs typeface="Helvetica Neue"/>
              </a:rPr>
              <a:t>Both are grounding failures, but they fail in different ways</a:t>
            </a:r>
            <a:endParaRPr sz="1400" b="0" i="0" u="none" strike="noStrike" cap="none">
              <a:solidFill>
                <a:srgbClr val="000000"/>
              </a:solidFill>
              <a:latin typeface="Arial"/>
              <a:ea typeface="Arial"/>
              <a:cs typeface="Arial"/>
            </a:endParaRPr>
          </a:p>
        </p:txBody>
      </p:sp>
      <p:sp>
        <p:nvSpPr>
          <p:cNvPr id="63" name="Google Shape;63;p4">
            <a:extLst xmlns:a="http://schemas.openxmlformats.org/drawingml/2006/main">
              <a:ext uri="{FF2B5EF4-FFF2-40B4-BE49-F238E27FC236}">
                <a16:creationId xmlns:a16="http://schemas.microsoft.com/office/drawing/2014/main" id="{ACE19926-D7D3-47AE-B42F-D571BEE14C27}"/>
              </a:ext>
            </a:extLst>
          </p:cNvPr>
          <p:cNvSpPr>
            <a:spLocks xmlns:a="http://schemas.openxmlformats.org/drawingml/2006/main" noGrp="1"/>
          </p:cNvSpPr>
          <p:nvPr/>
        </p:nvSpPr>
        <p:spPr>
          <a:xfrm xmlns:a="http://schemas.openxmlformats.org/drawingml/2006/main">
            <a:off x="704850" y="1371600"/>
            <a:ext cx="476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1" i="0" u="none" strike="noStrike" cap="none">
                <a:solidFill>
                  <a:srgbClr val="C62828"/>
                </a:solidFill>
                <a:latin typeface="Helvetica Neue"/>
                <a:ea typeface="Helvetica Neue"/>
                <a:cs typeface="Helvetica Neue"/>
              </a:rPr>
              <a:t>Intrinsic hallucination</a:t>
            </a:r>
            <a:endParaRPr sz="1400" b="0" i="0" u="none" strike="noStrike" cap="none">
              <a:solidFill>
                <a:srgbClr val="000000"/>
              </a:solidFill>
              <a:latin typeface="Arial"/>
              <a:ea typeface="Arial"/>
              <a:cs typeface="Arial"/>
            </a:endParaRPr>
          </a:p>
        </p:txBody>
      </p:sp>
      <p:sp>
        <p:nvSpPr>
          <p:cNvPr id="64" name="Google Shape;64;p4">
            <a:extLst xmlns:a="http://schemas.openxmlformats.org/drawingml/2006/main">
              <a:ext uri="{FF2B5EF4-FFF2-40B4-BE49-F238E27FC236}">
                <a16:creationId xmlns:a16="http://schemas.microsoft.com/office/drawing/2014/main" id="{022B03C2-57DD-44E2-B026-C2EE91C94A0E}"/>
              </a:ext>
            </a:extLst>
          </p:cNvPr>
          <p:cNvSpPr>
            <a:spLocks xmlns:a="http://schemas.openxmlformats.org/drawingml/2006/main" noGrp="1"/>
          </p:cNvSpPr>
          <p:nvPr/>
        </p:nvSpPr>
        <p:spPr>
          <a:xfrm xmlns:a="http://schemas.openxmlformats.org/drawingml/2006/main">
            <a:off x="6724650" y="1371600"/>
            <a:ext cx="4762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1" i="0" u="none" strike="noStrike" cap="none">
                <a:solidFill>
                  <a:srgbClr val="C9780E"/>
                </a:solidFill>
                <a:latin typeface="Helvetica Neue"/>
                <a:ea typeface="Helvetica Neue"/>
                <a:cs typeface="Helvetica Neue"/>
              </a:rPr>
              <a:t>Extrinsic hallucination</a:t>
            </a:r>
            <a:endParaRPr sz="1400" b="0" i="0" u="none" strike="noStrike" cap="none">
              <a:solidFill>
                <a:srgbClr val="000000"/>
              </a:solidFill>
              <a:latin typeface="Arial"/>
              <a:ea typeface="Arial"/>
              <a:cs typeface="Arial"/>
            </a:endParaRPr>
          </a:p>
        </p:txBody>
      </p:sp>
      <p:pic>
        <p:nvPicPr>
          <p:cNvPr id="65" name="Google Shape;65;p4">
            <a:extLst xmlns:a="http://schemas.openxmlformats.org/drawingml/2006/main">
              <a:ext uri="{FF2B5EF4-FFF2-40B4-BE49-F238E27FC236}">
                <a16:creationId xmlns:a16="http://schemas.microsoft.com/office/drawing/2014/main" id="{DECED2F6-5F19-40BE-9780-B36A3D4AE2E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2000fc068b542f9">
            <a:alphaModFix/>
          </a:blip>
          <a:srcRect xmlns:a="http://schemas.openxmlformats.org/drawingml/2006/main" l="0" t="0" r="0" b="0"/>
          <a:stretch xmlns:a="http://schemas.openxmlformats.org/drawingml/2006/main"/>
        </p:blipFill>
        <p:spPr>
          <a:xfrm xmlns:a="http://schemas.openxmlformats.org/drawingml/2006/main">
            <a:off x="3238500" y="1714500"/>
            <a:ext cx="5715000" cy="2857500"/>
          </a:xfrm>
          <a:prstGeom xmlns:a="http://schemas.openxmlformats.org/drawingml/2006/main" prst="rect">
            <a:avLst/>
          </a:prstGeom>
          <a:ln xmlns:a="http://schemas.openxmlformats.org/drawingml/2006/main">
            <a:noFill/>
          </a:ln>
        </p:spPr>
      </p:pic>
      <p:sp>
        <p:nvSpPr>
          <p:cNvPr id="66" name="Google Shape;66;p4">
            <a:extLst xmlns:a="http://schemas.openxmlformats.org/drawingml/2006/main">
              <a:ext uri="{FF2B5EF4-FFF2-40B4-BE49-F238E27FC236}">
                <a16:creationId xmlns:a16="http://schemas.microsoft.com/office/drawing/2014/main" id="{7DBB3C6C-9996-40AA-B110-A2A8A5353250}"/>
              </a:ext>
            </a:extLst>
          </p:cNvPr>
          <p:cNvSpPr>
            <a:spLocks xmlns:a="http://schemas.openxmlformats.org/drawingml/2006/main" noGrp="1"/>
          </p:cNvSpPr>
          <p:nvPr/>
        </p:nvSpPr>
        <p:spPr>
          <a:xfrm xmlns:a="http://schemas.openxmlformats.org/drawingml/2006/main">
            <a:off x="704850" y="4524375"/>
            <a:ext cx="4857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243130"/>
                </a:solidFill>
                <a:latin typeface="Helvetica Neue"/>
                <a:ea typeface="Helvetica Neue"/>
                <a:cs typeface="Helvetica Neue"/>
              </a:rPr>
              <a:t>Contradicts the retrieved evidence</a:t>
            </a:r>
            <a:endParaRPr sz="1400" b="0" i="0" u="none" strike="noStrike" cap="none">
              <a:solidFill>
                <a:srgbClr val="000000"/>
              </a:solidFill>
              <a:latin typeface="Arial"/>
              <a:ea typeface="Arial"/>
              <a:cs typeface="Arial"/>
            </a:endParaRPr>
          </a:p>
        </p:txBody>
      </p:sp>
      <p:sp>
        <p:nvSpPr>
          <p:cNvPr id="67" name="Google Shape;67;p4">
            <a:extLst xmlns:a="http://schemas.openxmlformats.org/drawingml/2006/main">
              <a:ext uri="{FF2B5EF4-FFF2-40B4-BE49-F238E27FC236}">
                <a16:creationId xmlns:a16="http://schemas.microsoft.com/office/drawing/2014/main" id="{3213DF9F-F043-421D-B8EB-2A6CE7DCA7A2}"/>
              </a:ext>
            </a:extLst>
          </p:cNvPr>
          <p:cNvSpPr>
            <a:spLocks xmlns:a="http://schemas.openxmlformats.org/drawingml/2006/main" noGrp="1"/>
          </p:cNvSpPr>
          <p:nvPr/>
        </p:nvSpPr>
        <p:spPr>
          <a:xfrm xmlns:a="http://schemas.openxmlformats.org/drawingml/2006/main">
            <a:off x="704850" y="4857750"/>
            <a:ext cx="476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536463"/>
                </a:solidFill>
                <a:latin typeface="Helvetica Neue"/>
                <a:ea typeface="Helvetica Neue"/>
                <a:cs typeface="Helvetica Neue"/>
              </a:rPr>
              <a:t>The answer changes a fact that appears in the source.</a:t>
            </a:r>
            <a:endParaRPr sz="1400" b="0" i="0" u="none" strike="noStrike" cap="none">
              <a:solidFill>
                <a:srgbClr val="000000"/>
              </a:solidFill>
              <a:latin typeface="Arial"/>
              <a:ea typeface="Arial"/>
              <a:cs typeface="Arial"/>
            </a:endParaRPr>
          </a:p>
        </p:txBody>
      </p:sp>
      <p:sp>
        <p:nvSpPr>
          <p:cNvPr id="68" name="Google Shape;68;p4">
            <a:extLst xmlns:a="http://schemas.openxmlformats.org/drawingml/2006/main">
              <a:ext uri="{FF2B5EF4-FFF2-40B4-BE49-F238E27FC236}">
                <a16:creationId xmlns:a16="http://schemas.microsoft.com/office/drawing/2014/main" id="{651C81DB-3E08-484F-8115-6A8FF39C7492}"/>
              </a:ext>
            </a:extLst>
          </p:cNvPr>
          <p:cNvSpPr>
            <a:spLocks xmlns:a="http://schemas.openxmlformats.org/drawingml/2006/main" noGrp="1"/>
          </p:cNvSpPr>
          <p:nvPr/>
        </p:nvSpPr>
        <p:spPr>
          <a:xfrm xmlns:a="http://schemas.openxmlformats.org/drawingml/2006/main">
            <a:off x="704850" y="5305425"/>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1E765E"/>
                </a:solidFill>
                <a:latin typeface="Helvetica Neue"/>
                <a:ea typeface="Helvetica Neue"/>
                <a:cs typeface="Helvetica Neue"/>
              </a:rPr>
              <a:t>Evidence</a:t>
            </a:r>
            <a:endParaRPr sz="1400" b="0" i="0" u="none" strike="noStrike" cap="none">
              <a:solidFill>
                <a:srgbClr val="000000"/>
              </a:solidFill>
              <a:latin typeface="Arial"/>
              <a:ea typeface="Arial"/>
              <a:cs typeface="Arial"/>
            </a:endParaRPr>
          </a:p>
        </p:txBody>
      </p:sp>
      <p:sp>
        <p:nvSpPr>
          <p:cNvPr id="69" name="Google Shape;69;p4">
            <a:extLst xmlns:a="http://schemas.openxmlformats.org/drawingml/2006/main">
              <a:ext uri="{FF2B5EF4-FFF2-40B4-BE49-F238E27FC236}">
                <a16:creationId xmlns:a16="http://schemas.microsoft.com/office/drawing/2014/main" id="{33A0112D-3071-4B61-9E79-34C8EC0D1096}"/>
              </a:ext>
            </a:extLst>
          </p:cNvPr>
          <p:cNvSpPr>
            <a:spLocks xmlns:a="http://schemas.openxmlformats.org/drawingml/2006/main" noGrp="1"/>
          </p:cNvSpPr>
          <p:nvPr/>
        </p:nvSpPr>
        <p:spPr>
          <a:xfrm xmlns:a="http://schemas.openxmlformats.org/drawingml/2006/main">
            <a:off x="1571625" y="5305425"/>
            <a:ext cx="3857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243130"/>
                </a:solidFill>
                <a:latin typeface="Helvetica Neue"/>
                <a:ea typeface="Helvetica Neue"/>
                <a:cs typeface="Helvetica Neue"/>
              </a:rPr>
              <a:t>Coverage requires prior authorization.</a:t>
            </a:r>
            <a:endParaRPr sz="1400" b="0" i="0" u="none" strike="noStrike" cap="none">
              <a:solidFill>
                <a:srgbClr val="000000"/>
              </a:solidFill>
              <a:latin typeface="Arial"/>
              <a:ea typeface="Arial"/>
              <a:cs typeface="Arial"/>
            </a:endParaRPr>
          </a:p>
        </p:txBody>
      </p:sp>
      <p:sp>
        <p:nvSpPr>
          <p:cNvPr id="70" name="Google Shape;70;p4">
            <a:extLst xmlns:a="http://schemas.openxmlformats.org/drawingml/2006/main">
              <a:ext uri="{FF2B5EF4-FFF2-40B4-BE49-F238E27FC236}">
                <a16:creationId xmlns:a16="http://schemas.microsoft.com/office/drawing/2014/main" id="{94E0285E-A04B-4ACB-83D7-0F0305F9339B}"/>
              </a:ext>
            </a:extLst>
          </p:cNvPr>
          <p:cNvSpPr>
            <a:spLocks xmlns:a="http://schemas.openxmlformats.org/drawingml/2006/main" noGrp="1"/>
          </p:cNvSpPr>
          <p:nvPr/>
        </p:nvSpPr>
        <p:spPr>
          <a:xfrm xmlns:a="http://schemas.openxmlformats.org/drawingml/2006/main">
            <a:off x="704850" y="5610225"/>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C62828"/>
                </a:solidFill>
                <a:latin typeface="Helvetica Neue"/>
                <a:ea typeface="Helvetica Neue"/>
                <a:cs typeface="Helvetica Neue"/>
              </a:rPr>
              <a:t>Answer</a:t>
            </a:r>
            <a:endParaRPr sz="1400" b="0" i="0" u="none" strike="noStrike" cap="none">
              <a:solidFill>
                <a:srgbClr val="000000"/>
              </a:solidFill>
              <a:latin typeface="Arial"/>
              <a:ea typeface="Arial"/>
              <a:cs typeface="Arial"/>
            </a:endParaRPr>
          </a:p>
        </p:txBody>
      </p:sp>
      <p:sp>
        <p:nvSpPr>
          <p:cNvPr id="71" name="Google Shape;71;p4">
            <a:extLst xmlns:a="http://schemas.openxmlformats.org/drawingml/2006/main">
              <a:ext uri="{FF2B5EF4-FFF2-40B4-BE49-F238E27FC236}">
                <a16:creationId xmlns:a16="http://schemas.microsoft.com/office/drawing/2014/main" id="{1AE19FED-1428-498E-8882-1E9BE23FBAB3}"/>
              </a:ext>
            </a:extLst>
          </p:cNvPr>
          <p:cNvSpPr>
            <a:spLocks xmlns:a="http://schemas.openxmlformats.org/drawingml/2006/main" noGrp="1"/>
          </p:cNvSpPr>
          <p:nvPr/>
        </p:nvSpPr>
        <p:spPr>
          <a:xfrm xmlns:a="http://schemas.openxmlformats.org/drawingml/2006/main">
            <a:off x="1571625" y="5610225"/>
            <a:ext cx="3857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1" i="0" u="none" strike="noStrike" cap="none">
                <a:solidFill>
                  <a:srgbClr val="C62828"/>
                </a:solidFill>
                <a:latin typeface="Helvetica Neue"/>
                <a:ea typeface="Helvetica Neue"/>
                <a:cs typeface="Helvetica Neue"/>
              </a:rPr>
              <a:t>No prior authorization is required.</a:t>
            </a:r>
            <a:endParaRPr sz="1400" b="0" i="0" u="none" strike="noStrike" cap="none">
              <a:solidFill>
                <a:srgbClr val="000000"/>
              </a:solidFill>
              <a:latin typeface="Arial"/>
              <a:ea typeface="Arial"/>
              <a:cs typeface="Arial"/>
            </a:endParaRPr>
          </a:p>
        </p:txBody>
      </p:sp>
      <p:sp>
        <p:nvSpPr>
          <p:cNvPr id="72" name="Google Shape;72;p4">
            <a:extLst xmlns:a="http://schemas.openxmlformats.org/drawingml/2006/main">
              <a:ext uri="{FF2B5EF4-FFF2-40B4-BE49-F238E27FC236}">
                <a16:creationId xmlns:a16="http://schemas.microsoft.com/office/drawing/2014/main" id="{FBDE4606-B9FF-46EA-A8E1-583DBA469AAA}"/>
              </a:ext>
            </a:extLst>
          </p:cNvPr>
          <p:cNvSpPr>
            <a:spLocks xmlns:a="http://schemas.openxmlformats.org/drawingml/2006/main" noGrp="1"/>
          </p:cNvSpPr>
          <p:nvPr/>
        </p:nvSpPr>
        <p:spPr>
          <a:xfrm xmlns:a="http://schemas.openxmlformats.org/drawingml/2006/main">
            <a:off x="6724650" y="4524375"/>
            <a:ext cx="476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243130"/>
                </a:solidFill>
                <a:latin typeface="Helvetica Neue"/>
                <a:ea typeface="Helvetica Neue"/>
                <a:cs typeface="Helvetica Neue"/>
              </a:rPr>
              <a:t>Adds a claim absent from the evidence</a:t>
            </a:r>
            <a:endParaRPr sz="1400" b="0" i="0" u="none" strike="noStrike" cap="none">
              <a:solidFill>
                <a:srgbClr val="000000"/>
              </a:solidFill>
              <a:latin typeface="Arial"/>
              <a:ea typeface="Arial"/>
              <a:cs typeface="Arial"/>
            </a:endParaRPr>
          </a:p>
        </p:txBody>
      </p:sp>
      <p:sp>
        <p:nvSpPr>
          <p:cNvPr id="73" name="Google Shape;73;p4">
            <a:extLst xmlns:a="http://schemas.openxmlformats.org/drawingml/2006/main">
              <a:ext uri="{FF2B5EF4-FFF2-40B4-BE49-F238E27FC236}">
                <a16:creationId xmlns:a16="http://schemas.microsoft.com/office/drawing/2014/main" id="{21ACA037-B3E9-4609-BCDD-E09CCC6450E8}"/>
              </a:ext>
            </a:extLst>
          </p:cNvPr>
          <p:cNvSpPr>
            <a:spLocks xmlns:a="http://schemas.openxmlformats.org/drawingml/2006/main" noGrp="1"/>
          </p:cNvSpPr>
          <p:nvPr/>
        </p:nvSpPr>
        <p:spPr>
          <a:xfrm xmlns:a="http://schemas.openxmlformats.org/drawingml/2006/main">
            <a:off x="6724650" y="4857750"/>
            <a:ext cx="4762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536463"/>
                </a:solidFill>
                <a:latin typeface="Helvetica Neue"/>
                <a:ea typeface="Helvetica Neue"/>
                <a:cs typeface="Helvetica Neue"/>
              </a:rPr>
              <a:t>The answer introduces a fact the source never establishes.</a:t>
            </a:r>
            <a:endParaRPr sz="1400" b="0" i="0" u="none" strike="noStrike" cap="none">
              <a:solidFill>
                <a:srgbClr val="000000"/>
              </a:solidFill>
              <a:latin typeface="Arial"/>
              <a:ea typeface="Arial"/>
              <a:cs typeface="Arial"/>
            </a:endParaRPr>
          </a:p>
        </p:txBody>
      </p:sp>
      <p:sp>
        <p:nvSpPr>
          <p:cNvPr id="74" name="Google Shape;74;p4">
            <a:extLst xmlns:a="http://schemas.openxmlformats.org/drawingml/2006/main">
              <a:ext uri="{FF2B5EF4-FFF2-40B4-BE49-F238E27FC236}">
                <a16:creationId xmlns:a16="http://schemas.microsoft.com/office/drawing/2014/main" id="{DBE7E4FD-901B-4DB4-821B-90994439FF11}"/>
              </a:ext>
            </a:extLst>
          </p:cNvPr>
          <p:cNvSpPr>
            <a:spLocks xmlns:a="http://schemas.openxmlformats.org/drawingml/2006/main" noGrp="1"/>
          </p:cNvSpPr>
          <p:nvPr/>
        </p:nvSpPr>
        <p:spPr>
          <a:xfrm xmlns:a="http://schemas.openxmlformats.org/drawingml/2006/main">
            <a:off x="6724650" y="5305425"/>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1E765E"/>
                </a:solidFill>
                <a:latin typeface="Helvetica Neue"/>
                <a:ea typeface="Helvetica Neue"/>
                <a:cs typeface="Helvetica Neue"/>
              </a:rPr>
              <a:t>Evidence</a:t>
            </a:r>
            <a:endParaRPr sz="1400" b="0" i="0" u="none" strike="noStrike" cap="none">
              <a:solidFill>
                <a:srgbClr val="000000"/>
              </a:solidFill>
              <a:latin typeface="Arial"/>
              <a:ea typeface="Arial"/>
              <a:cs typeface="Arial"/>
            </a:endParaRPr>
          </a:p>
        </p:txBody>
      </p:sp>
      <p:sp>
        <p:nvSpPr>
          <p:cNvPr id="75" name="Google Shape;75;p4">
            <a:extLst xmlns:a="http://schemas.openxmlformats.org/drawingml/2006/main">
              <a:ext uri="{FF2B5EF4-FFF2-40B4-BE49-F238E27FC236}">
                <a16:creationId xmlns:a16="http://schemas.microsoft.com/office/drawing/2014/main" id="{040BF953-AE66-4314-85D1-49672C22BFF6}"/>
              </a:ext>
            </a:extLst>
          </p:cNvPr>
          <p:cNvSpPr>
            <a:spLocks xmlns:a="http://schemas.openxmlformats.org/drawingml/2006/main" noGrp="1"/>
          </p:cNvSpPr>
          <p:nvPr/>
        </p:nvSpPr>
        <p:spPr>
          <a:xfrm xmlns:a="http://schemas.openxmlformats.org/drawingml/2006/main">
            <a:off x="7591425" y="5305425"/>
            <a:ext cx="3857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243130"/>
                </a:solidFill>
                <a:latin typeface="Helvetica Neue"/>
                <a:ea typeface="Helvetica Neue"/>
                <a:cs typeface="Helvetica Neue"/>
              </a:rPr>
              <a:t>The policy lists covered drug codes.</a:t>
            </a:r>
            <a:endParaRPr sz="1400" b="0" i="0" u="none" strike="noStrike" cap="none">
              <a:solidFill>
                <a:srgbClr val="000000"/>
              </a:solidFill>
              <a:latin typeface="Arial"/>
              <a:ea typeface="Arial"/>
              <a:cs typeface="Arial"/>
            </a:endParaRPr>
          </a:p>
        </p:txBody>
      </p:sp>
      <p:sp>
        <p:nvSpPr>
          <p:cNvPr id="76" name="Google Shape;76;p4">
            <a:extLst xmlns:a="http://schemas.openxmlformats.org/drawingml/2006/main">
              <a:ext uri="{FF2B5EF4-FFF2-40B4-BE49-F238E27FC236}">
                <a16:creationId xmlns:a16="http://schemas.microsoft.com/office/drawing/2014/main" id="{5951D2A2-D451-432A-B381-682114E71720}"/>
              </a:ext>
            </a:extLst>
          </p:cNvPr>
          <p:cNvSpPr>
            <a:spLocks xmlns:a="http://schemas.openxmlformats.org/drawingml/2006/main" noGrp="1"/>
          </p:cNvSpPr>
          <p:nvPr/>
        </p:nvSpPr>
        <p:spPr>
          <a:xfrm xmlns:a="http://schemas.openxmlformats.org/drawingml/2006/main">
            <a:off x="6724650" y="5610225"/>
            <a:ext cx="857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C9780E"/>
                </a:solidFill>
                <a:latin typeface="Helvetica Neue"/>
                <a:ea typeface="Helvetica Neue"/>
                <a:cs typeface="Helvetica Neue"/>
              </a:rPr>
              <a:t>Answer</a:t>
            </a:r>
            <a:endParaRPr sz="1400" b="0" i="0" u="none" strike="noStrike" cap="none">
              <a:solidFill>
                <a:srgbClr val="000000"/>
              </a:solidFill>
              <a:latin typeface="Arial"/>
              <a:ea typeface="Arial"/>
              <a:cs typeface="Arial"/>
            </a:endParaRPr>
          </a:p>
        </p:txBody>
      </p:sp>
      <p:sp>
        <p:nvSpPr>
          <p:cNvPr id="77" name="Google Shape;77;p4">
            <a:extLst xmlns:a="http://schemas.openxmlformats.org/drawingml/2006/main">
              <a:ext uri="{FF2B5EF4-FFF2-40B4-BE49-F238E27FC236}">
                <a16:creationId xmlns:a16="http://schemas.microsoft.com/office/drawing/2014/main" id="{C34770A1-8A81-4D63-A88E-2F4E35DC90F5}"/>
              </a:ext>
            </a:extLst>
          </p:cNvPr>
          <p:cNvSpPr>
            <a:spLocks xmlns:a="http://schemas.openxmlformats.org/drawingml/2006/main" noGrp="1"/>
          </p:cNvSpPr>
          <p:nvPr/>
        </p:nvSpPr>
        <p:spPr>
          <a:xfrm xmlns:a="http://schemas.openxmlformats.org/drawingml/2006/main">
            <a:off x="7591425" y="5610225"/>
            <a:ext cx="385762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1" i="0" u="none" strike="noStrike" cap="none">
                <a:solidFill>
                  <a:srgbClr val="C9780E"/>
                </a:solidFill>
                <a:latin typeface="Helvetica Neue"/>
                <a:ea typeface="Helvetica Neue"/>
                <a:cs typeface="Helvetica Neue"/>
              </a:rPr>
              <a:t>The policy guarantees same-day approval.</a:t>
            </a:r>
            <a:endParaRPr sz="1400" b="0" i="0" u="none" strike="noStrike" cap="none">
              <a:solidFill>
                <a:srgbClr val="000000"/>
              </a:solidFill>
              <a:latin typeface="Arial"/>
              <a:ea typeface="Arial"/>
              <a:cs typeface="Arial"/>
            </a:endParaRPr>
          </a:p>
        </p:txBody>
      </p:sp>
      <p:cxnSp>
        <p:nvCxnSpPr>
          <p:cNvPr id="78" name="Google Shape;78;p4">
            <a:extLst xmlns:a="http://schemas.openxmlformats.org/drawingml/2006/main">
              <a:ext uri="{FF2B5EF4-FFF2-40B4-BE49-F238E27FC236}">
                <a16:creationId xmlns:a16="http://schemas.microsoft.com/office/drawing/2014/main" id="{DE858A3A-5A96-4A37-9ED6-21DF78F19FF4}"/>
              </a:ext>
            </a:extLst>
          </p:cNvPr>
          <p:cNvCxnSpPr/>
          <p:nvPr/>
        </p:nvCxnSpPr>
        <p:spPr>
          <a:xfrm xmlns:a="http://schemas.openxmlformats.org/drawingml/2006/main">
            <a:off x="533400" y="6181725"/>
            <a:ext cx="11125200" cy="0"/>
          </a:xfrm>
          <a:prstGeom xmlns:a="http://schemas.openxmlformats.org/drawingml/2006/main" prst="straightConnector1">
            <a:avLst/>
          </a:prstGeom>
          <a:ln xmlns:a="http://schemas.openxmlformats.org/drawingml/2006/main" w="9525" cap="flat">
            <a:solidFill>
              <a:srgbClr val="D2DCDA"/>
            </a:solidFill>
            <a:prstDash val="solid"/>
            <a:round/>
            <a:headEnd type="none" w="sm" len="sm"/>
            <a:tailEnd type="none" w="sm" len="sm"/>
          </a:ln>
        </p:spPr>
      </p:cxnSp>
      <p:sp>
        <p:nvSpPr>
          <p:cNvPr id="79" name="Google Shape;79;p4">
            <a:extLst xmlns:a="http://schemas.openxmlformats.org/drawingml/2006/main">
              <a:ext uri="{FF2B5EF4-FFF2-40B4-BE49-F238E27FC236}">
                <a16:creationId xmlns:a16="http://schemas.microsoft.com/office/drawing/2014/main" id="{D6C63748-1C99-4C70-B11F-A7DCCF25BFBD}"/>
              </a:ext>
            </a:extLst>
          </p:cNvPr>
          <p:cNvSpPr>
            <a:spLocks xmlns:a="http://schemas.openxmlformats.org/drawingml/2006/main" noGrp="1"/>
          </p:cNvSpPr>
          <p:nvPr/>
        </p:nvSpPr>
        <p:spPr>
          <a:xfrm xmlns:a="http://schemas.openxmlformats.org/drawingml/2006/main">
            <a:off x="533400" y="6362700"/>
            <a:ext cx="111252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465856"/>
                </a:solidFill>
                <a:latin typeface="Helvetica Neue"/>
                <a:ea typeface="Helvetica Neue"/>
                <a:cs typeface="Helvetica Neue"/>
              </a:rPr>
              <a:t>Evaluation question: Does the answer contradict the context, or does it go beyond the context?</a:t>
            </a:r>
            <a:endParaRPr sz="1400" b="0" i="0" u="none" strike="noStrike" cap="none">
              <a:solidFill>
                <a:srgbClr val="000000"/>
              </a:solidFill>
              <a:latin typeface="Arial"/>
              <a:ea typeface="Arial"/>
              <a:cs typeface="Arial"/>
            </a:endParaRPr>
          </a:p>
        </p:txBody>
      </p:sp>
      <p:pic>
        <p:nvPicPr>
          <p:cNvPr id="80" name="Google Shape;80;p4">
            <a:extLst xmlns:a="http://schemas.openxmlformats.org/drawingml/2006/main">
              <a:ext uri="{FF2B5EF4-FFF2-40B4-BE49-F238E27FC236}">
                <a16:creationId xmlns:a16="http://schemas.microsoft.com/office/drawing/2014/main" id="{1A97E0E5-C6C0-4D83-AAEF-AE592BF0C6C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e6647bdd5d40be">
            <a:alphaModFix/>
          </a:blip>
          <a:srcRect xmlns:a="http://schemas.openxmlformats.org/drawingml/2006/main" l="0" t="0" r="0" b="0"/>
          <a:stretch xmlns:a="http://schemas.openxmlformats.org/drawingml/2006/main"/>
        </p:blipFill>
        <p:spPr>
          <a:xfrm xmlns:a="http://schemas.openxmlformats.org/drawingml/2006/main">
            <a:off x="533400" y="8079525"/>
            <a:ext cx="2933701" cy="189454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7163923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6" name="Google Shape;86;p5">
            <a:extLst xmlns:a="http://schemas.openxmlformats.org/drawingml/2006/main">
              <a:ext uri="{FF2B5EF4-FFF2-40B4-BE49-F238E27FC236}">
                <a16:creationId xmlns:a16="http://schemas.microsoft.com/office/drawing/2014/main" id="{2C47E52F-A068-41CA-83B1-C55F333B6D19}"/>
              </a:ext>
            </a:extLst>
          </p:cNvPr>
          <p:cNvSpPr>
            <a:spLocks xmlns:a="http://schemas.openxmlformats.org/drawingml/2006/main" noGrp="1"/>
          </p:cNvSpPr>
          <p:nvPr/>
        </p:nvSpPr>
        <p:spPr>
          <a:xfrm xmlns:a="http://schemas.openxmlformats.org/drawingml/2006/main">
            <a:off x="3088800" y="2106000"/>
            <a:ext cx="6220800" cy="289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Demo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Data Extraction and chunking, claude demo</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Figure/table/extraction</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how to measure retrieval errors, context assembly errors, answer complerteness errors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600" b="0" i="1" u="none" strike="noStrike" cap="none">
                <a:solidFill>
                  <a:schemeClr val="dk1"/>
                </a:solidFill>
                <a:latin typeface="Arial"/>
                <a:ea typeface="Arial"/>
                <a:cs typeface="Arial"/>
              </a:rPr>
              <a:t>Initial hybrid retrieval: </a:t>
            </a:r>
            <a:r>
              <a:rPr sz="1600" b="1" i="1" u="none" strike="noStrike" cap="none">
                <a:solidFill>
                  <a:schemeClr val="dk1"/>
                </a:solidFill>
                <a:latin typeface="Arial"/>
                <a:ea typeface="Arial"/>
                <a:cs typeface="Arial"/>
              </a:rPr>
              <a:t>top 150 chunks</a:t>
            </a:r>
            <a:endParaRPr sz="1600" b="1"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600" b="0" i="1" u="none" strike="noStrike" cap="none">
                <a:solidFill>
                  <a:schemeClr val="dk1"/>
                </a:solidFill>
                <a:latin typeface="Arial"/>
                <a:ea typeface="Arial"/>
                <a:cs typeface="Arial"/>
              </a:rPr>
              <a:t>Reranker scores those 150 chunks with the query</a:t>
            </a:r>
            <a:endParaRPr sz="1600" b="0"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600" b="0" i="1" u="none" strike="noStrike" cap="none">
                <a:solidFill>
                  <a:schemeClr val="dk1"/>
                </a:solidFill>
                <a:latin typeface="Arial"/>
                <a:ea typeface="Arial"/>
                <a:cs typeface="Arial"/>
              </a:rPr>
              <a:t>Retain </a:t>
            </a:r>
            <a:r>
              <a:rPr sz="1600" b="1" i="1" u="none" strike="noStrike" cap="none">
                <a:solidFill>
                  <a:schemeClr val="dk1"/>
                </a:solidFill>
                <a:latin typeface="Arial"/>
                <a:ea typeface="Arial"/>
                <a:cs typeface="Arial"/>
              </a:rPr>
              <a:t>top 20 chunks</a:t>
            </a:r>
            <a:endParaRPr sz="1600" b="1"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600" b="0" i="1" u="none" strike="noStrike" cap="none">
                <a:solidFill>
                  <a:schemeClr val="dk1"/>
                </a:solidFill>
                <a:latin typeface="Arial"/>
                <a:ea typeface="Arial"/>
                <a:cs typeface="Arial"/>
              </a:rPr>
              <a:t>Pass those 20 chunks to the LLM</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0823817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2" name="Google Shape;92;p6">
            <a:extLst xmlns:a="http://schemas.openxmlformats.org/drawingml/2006/main">
              <a:ext uri="{FF2B5EF4-FFF2-40B4-BE49-F238E27FC236}">
                <a16:creationId xmlns:a16="http://schemas.microsoft.com/office/drawing/2014/main" id="{3216739C-40B5-479C-9D96-AF9A8A6D869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RAG architectures, from naive to agentic</a:t>
            </a:r>
            <a:endParaRPr/>
          </a:p>
        </p:txBody>
      </p:sp>
    </p:spTree>
    <p:extLst>
      <p:ext uri="{BB962C8B-B14F-4D97-AF65-F5344CB8AC3E}">
        <p14:creationId xmlns:p14="http://schemas.microsoft.com/office/powerpoint/2010/main" val="103338230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98" name="Google Shape;98;p7">
            <a:extLst xmlns:a="http://schemas.openxmlformats.org/drawingml/2006/main">
              <a:ext uri="{FF2B5EF4-FFF2-40B4-BE49-F238E27FC236}">
                <a16:creationId xmlns:a16="http://schemas.microsoft.com/office/drawing/2014/main" id="{5BD40C5A-FC4E-4A9C-8601-DC0DC4F9794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51120666f8c40d3">
            <a:alphaModFix/>
          </a:blip>
          <a:srcRect xmlns:a="http://schemas.openxmlformats.org/drawingml/2006/main" l="0" t="0" r="0" b="0"/>
          <a:stretch xmlns:a="http://schemas.openxmlformats.org/drawingml/2006/main"/>
        </p:blipFill>
        <p:spPr>
          <a:xfrm xmlns:a="http://schemas.openxmlformats.org/drawingml/2006/main">
            <a:off x="152400" y="152400"/>
            <a:ext cx="11650132"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870318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Picture 1">
            <a:extLst xmlns:a="http://schemas.openxmlformats.org/drawingml/2006/main">
              <a:ext uri="{FF2B5EF4-FFF2-40B4-BE49-F238E27FC236}">
                <a16:creationId xmlns:a16="http://schemas.microsoft.com/office/drawing/2014/main" id="{A10F1316-3F15-4F0B-889A-1CE7ECD5DBC5}"/>
              </a:ext>
            </a:extLst>
          </p:cNvPr>
          <p:cNvPicPr>
            <a:picLocks xmlns:a="http://schemas.openxmlformats.org/drawingml/2006/main" noChangeAspect="1"/>
          </p:cNvPicPr>
          <p:nvPr/>
        </p:nvPicPr>
        <p:blipFill>
          <a:blip xmlns:r="http://schemas.openxmlformats.org/officeDocument/2006/relationships" xmlns:a="http://schemas.openxmlformats.org/drawingml/2006/main" r:embed="Rf944bc6de5014cea"/>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80262753"/>
      </p:ext>
    </p:extLst>
  </p:cSld>
</p:sld>
</file>

<file path=ppt/slides/slide9.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104" name="Google Shape;104;p8">
            <a:extLst xmlns:a="http://schemas.openxmlformats.org/drawingml/2006/main">
              <a:ext uri="{FF2B5EF4-FFF2-40B4-BE49-F238E27FC236}">
                <a16:creationId xmlns:a16="http://schemas.microsoft.com/office/drawing/2014/main" id="{9B58B30E-FFBF-40D0-8606-BEEC0831386C}"/>
              </a:ext>
            </a:extLst>
          </p:cNvPr>
          <p:cNvSpPr>
            <a:spLocks xmlns:a="http://schemas.openxmlformats.org/drawingml/2006/main" noGrp="1"/>
          </p:cNvSpPr>
          <p:nvPr/>
        </p:nvSpPr>
        <p:spPr>
          <a:xfrm xmlns:a="http://schemas.openxmlformats.org/drawingml/2006/main">
            <a:off x="533400" y="333375"/>
            <a:ext cx="1112520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82524"/>
              </a:buClr>
              <a:buSzPts val="3000"/>
              <a:buFont typeface="Helvetica Neue"/>
              <a:buNone/>
            </a:pPr>
            <a:r>
              <a:rPr sz="3000" b="1" i="0" u="none" strike="noStrike" cap="none">
                <a:solidFill>
                  <a:srgbClr val="182524"/>
                </a:solidFill>
                <a:latin typeface="Helvetica Neue"/>
                <a:ea typeface="Helvetica Neue"/>
                <a:cs typeface="Helvetica Neue"/>
              </a:rPr>
              <a:t>Cosine similarity in 384-dimensional space</a:t>
            </a:r>
            <a:endParaRPr sz="1400" b="0" i="0" u="none" strike="noStrike" cap="none">
              <a:solidFill>
                <a:srgbClr val="000000"/>
              </a:solidFill>
              <a:latin typeface="Arial"/>
              <a:ea typeface="Arial"/>
              <a:cs typeface="Arial"/>
            </a:endParaRPr>
          </a:p>
        </p:txBody>
      </p:sp>
      <p:sp>
        <p:nvSpPr>
          <p:cNvPr id="105" name="Google Shape;105;p8">
            <a:extLst xmlns:a="http://schemas.openxmlformats.org/drawingml/2006/main">
              <a:ext uri="{FF2B5EF4-FFF2-40B4-BE49-F238E27FC236}">
                <a16:creationId xmlns:a16="http://schemas.microsoft.com/office/drawing/2014/main" id="{E70A3F11-A8E2-4E1E-AB5A-3CB5A287BB52}"/>
              </a:ext>
            </a:extLst>
          </p:cNvPr>
          <p:cNvSpPr>
            <a:spLocks xmlns:a="http://schemas.openxmlformats.org/drawingml/2006/main" noGrp="1"/>
          </p:cNvSpPr>
          <p:nvPr/>
        </p:nvSpPr>
        <p:spPr>
          <a:xfrm xmlns:a="http://schemas.openxmlformats.org/drawingml/2006/main">
            <a:off x="533400" y="838200"/>
            <a:ext cx="111252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536463"/>
              </a:buClr>
              <a:buSzPts val="1500"/>
              <a:buFont typeface="Helvetica Neue"/>
              <a:buNone/>
            </a:pPr>
            <a:r>
              <a:rPr sz="1500" b="0" i="0" u="none" strike="noStrike" cap="none">
                <a:solidFill>
                  <a:srgbClr val="536463"/>
                </a:solidFill>
                <a:latin typeface="Helvetica Neue"/>
                <a:ea typeface="Helvetica Neue"/>
                <a:cs typeface="Helvetica Neue"/>
              </a:rPr>
              <a:t>The embedding model maps a query and every chunk to 384 floating-point coordinates</a:t>
            </a:r>
            <a:endParaRPr sz="1400" b="0" i="0" u="none" strike="noStrike" cap="none">
              <a:solidFill>
                <a:srgbClr val="000000"/>
              </a:solidFill>
              <a:latin typeface="Arial"/>
              <a:ea typeface="Arial"/>
              <a:cs typeface="Arial"/>
            </a:endParaRPr>
          </a:p>
        </p:txBody>
      </p:sp>
      <p:sp>
        <p:nvSpPr>
          <p:cNvPr id="106" name="Google Shape;106;p8">
            <a:extLst xmlns:a="http://schemas.openxmlformats.org/drawingml/2006/main">
              <a:ext uri="{FF2B5EF4-FFF2-40B4-BE49-F238E27FC236}">
                <a16:creationId xmlns:a16="http://schemas.microsoft.com/office/drawing/2014/main" id="{C3FF803E-59A9-4D5C-BF0E-B4424050BE78}"/>
              </a:ext>
            </a:extLst>
          </p:cNvPr>
          <p:cNvSpPr>
            <a:spLocks xmlns:a="http://schemas.openxmlformats.org/drawingml/2006/main" noGrp="1"/>
          </p:cNvSpPr>
          <p:nvPr/>
        </p:nvSpPr>
        <p:spPr>
          <a:xfrm xmlns:a="http://schemas.openxmlformats.org/drawingml/2006/main">
            <a:off x="533400" y="1381125"/>
            <a:ext cx="27622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76D98"/>
              </a:buClr>
              <a:buSzPts val="1800"/>
              <a:buFont typeface="Helvetica Neue"/>
              <a:buNone/>
            </a:pPr>
            <a:r>
              <a:rPr sz="1800" b="1" i="0" u="none" strike="noStrike" cap="none">
                <a:solidFill>
                  <a:srgbClr val="176D98"/>
                </a:solidFill>
                <a:latin typeface="Helvetica Neue"/>
                <a:ea typeface="Helvetica Neue"/>
                <a:cs typeface="Helvetica Neue"/>
              </a:rPr>
              <a:t>1  Query embedding</a:t>
            </a:r>
            <a:endParaRPr sz="1400" b="0" i="0" u="none" strike="noStrike" cap="none">
              <a:solidFill>
                <a:srgbClr val="000000"/>
              </a:solidFill>
              <a:latin typeface="Arial"/>
              <a:ea typeface="Arial"/>
              <a:cs typeface="Arial"/>
            </a:endParaRPr>
          </a:p>
        </p:txBody>
      </p:sp>
      <p:sp>
        <p:nvSpPr>
          <p:cNvPr id="107" name="Google Shape;107;p8">
            <a:extLst xmlns:a="http://schemas.openxmlformats.org/drawingml/2006/main">
              <a:ext uri="{FF2B5EF4-FFF2-40B4-BE49-F238E27FC236}">
                <a16:creationId xmlns:a16="http://schemas.microsoft.com/office/drawing/2014/main" id="{00968E20-A7B5-45EC-90ED-92F27E2ABE02}"/>
              </a:ext>
            </a:extLst>
          </p:cNvPr>
          <p:cNvSpPr>
            <a:spLocks xmlns:a="http://schemas.openxmlformats.org/drawingml/2006/main" noGrp="1"/>
          </p:cNvSpPr>
          <p:nvPr/>
        </p:nvSpPr>
        <p:spPr>
          <a:xfrm xmlns:a="http://schemas.openxmlformats.org/drawingml/2006/main">
            <a:off x="533400" y="1809750"/>
            <a:ext cx="2857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43130"/>
              </a:buClr>
              <a:buSzPts val="1650"/>
              <a:buFont typeface="Helvetica Neue"/>
              <a:buNone/>
            </a:pPr>
            <a:r>
              <a:rPr sz="1650" b="1" i="0" u="none" strike="noStrike" cap="none">
                <a:solidFill>
                  <a:srgbClr val="243130"/>
                </a:solidFill>
                <a:latin typeface="Helvetica Neue"/>
                <a:ea typeface="Helvetica Neue"/>
                <a:cs typeface="Helvetica Neue"/>
              </a:rPr>
              <a:t>“Which policy covers thrombocytopenia?”</a:t>
            </a:r>
            <a:endParaRPr sz="1400" b="0" i="0" u="none" strike="noStrike" cap="none">
              <a:solidFill>
                <a:srgbClr val="000000"/>
              </a:solidFill>
              <a:latin typeface="Arial"/>
              <a:ea typeface="Arial"/>
              <a:cs typeface="Arial"/>
            </a:endParaRPr>
          </a:p>
        </p:txBody>
      </p:sp>
      <p:sp>
        <p:nvSpPr>
          <p:cNvPr id="108" name="Google Shape;108;p8">
            <a:extLst xmlns:a="http://schemas.openxmlformats.org/drawingml/2006/main">
              <a:ext uri="{FF2B5EF4-FFF2-40B4-BE49-F238E27FC236}">
                <a16:creationId xmlns:a16="http://schemas.microsoft.com/office/drawing/2014/main" id="{32452E45-8358-4D0C-900F-69D0A8F662EF}"/>
              </a:ext>
            </a:extLst>
          </p:cNvPr>
          <p:cNvSpPr>
            <a:spLocks xmlns:a="http://schemas.openxmlformats.org/drawingml/2006/main" noGrp="1"/>
          </p:cNvSpPr>
          <p:nvPr/>
        </p:nvSpPr>
        <p:spPr>
          <a:xfrm xmlns:a="http://schemas.openxmlformats.org/drawingml/2006/main">
            <a:off x="533400" y="2600325"/>
            <a:ext cx="2952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5B4CB2"/>
              </a:buClr>
              <a:buSzPts val="1500"/>
              <a:buFont typeface="Helvetica Neue"/>
              <a:buNone/>
            </a:pPr>
            <a:r>
              <a:rPr sz="1500" b="1" i="0" u="none" strike="noStrike" cap="none">
                <a:solidFill>
                  <a:srgbClr val="5B4CB2"/>
                </a:solidFill>
                <a:latin typeface="Helvetica Neue"/>
                <a:ea typeface="Helvetica Neue"/>
                <a:cs typeface="Helvetica Neue"/>
              </a:rPr>
              <a:t>Vector length = 384</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5B4CB2"/>
              </a:buClr>
              <a:buSzPts val="1500"/>
              <a:buFont typeface="Helvetica Neue"/>
              <a:buNone/>
            </a:pPr>
            <a:r>
              <a:rPr sz="1500" b="1" i="0" u="none" strike="noStrike" cap="none">
                <a:solidFill>
                  <a:srgbClr val="5B4CB2"/>
                </a:solidFill>
                <a:latin typeface="Helvetica Neue"/>
                <a:ea typeface="Helvetica Neue"/>
                <a:cs typeface="Helvetica Neue"/>
              </a:rPr>
              <a:t>One coordinate per dimension</a:t>
            </a:r>
            <a:endParaRPr sz="1400" b="0" i="0" u="none" strike="noStrike" cap="none">
              <a:solidFill>
                <a:srgbClr val="000000"/>
              </a:solidFill>
              <a:latin typeface="Arial"/>
              <a:ea typeface="Arial"/>
              <a:cs typeface="Arial"/>
            </a:endParaRPr>
          </a:p>
        </p:txBody>
      </p:sp>
      <p:sp>
        <p:nvSpPr>
          <p:cNvPr id="109" name="Google Shape;109;p8">
            <a:extLst xmlns:a="http://schemas.openxmlformats.org/drawingml/2006/main">
              <a:ext uri="{FF2B5EF4-FFF2-40B4-BE49-F238E27FC236}">
                <a16:creationId xmlns:a16="http://schemas.microsoft.com/office/drawing/2014/main" id="{EDA3500C-23FC-47E7-80E6-AC7B6A2326C9}"/>
              </a:ext>
            </a:extLst>
          </p:cNvPr>
          <p:cNvSpPr>
            <a:spLocks xmlns:a="http://schemas.openxmlformats.org/drawingml/2006/main" noGrp="1"/>
          </p:cNvSpPr>
          <p:nvPr/>
        </p:nvSpPr>
        <p:spPr>
          <a:xfrm xmlns:a="http://schemas.openxmlformats.org/drawingml/2006/main">
            <a:off x="533400" y="3429000"/>
            <a:ext cx="2857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275"/>
              <a:buFont typeface="Helvetica Neue"/>
              <a:buNone/>
            </a:pPr>
            <a:r>
              <a:rPr sz="1275" b="0" i="0" u="none" strike="noStrike" cap="none">
                <a:solidFill>
                  <a:srgbClr val="62716F"/>
                </a:solidFill>
                <a:latin typeface="Helvetica Neue"/>
                <a:ea typeface="Helvetica Neue"/>
                <a:cs typeface="Helvetica Neue"/>
              </a:rPr>
              <a:t>The image shows three values.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62716F"/>
              </a:buClr>
              <a:buSzPts val="1275"/>
              <a:buFont typeface="Helvetica Neue"/>
              <a:buNone/>
            </a:pPr>
            <a:r>
              <a:rPr sz="1275" b="0" i="0" u="none" strike="noStrike" cap="none">
                <a:solidFill>
                  <a:srgbClr val="62716F"/>
                </a:solidFill>
                <a:latin typeface="Helvetica Neue"/>
                <a:ea typeface="Helvetica Neue"/>
                <a:cs typeface="Helvetica Neue"/>
              </a:rPr>
              <a:t>The ellipsis represents the remaining 381.</a:t>
            </a:r>
            <a:endParaRPr sz="1400" b="0" i="0" u="none" strike="noStrike" cap="none">
              <a:solidFill>
                <a:srgbClr val="000000"/>
              </a:solidFill>
              <a:latin typeface="Arial"/>
              <a:ea typeface="Arial"/>
              <a:cs typeface="Arial"/>
            </a:endParaRPr>
          </a:p>
        </p:txBody>
      </p:sp>
      <p:sp>
        <p:nvSpPr>
          <p:cNvPr id="110" name="Google Shape;110;p8">
            <a:extLst xmlns:a="http://schemas.openxmlformats.org/drawingml/2006/main">
              <a:ext uri="{FF2B5EF4-FFF2-40B4-BE49-F238E27FC236}">
                <a16:creationId xmlns:a16="http://schemas.microsoft.com/office/drawing/2014/main" id="{3E190CD4-6457-4585-B1E5-8447FC2515E9}"/>
              </a:ext>
            </a:extLst>
          </p:cNvPr>
          <p:cNvSpPr>
            <a:spLocks xmlns:a="http://schemas.openxmlformats.org/drawingml/2006/main" noGrp="1"/>
          </p:cNvSpPr>
          <p:nvPr/>
        </p:nvSpPr>
        <p:spPr>
          <a:xfrm xmlns:a="http://schemas.openxmlformats.org/drawingml/2006/main">
            <a:off x="3857625" y="1381125"/>
            <a:ext cx="37147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765E"/>
              </a:buClr>
              <a:buSzPts val="1800"/>
              <a:buFont typeface="Helvetica Neue"/>
              <a:buNone/>
            </a:pPr>
            <a:r>
              <a:rPr sz="1800" b="1" i="0" u="none" strike="noStrike" cap="none">
                <a:solidFill>
                  <a:srgbClr val="1E765E"/>
                </a:solidFill>
                <a:latin typeface="Helvetica Neue"/>
                <a:ea typeface="Helvetica Neue"/>
                <a:cs typeface="Helvetica Neue"/>
              </a:rPr>
              <a:t>2  Embedding space</a:t>
            </a:r>
            <a:endParaRPr sz="1400" b="0" i="0" u="none" strike="noStrike" cap="none">
              <a:solidFill>
                <a:srgbClr val="000000"/>
              </a:solidFill>
              <a:latin typeface="Arial"/>
              <a:ea typeface="Arial"/>
              <a:cs typeface="Arial"/>
            </a:endParaRPr>
          </a:p>
        </p:txBody>
      </p:sp>
      <p:pic>
        <p:nvPicPr>
          <p:cNvPr id="111" name="Google Shape;111;p8">
            <a:extLst xmlns:a="http://schemas.openxmlformats.org/drawingml/2006/main">
              <a:ext uri="{FF2B5EF4-FFF2-40B4-BE49-F238E27FC236}">
                <a16:creationId xmlns:a16="http://schemas.microsoft.com/office/drawing/2014/main" id="{7266FDA8-43F1-4B3F-9115-6CA4E65A2D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1eaced09514508">
            <a:alphaModFix/>
          </a:blip>
          <a:srcRect xmlns:a="http://schemas.openxmlformats.org/drawingml/2006/main" l="0" t="0" r="0" b="0"/>
          <a:stretch xmlns:a="http://schemas.openxmlformats.org/drawingml/2006/main"/>
        </p:blipFill>
        <p:spPr>
          <a:xfrm xmlns:a="http://schemas.openxmlformats.org/drawingml/2006/main">
            <a:off x="3667125" y="1714500"/>
            <a:ext cx="4095750" cy="4095750"/>
          </a:xfrm>
          <a:prstGeom xmlns:a="http://schemas.openxmlformats.org/drawingml/2006/main" prst="rect">
            <a:avLst/>
          </a:prstGeom>
          <a:ln xmlns:a="http://schemas.openxmlformats.org/drawingml/2006/main">
            <a:noFill/>
          </a:ln>
        </p:spPr>
      </p:pic>
      <p:cxnSp>
        <p:nvCxnSpPr>
          <p:cNvPr id="112" name="Google Shape;112;p8">
            <a:extLst xmlns:a="http://schemas.openxmlformats.org/drawingml/2006/main">
              <a:ext uri="{FF2B5EF4-FFF2-40B4-BE49-F238E27FC236}">
                <a16:creationId xmlns:a16="http://schemas.microsoft.com/office/drawing/2014/main" id="{536ADC5F-8697-491D-B800-2E87E4945347}"/>
              </a:ext>
            </a:extLst>
          </p:cNvPr>
          <p:cNvCxnSpPr/>
          <p:nvPr/>
        </p:nvCxnSpPr>
        <p:spPr>
          <a:xfrm xmlns:a="http://schemas.openxmlformats.org/drawingml/2006/main">
            <a:off x="5048250" y="3476625"/>
            <a:ext cx="666750" cy="619125"/>
          </a:xfrm>
          <a:prstGeom xmlns:a="http://schemas.openxmlformats.org/drawingml/2006/main" prst="straightConnector1">
            <a:avLst/>
          </a:prstGeom>
          <a:ln xmlns:a="http://schemas.openxmlformats.org/drawingml/2006/main" w="38100" cap="flat">
            <a:solidFill>
              <a:srgbClr val="D33A89"/>
            </a:solidFill>
            <a:prstDash val="solid"/>
            <a:round/>
            <a:headEnd type="none" w="sm" len="sm"/>
            <a:tailEnd type="none" w="sm" len="sm"/>
          </a:ln>
        </p:spPr>
      </p:cxnSp>
      <p:cxnSp>
        <p:nvCxnSpPr>
          <p:cNvPr id="113" name="Google Shape;113;p8">
            <a:extLst xmlns:a="http://schemas.openxmlformats.org/drawingml/2006/main">
              <a:ext uri="{FF2B5EF4-FFF2-40B4-BE49-F238E27FC236}">
                <a16:creationId xmlns:a16="http://schemas.microsoft.com/office/drawing/2014/main" id="{0AFFB826-07DA-42C5-8727-DD9BC80F992E}"/>
              </a:ext>
            </a:extLst>
          </p:cNvPr>
          <p:cNvCxnSpPr/>
          <p:nvPr/>
        </p:nvCxnSpPr>
        <p:spPr>
          <a:xfrm xmlns:a="http://schemas.openxmlformats.org/drawingml/2006/main">
            <a:off x="4810125" y="3333750"/>
            <a:ext cx="904875" cy="762000"/>
          </a:xfrm>
          <a:prstGeom xmlns:a="http://schemas.openxmlformats.org/drawingml/2006/main" prst="straightConnector1">
            <a:avLst/>
          </a:prstGeom>
          <a:ln xmlns:a="http://schemas.openxmlformats.org/drawingml/2006/main" w="28575" cap="flat">
            <a:solidFill>
              <a:srgbClr val="1D9A6C"/>
            </a:solidFill>
            <a:prstDash val="solid"/>
            <a:round/>
            <a:headEnd type="none" w="sm" len="sm"/>
            <a:tailEnd type="none" w="sm" len="sm"/>
          </a:ln>
        </p:spPr>
      </p:cxnSp>
      <p:cxnSp>
        <p:nvCxnSpPr>
          <p:cNvPr id="114" name="Google Shape;114;p8">
            <a:extLst xmlns:a="http://schemas.openxmlformats.org/drawingml/2006/main">
              <a:ext uri="{FF2B5EF4-FFF2-40B4-BE49-F238E27FC236}">
                <a16:creationId xmlns:a16="http://schemas.microsoft.com/office/drawing/2014/main" id="{04F895A9-4F17-4B99-85EA-49460296DF25}"/>
              </a:ext>
            </a:extLst>
          </p:cNvPr>
          <p:cNvCxnSpPr/>
          <p:nvPr/>
        </p:nvCxnSpPr>
        <p:spPr>
          <a:xfrm xmlns:a="http://schemas.openxmlformats.org/drawingml/2006/main">
            <a:off x="5715000" y="2476500"/>
            <a:ext cx="0" cy="1619250"/>
          </a:xfrm>
          <a:prstGeom xmlns:a="http://schemas.openxmlformats.org/drawingml/2006/main" prst="straightConnector1">
            <a:avLst/>
          </a:prstGeom>
          <a:ln xmlns:a="http://schemas.openxmlformats.org/drawingml/2006/main" w="28575" cap="flat">
            <a:solidFill>
              <a:srgbClr val="257EB4"/>
            </a:solidFill>
            <a:prstDash val="solid"/>
            <a:round/>
            <a:headEnd type="none" w="sm" len="sm"/>
            <a:tailEnd type="none" w="sm" len="sm"/>
          </a:ln>
        </p:spPr>
      </p:cxnSp>
      <p:cxnSp>
        <p:nvCxnSpPr>
          <p:cNvPr id="115" name="Google Shape;115;p8">
            <a:extLst xmlns:a="http://schemas.openxmlformats.org/drawingml/2006/main">
              <a:ext uri="{FF2B5EF4-FFF2-40B4-BE49-F238E27FC236}">
                <a16:creationId xmlns:a16="http://schemas.microsoft.com/office/drawing/2014/main" id="{E48EA00B-0BA0-4EFB-844B-FDECC4EA56FC}"/>
              </a:ext>
            </a:extLst>
          </p:cNvPr>
          <p:cNvCxnSpPr/>
          <p:nvPr/>
        </p:nvCxnSpPr>
        <p:spPr>
          <a:xfrm xmlns:a="http://schemas.openxmlformats.org/drawingml/2006/main">
            <a:off x="5715000" y="4095750"/>
            <a:ext cx="1143000" cy="857250"/>
          </a:xfrm>
          <a:prstGeom xmlns:a="http://schemas.openxmlformats.org/drawingml/2006/main" prst="straightConnector1">
            <a:avLst/>
          </a:prstGeom>
          <a:ln xmlns:a="http://schemas.openxmlformats.org/drawingml/2006/main" w="28575" cap="flat">
            <a:solidFill>
              <a:srgbClr val="C9780E"/>
            </a:solidFill>
            <a:prstDash val="solid"/>
            <a:round/>
            <a:headEnd type="none" w="sm" len="sm"/>
            <a:tailEnd type="none" w="sm" len="sm"/>
          </a:ln>
        </p:spPr>
      </p:cxnSp>
      <p:sp>
        <p:nvSpPr>
          <p:cNvPr id="116" name="Google Shape;116;p8">
            <a:extLst xmlns:a="http://schemas.openxmlformats.org/drawingml/2006/main">
              <a:ext uri="{FF2B5EF4-FFF2-40B4-BE49-F238E27FC236}">
                <a16:creationId xmlns:a16="http://schemas.microsoft.com/office/drawing/2014/main" id="{43D7D503-E973-4E7E-A5E0-04CB0D54654D}"/>
              </a:ext>
            </a:extLst>
          </p:cNvPr>
          <p:cNvSpPr>
            <a:spLocks xmlns:a="http://schemas.openxmlformats.org/drawingml/2006/main" noGrp="1"/>
          </p:cNvSpPr>
          <p:nvPr/>
        </p:nvSpPr>
        <p:spPr>
          <a:xfrm xmlns:a="http://schemas.openxmlformats.org/drawingml/2006/main">
            <a:off x="5657850" y="4038600"/>
            <a:ext cx="114300" cy="114300"/>
          </a:xfrm>
          <a:prstGeom xmlns:a="http://schemas.openxmlformats.org/drawingml/2006/main" prst="ellipse">
            <a:avLst/>
          </a:prstGeom>
          <a:solidFill xmlns:a="http://schemas.openxmlformats.org/drawingml/2006/main">
            <a:srgbClr val="263837"/>
          </a:solidFill>
          <a:ln xmlns:a="http://schemas.openxmlformats.org/drawingml/2006/main" w="19050" cap="flat" cmpd="sng">
            <a:solidFill>
              <a:srgbClr val="FFFFF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7" name="Google Shape;117;p8">
            <a:extLst xmlns:a="http://schemas.openxmlformats.org/drawingml/2006/main">
              <a:ext uri="{FF2B5EF4-FFF2-40B4-BE49-F238E27FC236}">
                <a16:creationId xmlns:a16="http://schemas.microsoft.com/office/drawing/2014/main" id="{6202272A-2AB9-4BB1-A395-BB545C3EACEF}"/>
              </a:ext>
            </a:extLst>
          </p:cNvPr>
          <p:cNvSpPr>
            <a:spLocks xmlns:a="http://schemas.openxmlformats.org/drawingml/2006/main" noGrp="1"/>
          </p:cNvSpPr>
          <p:nvPr/>
        </p:nvSpPr>
        <p:spPr>
          <a:xfrm xmlns:a="http://schemas.openxmlformats.org/drawingml/2006/main">
            <a:off x="4972050" y="3400425"/>
            <a:ext cx="152400" cy="152400"/>
          </a:xfrm>
          <a:prstGeom xmlns:a="http://schemas.openxmlformats.org/drawingml/2006/main" prst="ellipse">
            <a:avLst/>
          </a:prstGeom>
          <a:solidFill xmlns:a="http://schemas.openxmlformats.org/drawingml/2006/main">
            <a:srgbClr val="D33A89"/>
          </a:solidFill>
          <a:ln xmlns:a="http://schemas.openxmlformats.org/drawingml/2006/main" w="19050" cap="flat" cmpd="sng">
            <a:solidFill>
              <a:srgbClr val="FFFFFF"/>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8" name="Google Shape;118;p8">
            <a:extLst xmlns:a="http://schemas.openxmlformats.org/drawingml/2006/main">
              <a:ext uri="{FF2B5EF4-FFF2-40B4-BE49-F238E27FC236}">
                <a16:creationId xmlns:a16="http://schemas.microsoft.com/office/drawing/2014/main" id="{D7AAB78F-F4AD-47A1-B6A6-AB565381FBAD}"/>
              </a:ext>
            </a:extLst>
          </p:cNvPr>
          <p:cNvSpPr>
            <a:spLocks xmlns:a="http://schemas.openxmlformats.org/drawingml/2006/main" noGrp="1"/>
          </p:cNvSpPr>
          <p:nvPr/>
        </p:nvSpPr>
        <p:spPr>
          <a:xfrm xmlns:a="http://schemas.openxmlformats.org/drawingml/2006/main">
            <a:off x="5162550" y="3238500"/>
            <a:ext cx="904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D33A89"/>
              </a:buClr>
              <a:buSzPts val="1200"/>
              <a:buFont typeface="Helvetica Neue"/>
              <a:buNone/>
            </a:pPr>
            <a:r>
              <a:rPr sz="1200" b="1" i="0" u="none" strike="noStrike" cap="none">
                <a:solidFill>
                  <a:srgbClr val="D33A89"/>
                </a:solidFill>
                <a:latin typeface="Helvetica Neue"/>
                <a:ea typeface="Helvetica Neue"/>
                <a:cs typeface="Helvetica Neue"/>
              </a:rPr>
              <a:t>query q</a:t>
            </a:r>
            <a:endParaRPr sz="1400" b="0" i="0" u="none" strike="noStrike" cap="none">
              <a:solidFill>
                <a:srgbClr val="000000"/>
              </a:solidFill>
              <a:latin typeface="Arial"/>
              <a:ea typeface="Arial"/>
              <a:cs typeface="Arial"/>
            </a:endParaRPr>
          </a:p>
        </p:txBody>
      </p:sp>
      <p:sp>
        <p:nvSpPr>
          <p:cNvPr id="119" name="Google Shape;119;p8">
            <a:extLst xmlns:a="http://schemas.openxmlformats.org/drawingml/2006/main">
              <a:ext uri="{FF2B5EF4-FFF2-40B4-BE49-F238E27FC236}">
                <a16:creationId xmlns:a16="http://schemas.microsoft.com/office/drawing/2014/main" id="{AF53F91A-7D14-45E9-B47B-E76821EEDFF0}"/>
              </a:ext>
            </a:extLst>
          </p:cNvPr>
          <p:cNvSpPr>
            <a:spLocks xmlns:a="http://schemas.openxmlformats.org/drawingml/2006/main" noGrp="1"/>
          </p:cNvSpPr>
          <p:nvPr/>
        </p:nvSpPr>
        <p:spPr>
          <a:xfrm xmlns:a="http://schemas.openxmlformats.org/drawingml/2006/main">
            <a:off x="4733925" y="3257550"/>
            <a:ext cx="152400" cy="152400"/>
          </a:xfrm>
          <a:prstGeom xmlns:a="http://schemas.openxmlformats.org/drawingml/2006/main" prst="ellipse">
            <a:avLst/>
          </a:prstGeom>
          <a:solidFill xmlns:a="http://schemas.openxmlformats.org/drawingml/2006/main">
            <a:srgbClr val="1D9A6C"/>
          </a:solidFill>
          <a:ln xmlns:a="http://schemas.openxmlformats.org/drawingml/2006/main" w="19050" cap="flat" cmpd="sng">
            <a:solidFill>
              <a:srgbClr val="FFFFFF"/>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20" name="Google Shape;120;p8">
            <a:extLst xmlns:a="http://schemas.openxmlformats.org/drawingml/2006/main">
              <a:ext uri="{FF2B5EF4-FFF2-40B4-BE49-F238E27FC236}">
                <a16:creationId xmlns:a16="http://schemas.microsoft.com/office/drawing/2014/main" id="{C5712CDB-15D7-4DB9-9E71-639867C2A8C3}"/>
              </a:ext>
            </a:extLst>
          </p:cNvPr>
          <p:cNvSpPr>
            <a:spLocks xmlns:a="http://schemas.openxmlformats.org/drawingml/2006/main" noGrp="1"/>
          </p:cNvSpPr>
          <p:nvPr/>
        </p:nvSpPr>
        <p:spPr>
          <a:xfrm xmlns:a="http://schemas.openxmlformats.org/drawingml/2006/main">
            <a:off x="3933825" y="3352800"/>
            <a:ext cx="904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D9A6C"/>
              </a:buClr>
              <a:buSzPts val="1200"/>
              <a:buFont typeface="Helvetica Neue"/>
              <a:buNone/>
            </a:pPr>
            <a:r>
              <a:rPr sz="1200" b="1" i="0" u="none" strike="noStrike" cap="none">
                <a:solidFill>
                  <a:srgbClr val="1D9A6C"/>
                </a:solidFill>
                <a:latin typeface="Helvetica Neue"/>
                <a:ea typeface="Helvetica Neue"/>
                <a:cs typeface="Helvetica Neue"/>
              </a:rPr>
              <a:t>chunk A</a:t>
            </a:r>
            <a:endParaRPr sz="1400" b="0" i="0" u="none" strike="noStrike" cap="none">
              <a:solidFill>
                <a:srgbClr val="000000"/>
              </a:solidFill>
              <a:latin typeface="Arial"/>
              <a:ea typeface="Arial"/>
              <a:cs typeface="Arial"/>
            </a:endParaRPr>
          </a:p>
        </p:txBody>
      </p:sp>
      <p:sp>
        <p:nvSpPr>
          <p:cNvPr id="121" name="Google Shape;121;p8">
            <a:extLst xmlns:a="http://schemas.openxmlformats.org/drawingml/2006/main">
              <a:ext uri="{FF2B5EF4-FFF2-40B4-BE49-F238E27FC236}">
                <a16:creationId xmlns:a16="http://schemas.microsoft.com/office/drawing/2014/main" id="{1AB67E22-87A8-4521-970A-2BD706D2E6E8}"/>
              </a:ext>
            </a:extLst>
          </p:cNvPr>
          <p:cNvSpPr>
            <a:spLocks xmlns:a="http://schemas.openxmlformats.org/drawingml/2006/main" noGrp="1"/>
          </p:cNvSpPr>
          <p:nvPr/>
        </p:nvSpPr>
        <p:spPr>
          <a:xfrm xmlns:a="http://schemas.openxmlformats.org/drawingml/2006/main">
            <a:off x="5638800" y="2400300"/>
            <a:ext cx="152400" cy="152400"/>
          </a:xfrm>
          <a:prstGeom xmlns:a="http://schemas.openxmlformats.org/drawingml/2006/main" prst="ellipse">
            <a:avLst/>
          </a:prstGeom>
          <a:solidFill xmlns:a="http://schemas.openxmlformats.org/drawingml/2006/main">
            <a:srgbClr val="257EB4"/>
          </a:solidFill>
          <a:ln xmlns:a="http://schemas.openxmlformats.org/drawingml/2006/main" w="19050" cap="flat" cmpd="sng">
            <a:solidFill>
              <a:srgbClr val="FFFFFF"/>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22" name="Google Shape;122;p8">
            <a:extLst xmlns:a="http://schemas.openxmlformats.org/drawingml/2006/main">
              <a:ext uri="{FF2B5EF4-FFF2-40B4-BE49-F238E27FC236}">
                <a16:creationId xmlns:a16="http://schemas.microsoft.com/office/drawing/2014/main" id="{4D942914-B1FF-4C6C-AF09-8A4CBFDE3ECD}"/>
              </a:ext>
            </a:extLst>
          </p:cNvPr>
          <p:cNvSpPr>
            <a:spLocks xmlns:a="http://schemas.openxmlformats.org/drawingml/2006/main" noGrp="1"/>
          </p:cNvSpPr>
          <p:nvPr/>
        </p:nvSpPr>
        <p:spPr>
          <a:xfrm xmlns:a="http://schemas.openxmlformats.org/drawingml/2006/main">
            <a:off x="5829300" y="2362200"/>
            <a:ext cx="904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57EB4"/>
              </a:buClr>
              <a:buSzPts val="1200"/>
              <a:buFont typeface="Helvetica Neue"/>
              <a:buNone/>
            </a:pPr>
            <a:r>
              <a:rPr sz="1200" b="1" i="0" u="none" strike="noStrike" cap="none">
                <a:solidFill>
                  <a:srgbClr val="257EB4"/>
                </a:solidFill>
                <a:latin typeface="Helvetica Neue"/>
                <a:ea typeface="Helvetica Neue"/>
                <a:cs typeface="Helvetica Neue"/>
              </a:rPr>
              <a:t>chunk B</a:t>
            </a:r>
            <a:endParaRPr sz="1400" b="0" i="0" u="none" strike="noStrike" cap="none">
              <a:solidFill>
                <a:srgbClr val="000000"/>
              </a:solidFill>
              <a:latin typeface="Arial"/>
              <a:ea typeface="Arial"/>
              <a:cs typeface="Arial"/>
            </a:endParaRPr>
          </a:p>
        </p:txBody>
      </p:sp>
      <p:sp>
        <p:nvSpPr>
          <p:cNvPr id="123" name="Google Shape;123;p8">
            <a:extLst xmlns:a="http://schemas.openxmlformats.org/drawingml/2006/main">
              <a:ext uri="{FF2B5EF4-FFF2-40B4-BE49-F238E27FC236}">
                <a16:creationId xmlns:a16="http://schemas.microsoft.com/office/drawing/2014/main" id="{C31BB818-5545-4484-B2C8-66E254ED703C}"/>
              </a:ext>
            </a:extLst>
          </p:cNvPr>
          <p:cNvSpPr>
            <a:spLocks xmlns:a="http://schemas.openxmlformats.org/drawingml/2006/main" noGrp="1"/>
          </p:cNvSpPr>
          <p:nvPr/>
        </p:nvSpPr>
        <p:spPr>
          <a:xfrm xmlns:a="http://schemas.openxmlformats.org/drawingml/2006/main">
            <a:off x="6781800" y="4876800"/>
            <a:ext cx="152400" cy="152400"/>
          </a:xfrm>
          <a:prstGeom xmlns:a="http://schemas.openxmlformats.org/drawingml/2006/main" prst="ellipse">
            <a:avLst/>
          </a:prstGeom>
          <a:solidFill xmlns:a="http://schemas.openxmlformats.org/drawingml/2006/main">
            <a:srgbClr val="C9780E"/>
          </a:solidFill>
          <a:ln xmlns:a="http://schemas.openxmlformats.org/drawingml/2006/main" w="19050" cap="flat" cmpd="sng">
            <a:solidFill>
              <a:srgbClr val="FFFFFF"/>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24" name="Google Shape;124;p8">
            <a:extLst xmlns:a="http://schemas.openxmlformats.org/drawingml/2006/main">
              <a:ext uri="{FF2B5EF4-FFF2-40B4-BE49-F238E27FC236}">
                <a16:creationId xmlns:a16="http://schemas.microsoft.com/office/drawing/2014/main" id="{AD6D7A48-CC75-48A1-9EE2-C9E748796E87}"/>
              </a:ext>
            </a:extLst>
          </p:cNvPr>
          <p:cNvSpPr>
            <a:spLocks xmlns:a="http://schemas.openxmlformats.org/drawingml/2006/main" noGrp="1"/>
          </p:cNvSpPr>
          <p:nvPr/>
        </p:nvSpPr>
        <p:spPr>
          <a:xfrm xmlns:a="http://schemas.openxmlformats.org/drawingml/2006/main">
            <a:off x="6972300" y="4876800"/>
            <a:ext cx="9048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780E"/>
              </a:buClr>
              <a:buSzPts val="1200"/>
              <a:buFont typeface="Helvetica Neue"/>
              <a:buNone/>
            </a:pPr>
            <a:r>
              <a:rPr sz="1200" b="1" i="0" u="none" strike="noStrike" cap="none">
                <a:solidFill>
                  <a:srgbClr val="C9780E"/>
                </a:solidFill>
                <a:latin typeface="Helvetica Neue"/>
                <a:ea typeface="Helvetica Neue"/>
                <a:cs typeface="Helvetica Neue"/>
              </a:rPr>
              <a:t>chunk C</a:t>
            </a:r>
            <a:endParaRPr sz="1400" b="0" i="0" u="none" strike="noStrike" cap="none">
              <a:solidFill>
                <a:srgbClr val="000000"/>
              </a:solidFill>
              <a:latin typeface="Arial"/>
              <a:ea typeface="Arial"/>
              <a:cs typeface="Arial"/>
            </a:endParaRPr>
          </a:p>
        </p:txBody>
      </p:sp>
      <p:sp>
        <p:nvSpPr>
          <p:cNvPr id="125" name="Google Shape;125;p8">
            <a:extLst xmlns:a="http://schemas.openxmlformats.org/drawingml/2006/main">
              <a:ext uri="{FF2B5EF4-FFF2-40B4-BE49-F238E27FC236}">
                <a16:creationId xmlns:a16="http://schemas.microsoft.com/office/drawing/2014/main" id="{FD282638-23FD-436D-B931-0424E4AA6008}"/>
              </a:ext>
            </a:extLst>
          </p:cNvPr>
          <p:cNvSpPr>
            <a:spLocks xmlns:a="http://schemas.openxmlformats.org/drawingml/2006/main" noGrp="1"/>
          </p:cNvSpPr>
          <p:nvPr/>
        </p:nvSpPr>
        <p:spPr>
          <a:xfrm xmlns:a="http://schemas.openxmlformats.org/drawingml/2006/main">
            <a:off x="3857625" y="5781675"/>
            <a:ext cx="3714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62828"/>
              </a:buClr>
              <a:buSzPts val="1125"/>
              <a:buFont typeface="Helvetica Neue"/>
              <a:buNone/>
            </a:pPr>
            <a:r>
              <a:rPr sz="1125" b="1" i="0" u="none" strike="noStrike" cap="none">
                <a:solidFill>
                  <a:srgbClr val="C62828"/>
                </a:solidFill>
                <a:latin typeface="Helvetica Neue"/>
                <a:ea typeface="Helvetica Neue"/>
                <a:cs typeface="Helvetica Neue"/>
              </a:rPr>
              <a:t>Thin red shell: most probability mass</a:t>
            </a:r>
            <a:endParaRPr sz="1400" b="0" i="0" u="none" strike="noStrike" cap="none">
              <a:solidFill>
                <a:srgbClr val="000000"/>
              </a:solidFill>
              <a:latin typeface="Arial"/>
              <a:ea typeface="Arial"/>
              <a:cs typeface="Arial"/>
            </a:endParaRPr>
          </a:p>
        </p:txBody>
      </p:sp>
      <p:sp>
        <p:nvSpPr>
          <p:cNvPr id="126" name="Google Shape;126;p8">
            <a:extLst xmlns:a="http://schemas.openxmlformats.org/drawingml/2006/main">
              <a:ext uri="{FF2B5EF4-FFF2-40B4-BE49-F238E27FC236}">
                <a16:creationId xmlns:a16="http://schemas.microsoft.com/office/drawing/2014/main" id="{7093982D-F024-4E47-9908-52B208BE5A6C}"/>
              </a:ext>
            </a:extLst>
          </p:cNvPr>
          <p:cNvSpPr>
            <a:spLocks xmlns:a="http://schemas.openxmlformats.org/drawingml/2006/main" noGrp="1"/>
          </p:cNvSpPr>
          <p:nvPr/>
        </p:nvSpPr>
        <p:spPr>
          <a:xfrm xmlns:a="http://schemas.openxmlformats.org/drawingml/2006/main">
            <a:off x="3857625" y="6010275"/>
            <a:ext cx="3714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050"/>
              <a:buFont typeface="Helvetica Neue"/>
              <a:buNone/>
            </a:pPr>
            <a:r>
              <a:rPr sz="1050" b="0" i="0" u="none" strike="noStrike" cap="none">
                <a:solidFill>
                  <a:srgbClr val="62716F"/>
                </a:solidFill>
                <a:latin typeface="Helvetica Neue"/>
                <a:ea typeface="Helvetica Neue"/>
                <a:cs typeface="Helvetica Neue"/>
              </a:rPr>
              <a:t>Pale center: very little probability mass</a:t>
            </a:r>
            <a:endParaRPr sz="1400" b="0" i="0" u="none" strike="noStrike" cap="none">
              <a:solidFill>
                <a:srgbClr val="000000"/>
              </a:solidFill>
              <a:latin typeface="Arial"/>
              <a:ea typeface="Arial"/>
              <a:cs typeface="Arial"/>
            </a:endParaRPr>
          </a:p>
        </p:txBody>
      </p:sp>
      <p:sp>
        <p:nvSpPr>
          <p:cNvPr id="127" name="Google Shape;127;p8">
            <a:extLst xmlns:a="http://schemas.openxmlformats.org/drawingml/2006/main">
              <a:ext uri="{FF2B5EF4-FFF2-40B4-BE49-F238E27FC236}">
                <a16:creationId xmlns:a16="http://schemas.microsoft.com/office/drawing/2014/main" id="{8B635C05-4D01-44EB-978F-D3561EB950CF}"/>
              </a:ext>
            </a:extLst>
          </p:cNvPr>
          <p:cNvSpPr>
            <a:spLocks xmlns:a="http://schemas.openxmlformats.org/drawingml/2006/main" noGrp="1"/>
          </p:cNvSpPr>
          <p:nvPr/>
        </p:nvSpPr>
        <p:spPr>
          <a:xfrm xmlns:a="http://schemas.openxmlformats.org/drawingml/2006/main">
            <a:off x="8143875" y="1381125"/>
            <a:ext cx="3476625"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A66008"/>
              </a:buClr>
              <a:buSzPts val="1800"/>
              <a:buFont typeface="Helvetica Neue"/>
              <a:buNone/>
            </a:pPr>
            <a:r>
              <a:rPr sz="1800" b="1" i="0" u="none" strike="noStrike" cap="none">
                <a:solidFill>
                  <a:srgbClr val="A66008"/>
                </a:solidFill>
                <a:latin typeface="Helvetica Neue"/>
                <a:ea typeface="Helvetica Neue"/>
                <a:cs typeface="Helvetica Neue"/>
              </a:rPr>
              <a:t>3  Compare direction</a:t>
            </a:r>
            <a:endParaRPr sz="1400" b="0" i="0" u="none" strike="noStrike" cap="none">
              <a:solidFill>
                <a:srgbClr val="000000"/>
              </a:solidFill>
              <a:latin typeface="Arial"/>
              <a:ea typeface="Arial"/>
              <a:cs typeface="Arial"/>
            </a:endParaRPr>
          </a:p>
        </p:txBody>
      </p:sp>
      <p:sp>
        <p:nvSpPr>
          <p:cNvPr id="128" name="Google Shape;128;p8">
            <a:extLst xmlns:a="http://schemas.openxmlformats.org/drawingml/2006/main">
              <a:ext uri="{FF2B5EF4-FFF2-40B4-BE49-F238E27FC236}">
                <a16:creationId xmlns:a16="http://schemas.microsoft.com/office/drawing/2014/main" id="{8D90554A-1F08-4369-A554-A5C4FD9620FA}"/>
              </a:ext>
            </a:extLst>
          </p:cNvPr>
          <p:cNvSpPr>
            <a:spLocks xmlns:a="http://schemas.openxmlformats.org/drawingml/2006/main" noGrp="1"/>
          </p:cNvSpPr>
          <p:nvPr/>
        </p:nvSpPr>
        <p:spPr>
          <a:xfrm xmlns:a="http://schemas.openxmlformats.org/drawingml/2006/main">
            <a:off x="8143875" y="1905000"/>
            <a:ext cx="3476625"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43130"/>
              </a:buClr>
              <a:buSzPts val="1650"/>
              <a:buFont typeface="Helvetica Neue"/>
              <a:buNone/>
            </a:pPr>
            <a:r>
              <a:rPr sz="1650" b="1" i="0" u="none" strike="noStrike" cap="none">
                <a:solidFill>
                  <a:srgbClr val="243130"/>
                </a:solidFill>
                <a:latin typeface="Helvetica Neue"/>
                <a:ea typeface="Helvetica Neue"/>
                <a:cs typeface="Helvetica Neue"/>
              </a:rPr>
              <a:t>cos(q, c) = (q · c) / (‖q‖ × ‖c‖)</a:t>
            </a:r>
            <a:endParaRPr sz="1400" b="0" i="0" u="none" strike="noStrike" cap="none">
              <a:solidFill>
                <a:srgbClr val="000000"/>
              </a:solidFill>
              <a:latin typeface="Arial"/>
              <a:ea typeface="Arial"/>
              <a:cs typeface="Arial"/>
            </a:endParaRPr>
          </a:p>
        </p:txBody>
      </p:sp>
      <p:sp>
        <p:nvSpPr>
          <p:cNvPr id="129" name="Google Shape;129;p8">
            <a:extLst xmlns:a="http://schemas.openxmlformats.org/drawingml/2006/main">
              <a:ext uri="{FF2B5EF4-FFF2-40B4-BE49-F238E27FC236}">
                <a16:creationId xmlns:a16="http://schemas.microsoft.com/office/drawing/2014/main" id="{EF308E85-DEED-47FB-B358-88C45C31CEBC}"/>
              </a:ext>
            </a:extLst>
          </p:cNvPr>
          <p:cNvSpPr>
            <a:spLocks xmlns:a="http://schemas.openxmlformats.org/drawingml/2006/main" noGrp="1"/>
          </p:cNvSpPr>
          <p:nvPr/>
        </p:nvSpPr>
        <p:spPr>
          <a:xfrm xmlns:a="http://schemas.openxmlformats.org/drawingml/2006/main">
            <a:off x="8143875" y="2390775"/>
            <a:ext cx="3238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856"/>
              </a:buClr>
              <a:buSzPts val="1200"/>
              <a:buFont typeface="Helvetica Neue"/>
              <a:buNone/>
            </a:pPr>
            <a:r>
              <a:rPr sz="1200" b="0" i="0" u="none" strike="noStrike" cap="none">
                <a:solidFill>
                  <a:srgbClr val="465856"/>
                </a:solidFill>
                <a:latin typeface="Helvetica Neue"/>
                <a:ea typeface="Helvetica Neue"/>
                <a:cs typeface="Helvetica Neue"/>
              </a:rPr>
              <a:t>dot product ÷ vector lengths</a:t>
            </a:r>
            <a:endParaRPr sz="1400" b="0" i="0" u="none" strike="noStrike" cap="none">
              <a:solidFill>
                <a:srgbClr val="000000"/>
              </a:solidFill>
              <a:latin typeface="Arial"/>
              <a:ea typeface="Arial"/>
              <a:cs typeface="Arial"/>
            </a:endParaRPr>
          </a:p>
        </p:txBody>
      </p:sp>
      <p:sp>
        <p:nvSpPr>
          <p:cNvPr id="130" name="Google Shape;130;p8">
            <a:extLst xmlns:a="http://schemas.openxmlformats.org/drawingml/2006/main">
              <a:ext uri="{FF2B5EF4-FFF2-40B4-BE49-F238E27FC236}">
                <a16:creationId xmlns:a16="http://schemas.microsoft.com/office/drawing/2014/main" id="{D19068EF-F7A9-43E4-8807-393AF6CCE4D4}"/>
              </a:ext>
            </a:extLst>
          </p:cNvPr>
          <p:cNvSpPr>
            <a:spLocks xmlns:a="http://schemas.openxmlformats.org/drawingml/2006/main" noGrp="1"/>
          </p:cNvSpPr>
          <p:nvPr/>
        </p:nvSpPr>
        <p:spPr>
          <a:xfrm xmlns:a="http://schemas.openxmlformats.org/drawingml/2006/main">
            <a:off x="8143875" y="2876550"/>
            <a:ext cx="323850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125"/>
              <a:buFont typeface="Helvetica Neue"/>
              <a:buNone/>
            </a:pPr>
            <a:r>
              <a:rPr sz="1125" b="0" i="0" u="none" strike="noStrike" cap="none">
                <a:solidFill>
                  <a:srgbClr val="62716F"/>
                </a:solidFill>
                <a:latin typeface="Helvetica Neue"/>
                <a:ea typeface="Helvetica Neue"/>
                <a:cs typeface="Helvetica Neue"/>
              </a:rPr>
              <a:t>Illustrative normalized vectors</a:t>
            </a:r>
            <a:endParaRPr sz="1400" b="0" i="0" u="none" strike="noStrike" cap="none">
              <a:solidFill>
                <a:srgbClr val="000000"/>
              </a:solidFill>
              <a:latin typeface="Arial"/>
              <a:ea typeface="Arial"/>
              <a:cs typeface="Arial"/>
            </a:endParaRPr>
          </a:p>
        </p:txBody>
      </p:sp>
      <p:sp>
        <p:nvSpPr>
          <p:cNvPr id="131" name="Google Shape;131;p8">
            <a:extLst xmlns:a="http://schemas.openxmlformats.org/drawingml/2006/main">
              <a:ext uri="{FF2B5EF4-FFF2-40B4-BE49-F238E27FC236}">
                <a16:creationId xmlns:a16="http://schemas.microsoft.com/office/drawing/2014/main" id="{63B2DAD7-D3C0-42CD-90D5-F4A9DD182DF9}"/>
              </a:ext>
            </a:extLst>
          </p:cNvPr>
          <p:cNvSpPr>
            <a:spLocks xmlns:a="http://schemas.openxmlformats.org/drawingml/2006/main" noGrp="1"/>
          </p:cNvSpPr>
          <p:nvPr/>
        </p:nvSpPr>
        <p:spPr>
          <a:xfrm xmlns:a="http://schemas.openxmlformats.org/drawingml/2006/main">
            <a:off x="8143875" y="3324225"/>
            <a:ext cx="142875" cy="142875"/>
          </a:xfrm>
          <a:prstGeom xmlns:a="http://schemas.openxmlformats.org/drawingml/2006/main" prst="ellipse">
            <a:avLst/>
          </a:prstGeom>
          <a:solidFill xmlns:a="http://schemas.openxmlformats.org/drawingml/2006/main">
            <a:srgbClr val="1D9A6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2" name="Google Shape;132;p8">
            <a:extLst xmlns:a="http://schemas.openxmlformats.org/drawingml/2006/main">
              <a:ext uri="{FF2B5EF4-FFF2-40B4-BE49-F238E27FC236}">
                <a16:creationId xmlns:a16="http://schemas.microsoft.com/office/drawing/2014/main" id="{C429AE28-2EE6-44D7-B886-83A1D4865395}"/>
              </a:ext>
            </a:extLst>
          </p:cNvPr>
          <p:cNvSpPr>
            <a:spLocks xmlns:a="http://schemas.openxmlformats.org/drawingml/2006/main" noGrp="1"/>
          </p:cNvSpPr>
          <p:nvPr/>
        </p:nvSpPr>
        <p:spPr>
          <a:xfrm xmlns:a="http://schemas.openxmlformats.org/drawingml/2006/main">
            <a:off x="8382000" y="3286125"/>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43130"/>
              </a:buClr>
              <a:buSzPts val="1275"/>
              <a:buFont typeface="Helvetica Neue"/>
              <a:buNone/>
            </a:pPr>
            <a:r>
              <a:rPr sz="1275" b="1" i="0" u="none" strike="noStrike" cap="none">
                <a:solidFill>
                  <a:srgbClr val="243130"/>
                </a:solidFill>
                <a:latin typeface="Helvetica Neue"/>
                <a:ea typeface="Helvetica Neue"/>
                <a:cs typeface="Helvetica Neue"/>
              </a:rPr>
              <a:t>Chunk A  Universal criteria</a:t>
            </a:r>
            <a:endParaRPr sz="1400" b="0" i="0" u="none" strike="noStrike" cap="none">
              <a:solidFill>
                <a:srgbClr val="000000"/>
              </a:solidFill>
              <a:latin typeface="Arial"/>
              <a:ea typeface="Arial"/>
              <a:cs typeface="Arial"/>
            </a:endParaRPr>
          </a:p>
        </p:txBody>
      </p:sp>
      <p:sp>
        <p:nvSpPr>
          <p:cNvPr id="133" name="Google Shape;133;p8">
            <a:extLst xmlns:a="http://schemas.openxmlformats.org/drawingml/2006/main">
              <a:ext uri="{FF2B5EF4-FFF2-40B4-BE49-F238E27FC236}">
                <a16:creationId xmlns:a16="http://schemas.microsoft.com/office/drawing/2014/main" id="{C3D8DA20-0054-45CD-8B6B-52F1F5F5B328}"/>
              </a:ext>
            </a:extLst>
          </p:cNvPr>
          <p:cNvSpPr>
            <a:spLocks xmlns:a="http://schemas.openxmlformats.org/drawingml/2006/main" noGrp="1"/>
          </p:cNvSpPr>
          <p:nvPr/>
        </p:nvSpPr>
        <p:spPr>
          <a:xfrm xmlns:a="http://schemas.openxmlformats.org/drawingml/2006/main">
            <a:off x="10858500" y="3257550"/>
            <a:ext cx="666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D9A6C"/>
              </a:buClr>
              <a:buSzPts val="1800"/>
              <a:buFont typeface="Helvetica Neue"/>
              <a:buNone/>
            </a:pPr>
            <a:r>
              <a:rPr sz="1800" b="1" i="0" u="none" strike="noStrike" cap="none">
                <a:solidFill>
                  <a:srgbClr val="1D9A6C"/>
                </a:solidFill>
                <a:latin typeface="Helvetica Neue"/>
                <a:ea typeface="Helvetica Neue"/>
                <a:cs typeface="Helvetica Neue"/>
              </a:rPr>
              <a:t>0.92</a:t>
            </a:r>
            <a:endParaRPr sz="1400" b="0" i="0" u="none" strike="noStrike" cap="none">
              <a:solidFill>
                <a:srgbClr val="000000"/>
              </a:solidFill>
              <a:latin typeface="Arial"/>
              <a:ea typeface="Arial"/>
              <a:cs typeface="Arial"/>
            </a:endParaRPr>
          </a:p>
        </p:txBody>
      </p:sp>
      <p:sp>
        <p:nvSpPr>
          <p:cNvPr id="134" name="Google Shape;134;p8">
            <a:extLst xmlns:a="http://schemas.openxmlformats.org/drawingml/2006/main">
              <a:ext uri="{FF2B5EF4-FFF2-40B4-BE49-F238E27FC236}">
                <a16:creationId xmlns:a16="http://schemas.microsoft.com/office/drawing/2014/main" id="{F9838946-643C-4EB6-9C83-07FC35886054}"/>
              </a:ext>
            </a:extLst>
          </p:cNvPr>
          <p:cNvSpPr>
            <a:spLocks xmlns:a="http://schemas.openxmlformats.org/drawingml/2006/main" noGrp="1"/>
          </p:cNvSpPr>
          <p:nvPr/>
        </p:nvSpPr>
        <p:spPr>
          <a:xfrm xmlns:a="http://schemas.openxmlformats.org/drawingml/2006/main">
            <a:off x="8382000" y="3552825"/>
            <a:ext cx="23336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125"/>
              <a:buFont typeface="Helvetica Neue"/>
              <a:buNone/>
            </a:pPr>
            <a:r>
              <a:rPr sz="1125" b="0" i="0" u="none" strike="noStrike" cap="none">
                <a:solidFill>
                  <a:srgbClr val="62716F"/>
                </a:solidFill>
                <a:latin typeface="Helvetica Neue"/>
                <a:ea typeface="Helvetica Neue"/>
                <a:cs typeface="Helvetica Neue"/>
              </a:rPr>
              <a:t>closest direction</a:t>
            </a:r>
            <a:endParaRPr sz="1400" b="0" i="0" u="none" strike="noStrike" cap="none">
              <a:solidFill>
                <a:srgbClr val="000000"/>
              </a:solidFill>
              <a:latin typeface="Arial"/>
              <a:ea typeface="Arial"/>
              <a:cs typeface="Arial"/>
            </a:endParaRPr>
          </a:p>
        </p:txBody>
      </p:sp>
      <p:sp>
        <p:nvSpPr>
          <p:cNvPr id="135" name="Google Shape;135;p8">
            <a:extLst xmlns:a="http://schemas.openxmlformats.org/drawingml/2006/main">
              <a:ext uri="{FF2B5EF4-FFF2-40B4-BE49-F238E27FC236}">
                <a16:creationId xmlns:a16="http://schemas.microsoft.com/office/drawing/2014/main" id="{E5E798F9-2F06-4B79-B460-A50D71B4240C}"/>
              </a:ext>
            </a:extLst>
          </p:cNvPr>
          <p:cNvSpPr>
            <a:spLocks xmlns:a="http://schemas.openxmlformats.org/drawingml/2006/main" noGrp="1"/>
          </p:cNvSpPr>
          <p:nvPr/>
        </p:nvSpPr>
        <p:spPr>
          <a:xfrm xmlns:a="http://schemas.openxmlformats.org/drawingml/2006/main">
            <a:off x="8143875" y="4086225"/>
            <a:ext cx="142875" cy="142875"/>
          </a:xfrm>
          <a:prstGeom xmlns:a="http://schemas.openxmlformats.org/drawingml/2006/main" prst="ellipse">
            <a:avLst/>
          </a:prstGeom>
          <a:solidFill xmlns:a="http://schemas.openxmlformats.org/drawingml/2006/main">
            <a:srgbClr val="257EB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36" name="Google Shape;136;p8">
            <a:extLst xmlns:a="http://schemas.openxmlformats.org/drawingml/2006/main">
              <a:ext uri="{FF2B5EF4-FFF2-40B4-BE49-F238E27FC236}">
                <a16:creationId xmlns:a16="http://schemas.microsoft.com/office/drawing/2014/main" id="{9C22FE53-E92C-4405-83B2-A8B5582C9141}"/>
              </a:ext>
            </a:extLst>
          </p:cNvPr>
          <p:cNvSpPr>
            <a:spLocks xmlns:a="http://schemas.openxmlformats.org/drawingml/2006/main" noGrp="1"/>
          </p:cNvSpPr>
          <p:nvPr/>
        </p:nvSpPr>
        <p:spPr>
          <a:xfrm xmlns:a="http://schemas.openxmlformats.org/drawingml/2006/main">
            <a:off x="8382000" y="4048125"/>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43130"/>
              </a:buClr>
              <a:buSzPts val="1275"/>
              <a:buFont typeface="Helvetica Neue"/>
              <a:buNone/>
            </a:pPr>
            <a:r>
              <a:rPr sz="1275" b="1" i="0" u="none" strike="noStrike" cap="none">
                <a:solidFill>
                  <a:srgbClr val="243130"/>
                </a:solidFill>
                <a:latin typeface="Helvetica Neue"/>
                <a:ea typeface="Helvetica Neue"/>
                <a:cs typeface="Helvetica Neue"/>
              </a:rPr>
              <a:t>Chunk B  Billing codes</a:t>
            </a:r>
            <a:endParaRPr sz="1400" b="0" i="0" u="none" strike="noStrike" cap="none">
              <a:solidFill>
                <a:srgbClr val="000000"/>
              </a:solidFill>
              <a:latin typeface="Arial"/>
              <a:ea typeface="Arial"/>
              <a:cs typeface="Arial"/>
            </a:endParaRPr>
          </a:p>
        </p:txBody>
      </p:sp>
      <p:sp>
        <p:nvSpPr>
          <p:cNvPr id="137" name="Google Shape;137;p8">
            <a:extLst xmlns:a="http://schemas.openxmlformats.org/drawingml/2006/main">
              <a:ext uri="{FF2B5EF4-FFF2-40B4-BE49-F238E27FC236}">
                <a16:creationId xmlns:a16="http://schemas.microsoft.com/office/drawing/2014/main" id="{DF1B2357-8F8C-4D40-A29C-8A3CAF530AFC}"/>
              </a:ext>
            </a:extLst>
          </p:cNvPr>
          <p:cNvSpPr>
            <a:spLocks xmlns:a="http://schemas.openxmlformats.org/drawingml/2006/main" noGrp="1"/>
          </p:cNvSpPr>
          <p:nvPr/>
        </p:nvSpPr>
        <p:spPr>
          <a:xfrm xmlns:a="http://schemas.openxmlformats.org/drawingml/2006/main">
            <a:off x="10858500" y="4019550"/>
            <a:ext cx="666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57EB4"/>
              </a:buClr>
              <a:buSzPts val="1800"/>
              <a:buFont typeface="Helvetica Neue"/>
              <a:buNone/>
            </a:pPr>
            <a:r>
              <a:rPr sz="1800" b="1" i="0" u="none" strike="noStrike" cap="none">
                <a:solidFill>
                  <a:srgbClr val="257EB4"/>
                </a:solidFill>
                <a:latin typeface="Helvetica Neue"/>
                <a:ea typeface="Helvetica Neue"/>
                <a:cs typeface="Helvetica Neue"/>
              </a:rPr>
              <a:t>0.41</a:t>
            </a:r>
            <a:endParaRPr sz="1400" b="0" i="0" u="none" strike="noStrike" cap="none">
              <a:solidFill>
                <a:srgbClr val="000000"/>
              </a:solidFill>
              <a:latin typeface="Arial"/>
              <a:ea typeface="Arial"/>
              <a:cs typeface="Arial"/>
            </a:endParaRPr>
          </a:p>
        </p:txBody>
      </p:sp>
      <p:sp>
        <p:nvSpPr>
          <p:cNvPr id="138" name="Google Shape;138;p8">
            <a:extLst xmlns:a="http://schemas.openxmlformats.org/drawingml/2006/main">
              <a:ext uri="{FF2B5EF4-FFF2-40B4-BE49-F238E27FC236}">
                <a16:creationId xmlns:a16="http://schemas.microsoft.com/office/drawing/2014/main" id="{3B7B039D-B71C-481D-BF05-C08698A50999}"/>
              </a:ext>
            </a:extLst>
          </p:cNvPr>
          <p:cNvSpPr>
            <a:spLocks xmlns:a="http://schemas.openxmlformats.org/drawingml/2006/main" noGrp="1"/>
          </p:cNvSpPr>
          <p:nvPr/>
        </p:nvSpPr>
        <p:spPr>
          <a:xfrm xmlns:a="http://schemas.openxmlformats.org/drawingml/2006/main">
            <a:off x="8382000" y="4314825"/>
            <a:ext cx="23336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125"/>
              <a:buFont typeface="Helvetica Neue"/>
              <a:buNone/>
            </a:pPr>
            <a:r>
              <a:rPr sz="1125" b="0" i="0" u="none" strike="noStrike" cap="none">
                <a:solidFill>
                  <a:srgbClr val="62716F"/>
                </a:solidFill>
                <a:latin typeface="Helvetica Neue"/>
                <a:ea typeface="Helvetica Neue"/>
                <a:cs typeface="Helvetica Neue"/>
              </a:rPr>
              <a:t>partial relation</a:t>
            </a:r>
            <a:endParaRPr sz="1400" b="0" i="0" u="none" strike="noStrike" cap="none">
              <a:solidFill>
                <a:srgbClr val="000000"/>
              </a:solidFill>
              <a:latin typeface="Arial"/>
              <a:ea typeface="Arial"/>
              <a:cs typeface="Arial"/>
            </a:endParaRPr>
          </a:p>
        </p:txBody>
      </p:sp>
      <p:sp>
        <p:nvSpPr>
          <p:cNvPr id="139" name="Google Shape;139;p8">
            <a:extLst xmlns:a="http://schemas.openxmlformats.org/drawingml/2006/main">
              <a:ext uri="{FF2B5EF4-FFF2-40B4-BE49-F238E27FC236}">
                <a16:creationId xmlns:a16="http://schemas.microsoft.com/office/drawing/2014/main" id="{56B8D199-B055-415D-8EA4-EF4DF16ACA17}"/>
              </a:ext>
            </a:extLst>
          </p:cNvPr>
          <p:cNvSpPr>
            <a:spLocks xmlns:a="http://schemas.openxmlformats.org/drawingml/2006/main" noGrp="1"/>
          </p:cNvSpPr>
          <p:nvPr/>
        </p:nvSpPr>
        <p:spPr>
          <a:xfrm xmlns:a="http://schemas.openxmlformats.org/drawingml/2006/main">
            <a:off x="8143875" y="4848225"/>
            <a:ext cx="142875" cy="142875"/>
          </a:xfrm>
          <a:prstGeom xmlns:a="http://schemas.openxmlformats.org/drawingml/2006/main" prst="ellipse">
            <a:avLst/>
          </a:prstGeom>
          <a:solidFill xmlns:a="http://schemas.openxmlformats.org/drawingml/2006/main">
            <a:srgbClr val="C9780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40" name="Google Shape;140;p8">
            <a:extLst xmlns:a="http://schemas.openxmlformats.org/drawingml/2006/main">
              <a:ext uri="{FF2B5EF4-FFF2-40B4-BE49-F238E27FC236}">
                <a16:creationId xmlns:a16="http://schemas.microsoft.com/office/drawing/2014/main" id="{B843B11A-0CAB-44E2-9571-13DD1DD634EB}"/>
              </a:ext>
            </a:extLst>
          </p:cNvPr>
          <p:cNvSpPr>
            <a:spLocks xmlns:a="http://schemas.openxmlformats.org/drawingml/2006/main" noGrp="1"/>
          </p:cNvSpPr>
          <p:nvPr/>
        </p:nvSpPr>
        <p:spPr>
          <a:xfrm xmlns:a="http://schemas.openxmlformats.org/drawingml/2006/main">
            <a:off x="8382000" y="4810125"/>
            <a:ext cx="2381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243130"/>
              </a:buClr>
              <a:buSzPts val="1275"/>
              <a:buFont typeface="Helvetica Neue"/>
              <a:buNone/>
            </a:pPr>
            <a:r>
              <a:rPr sz="1275" b="1" i="0" u="none" strike="noStrike" cap="none">
                <a:solidFill>
                  <a:srgbClr val="243130"/>
                </a:solidFill>
                <a:latin typeface="Helvetica Neue"/>
                <a:ea typeface="Helvetica Neue"/>
                <a:cs typeface="Helvetica Neue"/>
              </a:rPr>
              <a:t>Chunk C  Revision history</a:t>
            </a:r>
            <a:endParaRPr sz="1400" b="0" i="0" u="none" strike="noStrike" cap="none">
              <a:solidFill>
                <a:srgbClr val="000000"/>
              </a:solidFill>
              <a:latin typeface="Arial"/>
              <a:ea typeface="Arial"/>
              <a:cs typeface="Arial"/>
            </a:endParaRPr>
          </a:p>
        </p:txBody>
      </p:sp>
      <p:sp>
        <p:nvSpPr>
          <p:cNvPr id="141" name="Google Shape;141;p8">
            <a:extLst xmlns:a="http://schemas.openxmlformats.org/drawingml/2006/main">
              <a:ext uri="{FF2B5EF4-FFF2-40B4-BE49-F238E27FC236}">
                <a16:creationId xmlns:a16="http://schemas.microsoft.com/office/drawing/2014/main" id="{7540E829-147C-4288-8F04-9659027F0D87}"/>
              </a:ext>
            </a:extLst>
          </p:cNvPr>
          <p:cNvSpPr>
            <a:spLocks xmlns:a="http://schemas.openxmlformats.org/drawingml/2006/main" noGrp="1"/>
          </p:cNvSpPr>
          <p:nvPr/>
        </p:nvSpPr>
        <p:spPr>
          <a:xfrm xmlns:a="http://schemas.openxmlformats.org/drawingml/2006/main">
            <a:off x="10858500" y="4781550"/>
            <a:ext cx="666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C9780E"/>
              </a:buClr>
              <a:buSzPts val="1800"/>
              <a:buFont typeface="Helvetica Neue"/>
              <a:buNone/>
            </a:pPr>
            <a:r>
              <a:rPr sz="1800" b="1" i="0" u="none" strike="noStrike" cap="none">
                <a:solidFill>
                  <a:srgbClr val="C9780E"/>
                </a:solidFill>
                <a:latin typeface="Helvetica Neue"/>
                <a:ea typeface="Helvetica Neue"/>
                <a:cs typeface="Helvetica Neue"/>
              </a:rPr>
              <a:t>0.08</a:t>
            </a:r>
            <a:endParaRPr sz="1400" b="0" i="0" u="none" strike="noStrike" cap="none">
              <a:solidFill>
                <a:srgbClr val="000000"/>
              </a:solidFill>
              <a:latin typeface="Arial"/>
              <a:ea typeface="Arial"/>
              <a:cs typeface="Arial"/>
            </a:endParaRPr>
          </a:p>
        </p:txBody>
      </p:sp>
      <p:sp>
        <p:nvSpPr>
          <p:cNvPr id="142" name="Google Shape;142;p8">
            <a:extLst xmlns:a="http://schemas.openxmlformats.org/drawingml/2006/main">
              <a:ext uri="{FF2B5EF4-FFF2-40B4-BE49-F238E27FC236}">
                <a16:creationId xmlns:a16="http://schemas.microsoft.com/office/drawing/2014/main" id="{A9CC3A37-DFFF-49BF-AC85-AF12D782D4FE}"/>
              </a:ext>
            </a:extLst>
          </p:cNvPr>
          <p:cNvSpPr>
            <a:spLocks xmlns:a="http://schemas.openxmlformats.org/drawingml/2006/main" noGrp="1"/>
          </p:cNvSpPr>
          <p:nvPr/>
        </p:nvSpPr>
        <p:spPr>
          <a:xfrm xmlns:a="http://schemas.openxmlformats.org/drawingml/2006/main">
            <a:off x="8382000" y="5076825"/>
            <a:ext cx="2333625"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125"/>
              <a:buFont typeface="Helvetica Neue"/>
              <a:buNone/>
            </a:pPr>
            <a:r>
              <a:rPr sz="1125" b="0" i="0" u="none" strike="noStrike" cap="none">
                <a:solidFill>
                  <a:srgbClr val="62716F"/>
                </a:solidFill>
                <a:latin typeface="Helvetica Neue"/>
                <a:ea typeface="Helvetica Neue"/>
                <a:cs typeface="Helvetica Neue"/>
              </a:rPr>
              <a:t>weak relation</a:t>
            </a:r>
            <a:endParaRPr sz="1400" b="0" i="0" u="none" strike="noStrike" cap="none">
              <a:solidFill>
                <a:srgbClr val="000000"/>
              </a:solidFill>
              <a:latin typeface="Arial"/>
              <a:ea typeface="Arial"/>
              <a:cs typeface="Arial"/>
            </a:endParaRPr>
          </a:p>
        </p:txBody>
      </p:sp>
      <p:cxnSp>
        <p:nvCxnSpPr>
          <p:cNvPr id="143" name="Google Shape;143;p8">
            <a:extLst xmlns:a="http://schemas.openxmlformats.org/drawingml/2006/main">
              <a:ext uri="{FF2B5EF4-FFF2-40B4-BE49-F238E27FC236}">
                <a16:creationId xmlns:a16="http://schemas.microsoft.com/office/drawing/2014/main" id="{FB5BEDEC-DCC7-4829-80EE-C0945CC3C11C}"/>
              </a:ext>
            </a:extLst>
          </p:cNvPr>
          <p:cNvCxnSpPr/>
          <p:nvPr/>
        </p:nvCxnSpPr>
        <p:spPr>
          <a:xfrm xmlns:a="http://schemas.openxmlformats.org/drawingml/2006/main">
            <a:off x="8143875" y="5572125"/>
            <a:ext cx="3381375" cy="0"/>
          </a:xfrm>
          <a:prstGeom xmlns:a="http://schemas.openxmlformats.org/drawingml/2006/main" prst="straightConnector1">
            <a:avLst/>
          </a:prstGeom>
          <a:ln xmlns:a="http://schemas.openxmlformats.org/drawingml/2006/main" w="9525" cap="flat">
            <a:solidFill>
              <a:srgbClr val="D2DCDA"/>
            </a:solidFill>
            <a:prstDash val="solid"/>
            <a:round/>
            <a:headEnd type="none" w="sm" len="sm"/>
            <a:tailEnd type="none" w="sm" len="sm"/>
          </a:ln>
        </p:spPr>
      </p:cxnSp>
      <p:sp>
        <p:nvSpPr>
          <p:cNvPr id="144" name="Google Shape;144;p8">
            <a:extLst xmlns:a="http://schemas.openxmlformats.org/drawingml/2006/main">
              <a:ext uri="{FF2B5EF4-FFF2-40B4-BE49-F238E27FC236}">
                <a16:creationId xmlns:a16="http://schemas.microsoft.com/office/drawing/2014/main" id="{CA0649F2-E45F-4F66-AA4E-BAF3B1D6D718}"/>
              </a:ext>
            </a:extLst>
          </p:cNvPr>
          <p:cNvSpPr>
            <a:spLocks xmlns:a="http://schemas.openxmlformats.org/drawingml/2006/main" noGrp="1"/>
          </p:cNvSpPr>
          <p:nvPr/>
        </p:nvSpPr>
        <p:spPr>
          <a:xfrm xmlns:a="http://schemas.openxmlformats.org/drawingml/2006/main">
            <a:off x="8143875" y="5715000"/>
            <a:ext cx="2190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82524"/>
              </a:buClr>
              <a:buSzPts val="1500"/>
              <a:buFont typeface="Helvetica Neue"/>
              <a:buNone/>
            </a:pPr>
            <a:r>
              <a:rPr sz="1500" b="1" i="0" u="none" strike="noStrike" cap="none">
                <a:solidFill>
                  <a:srgbClr val="182524"/>
                </a:solidFill>
                <a:latin typeface="Helvetica Neue"/>
                <a:ea typeface="Helvetica Neue"/>
                <a:cs typeface="Helvetica Neue"/>
              </a:rPr>
              <a:t>Highest cosine score</a:t>
            </a:r>
            <a:endParaRPr sz="1400" b="0" i="0" u="none" strike="noStrike" cap="none">
              <a:solidFill>
                <a:srgbClr val="000000"/>
              </a:solidFill>
              <a:latin typeface="Arial"/>
              <a:ea typeface="Arial"/>
              <a:cs typeface="Arial"/>
            </a:endParaRPr>
          </a:p>
        </p:txBody>
      </p:sp>
      <p:sp>
        <p:nvSpPr>
          <p:cNvPr id="145" name="Google Shape;145;p8">
            <a:extLst xmlns:a="http://schemas.openxmlformats.org/drawingml/2006/main">
              <a:ext uri="{FF2B5EF4-FFF2-40B4-BE49-F238E27FC236}">
                <a16:creationId xmlns:a16="http://schemas.microsoft.com/office/drawing/2014/main" id="{352512A8-A863-498B-A9CD-9D65278E3C25}"/>
              </a:ext>
            </a:extLst>
          </p:cNvPr>
          <p:cNvSpPr>
            <a:spLocks xmlns:a="http://schemas.openxmlformats.org/drawingml/2006/main" noGrp="1"/>
          </p:cNvSpPr>
          <p:nvPr/>
        </p:nvSpPr>
        <p:spPr>
          <a:xfrm xmlns:a="http://schemas.openxmlformats.org/drawingml/2006/main">
            <a:off x="8143875" y="6038850"/>
            <a:ext cx="3429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856"/>
              </a:buClr>
              <a:buSzPts val="1350"/>
              <a:buFont typeface="Helvetica Neue"/>
              <a:buNone/>
            </a:pPr>
            <a:r>
              <a:rPr sz="1350" b="0" i="0" u="none" strike="noStrike" cap="none">
                <a:solidFill>
                  <a:srgbClr val="465856"/>
                </a:solidFill>
                <a:latin typeface="Helvetica Neue"/>
                <a:ea typeface="Helvetica Neue"/>
                <a:cs typeface="Helvetica Neue"/>
              </a:rPr>
              <a:t>Chunk A becomes the top retrieval match</a:t>
            </a:r>
            <a:endParaRPr sz="1400" b="0" i="0" u="none" strike="noStrike" cap="none">
              <a:solidFill>
                <a:srgbClr val="000000"/>
              </a:solidFill>
              <a:latin typeface="Arial"/>
              <a:ea typeface="Arial"/>
              <a:cs typeface="Arial"/>
            </a:endParaRPr>
          </a:p>
        </p:txBody>
      </p:sp>
      <p:sp>
        <p:nvSpPr>
          <p:cNvPr id="146" name="Google Shape;146;p8">
            <a:extLst xmlns:a="http://schemas.openxmlformats.org/drawingml/2006/main">
              <a:ext uri="{FF2B5EF4-FFF2-40B4-BE49-F238E27FC236}">
                <a16:creationId xmlns:a16="http://schemas.microsoft.com/office/drawing/2014/main" id="{6EFE4E0E-898C-47F6-B146-FB91C4212F07}"/>
              </a:ext>
            </a:extLst>
          </p:cNvPr>
          <p:cNvSpPr>
            <a:spLocks xmlns:a="http://schemas.openxmlformats.org/drawingml/2006/main" noGrp="1"/>
          </p:cNvSpPr>
          <p:nvPr/>
        </p:nvSpPr>
        <p:spPr>
          <a:xfrm xmlns:a="http://schemas.openxmlformats.org/drawingml/2006/main">
            <a:off x="533400" y="6477000"/>
            <a:ext cx="11125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050"/>
              <a:buFont typeface="Helvetica Neue"/>
              <a:buNone/>
            </a:pPr>
            <a:r>
              <a:rPr sz="1050" b="0" i="0" u="none" strike="noStrike" cap="none">
                <a:solidFill>
                  <a:srgbClr val="62716F"/>
                </a:solidFill>
                <a:latin typeface="Helvetica Neue"/>
                <a:ea typeface="Helvetica Neue"/>
                <a:cs typeface="Helvetica Neue"/>
              </a:rPr>
              <a:t>Cosine similarity ranges from -1 to 1. Higher values indicate more aligned vector directions.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3547689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vector">
            <a:extLst xmlns:a="http://schemas.openxmlformats.org/drawingml/2006/main">
              <a:ext uri="{FF2B5EF4-FFF2-40B4-BE49-F238E27FC236}">
                <a16:creationId xmlns:a16="http://schemas.microsoft.com/office/drawing/2014/main" id="{5EFD3ACE-7109-4027-A19F-744B3F8F240F}"/>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1827"/>
                </a:solidFill>
              </a:defRPr>
            </a:defPPr>
            <a:lvl1pPr algn="l">
              <a:buNone/>
              <a:defRPr sz="2850" b="1">
                <a:solidFill>
                  <a:srgbClr val="111827"/>
                </a:solidFill>
              </a:defRPr>
            </a:lvl1pPr>
            <a:lvl2pPr algn="l">
              <a:buNone/>
              <a:defRPr sz="2850" b="1">
                <a:solidFill>
                  <a:srgbClr val="111827"/>
                </a:solidFill>
              </a:defRPr>
            </a:lvl2pPr>
            <a:lvl3pPr algn="l">
              <a:buNone/>
              <a:defRPr sz="2850" b="1">
                <a:solidFill>
                  <a:srgbClr val="111827"/>
                </a:solidFill>
              </a:defRPr>
            </a:lvl3pPr>
            <a:lvl4pPr algn="l">
              <a:buNone/>
              <a:defRPr sz="2850" b="1">
                <a:solidFill>
                  <a:srgbClr val="111827"/>
                </a:solidFill>
              </a:defRPr>
            </a:lvl4pPr>
            <a:lvl5pPr algn="l">
              <a:buNone/>
              <a:defRPr sz="2850" b="1">
                <a:solidFill>
                  <a:srgbClr val="111827"/>
                </a:solidFill>
              </a:defRPr>
            </a:lvl5pPr>
            <a:lvl6pPr algn="l">
              <a:buNone/>
              <a:defRPr sz="2850" b="1">
                <a:solidFill>
                  <a:srgbClr val="111827"/>
                </a:solidFill>
              </a:defRPr>
            </a:lvl6pPr>
            <a:lvl7pPr algn="l">
              <a:buNone/>
              <a:defRPr sz="2850" b="1">
                <a:solidFill>
                  <a:srgbClr val="111827"/>
                </a:solidFill>
              </a:defRPr>
            </a:lvl7pPr>
            <a:lvl8pPr algn="l">
              <a:buNone/>
              <a:defRPr sz="2850" b="1">
                <a:solidFill>
                  <a:srgbClr val="111827"/>
                </a:solidFill>
              </a:defRPr>
            </a:lvl8pPr>
            <a:lvl9pPr algn="l">
              <a:buNone/>
              <a:defRPr sz="2850" b="1">
                <a:solidFill>
                  <a:srgbClr val="111827"/>
                </a:solidFill>
              </a:defRPr>
            </a:lvl9pPr>
          </a:lstStyle>
          <a:p xmlns:a="http://schemas.openxmlformats.org/drawingml/2006/main">
            <a:pPr algn="l">
              <a:buNone/>
              <a:defRPr sz="2850" b="1">
                <a:solidFill>
                  <a:srgbClr val="111827"/>
                </a:solidFill>
              </a:defRPr>
            </a:pPr>
            <a:r>
              <a:rPr sz="2850" b="1">
                <a:solidFill>
                  <a:srgbClr val="111827"/>
                </a:solidFill>
              </a:rPr>
              <a:t>Retrieval-Augmented Generation (RAG)</a:t>
            </a:r>
          </a:p>
        </p:txBody>
      </p:sp>
      <p:sp>
        <p:nvSpPr>
          <p:cNvPr id="2" name="section-vector">
            <a:extLst xmlns:a="http://schemas.openxmlformats.org/drawingml/2006/main">
              <a:ext uri="{FF2B5EF4-FFF2-40B4-BE49-F238E27FC236}">
                <a16:creationId xmlns:a16="http://schemas.microsoft.com/office/drawing/2014/main" id="{FE86F637-BA48-4AEA-9B7D-1BCF655A87FC}"/>
              </a:ext>
            </a:extLst>
          </p:cNvPr>
          <p:cNvSpPr>
            <a:spLocks xmlns:a="http://schemas.openxmlformats.org/drawingml/2006/main" noGrp="1"/>
          </p:cNvSpPr>
          <p:nvPr/>
        </p:nvSpPr>
        <p:spPr>
          <a:xfrm xmlns:a="http://schemas.openxmlformats.org/drawingml/2006/main">
            <a:off x="457200" y="1638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F766E"/>
                </a:solidFill>
              </a:defRPr>
            </a:defPPr>
            <a:lvl1pPr algn="l">
              <a:buNone/>
              <a:defRPr sz="1275" b="1">
                <a:solidFill>
                  <a:srgbClr val="0F766E"/>
                </a:solidFill>
              </a:defRPr>
            </a:lvl1pPr>
            <a:lvl2pPr algn="l">
              <a:buNone/>
              <a:defRPr sz="1275" b="1">
                <a:solidFill>
                  <a:srgbClr val="0F766E"/>
                </a:solidFill>
              </a:defRPr>
            </a:lvl2pPr>
            <a:lvl3pPr algn="l">
              <a:buNone/>
              <a:defRPr sz="1275" b="1">
                <a:solidFill>
                  <a:srgbClr val="0F766E"/>
                </a:solidFill>
              </a:defRPr>
            </a:lvl3pPr>
            <a:lvl4pPr algn="l">
              <a:buNone/>
              <a:defRPr sz="1275" b="1">
                <a:solidFill>
                  <a:srgbClr val="0F766E"/>
                </a:solidFill>
              </a:defRPr>
            </a:lvl4pPr>
            <a:lvl5pPr algn="l">
              <a:buNone/>
              <a:defRPr sz="1275" b="1">
                <a:solidFill>
                  <a:srgbClr val="0F766E"/>
                </a:solidFill>
              </a:defRPr>
            </a:lvl5pPr>
            <a:lvl6pPr algn="l">
              <a:buNone/>
              <a:defRPr sz="1275" b="1">
                <a:solidFill>
                  <a:srgbClr val="0F766E"/>
                </a:solidFill>
              </a:defRPr>
            </a:lvl6pPr>
            <a:lvl7pPr algn="l">
              <a:buNone/>
              <a:defRPr sz="1275" b="1">
                <a:solidFill>
                  <a:srgbClr val="0F766E"/>
                </a:solidFill>
              </a:defRPr>
            </a:lvl7pPr>
            <a:lvl8pPr algn="l">
              <a:buNone/>
              <a:defRPr sz="1275" b="1">
                <a:solidFill>
                  <a:srgbClr val="0F766E"/>
                </a:solidFill>
              </a:defRPr>
            </a:lvl8pPr>
            <a:lvl9pPr algn="l">
              <a:buNone/>
              <a:defRPr sz="1275" b="1">
                <a:solidFill>
                  <a:srgbClr val="0F766E"/>
                </a:solidFill>
              </a:defRPr>
            </a:lvl9pPr>
          </a:lstStyle>
          <a:p xmlns:a="http://schemas.openxmlformats.org/drawingml/2006/main">
            <a:pPr algn="l">
              <a:buNone/>
              <a:defRPr sz="1275" b="1">
                <a:solidFill>
                  <a:srgbClr val="0F766E"/>
                </a:solidFill>
              </a:defRPr>
            </a:pPr>
            <a:r>
              <a:rPr sz="1275" b="1">
                <a:solidFill>
                  <a:srgbClr val="0F766E"/>
                </a:solidFill>
              </a:rPr>
              <a:t>OFFLINE INDEXING</a:t>
            </a:r>
          </a:p>
        </p:txBody>
      </p:sp>
      <p:sp>
        <p:nvSpPr>
          <p:cNvPr id="3" name="rule-vector">
            <a:extLst xmlns:a="http://schemas.openxmlformats.org/drawingml/2006/main">
              <a:ext uri="{FF2B5EF4-FFF2-40B4-BE49-F238E27FC236}">
                <a16:creationId xmlns:a16="http://schemas.microsoft.com/office/drawing/2014/main" id="{6297437A-BEED-4914-B861-34DED0B1E1B9}"/>
              </a:ext>
            </a:extLst>
          </p:cNvPr>
          <p:cNvSpPr>
            <a:spLocks xmlns:a="http://schemas.openxmlformats.org/drawingml/2006/main" noGrp="1"/>
          </p:cNvSpPr>
          <p:nvPr/>
        </p:nvSpPr>
        <p:spPr>
          <a:xfrm xmlns:a="http://schemas.openxmlformats.org/drawingml/2006/main">
            <a:off x="457200" y="2000250"/>
            <a:ext cx="112776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vector-box-1">
            <a:extLst xmlns:a="http://schemas.openxmlformats.org/drawingml/2006/main">
              <a:ext uri="{FF2B5EF4-FFF2-40B4-BE49-F238E27FC236}">
                <a16:creationId xmlns:a16="http://schemas.microsoft.com/office/drawing/2014/main" id="{459F116C-DE31-46A7-ADE8-58DCD3C923F8}"/>
              </a:ext>
            </a:extLst>
          </p:cNvPr>
          <p:cNvSpPr>
            <a:spLocks xmlns:a="http://schemas.openxmlformats.org/drawingml/2006/main" noGrp="1"/>
          </p:cNvSpPr>
          <p:nvPr/>
        </p:nvSpPr>
        <p:spPr>
          <a:xfrm xmlns:a="http://schemas.openxmlformats.org/drawingml/2006/main">
            <a:off x="5905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5" name="vector-box-1-title">
            <a:extLst xmlns:a="http://schemas.openxmlformats.org/drawingml/2006/main">
              <a:ext uri="{FF2B5EF4-FFF2-40B4-BE49-F238E27FC236}">
                <a16:creationId xmlns:a16="http://schemas.microsoft.com/office/drawing/2014/main" id="{477D9C0A-1B05-4213-9BF3-080EA1C96C5A}"/>
              </a:ext>
            </a:extLst>
          </p:cNvPr>
          <p:cNvSpPr>
            <a:spLocks xmlns:a="http://schemas.openxmlformats.org/drawingml/2006/main" noGrp="1"/>
          </p:cNvSpPr>
          <p:nvPr/>
        </p:nvSpPr>
        <p:spPr>
          <a:xfrm xmlns:a="http://schemas.openxmlformats.org/drawingml/2006/main">
            <a:off x="723900" y="3190875"/>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1827"/>
                </a:solidFill>
              </a:defRPr>
            </a:defPPr>
            <a:lvl1pPr algn="ctr">
              <a:buNone/>
              <a:defRPr sz="1650" b="1">
                <a:solidFill>
                  <a:srgbClr val="111827"/>
                </a:solidFill>
              </a:defRPr>
            </a:lvl1pPr>
            <a:lvl2pPr algn="ctr">
              <a:buNone/>
              <a:defRPr sz="1650" b="1">
                <a:solidFill>
                  <a:srgbClr val="111827"/>
                </a:solidFill>
              </a:defRPr>
            </a:lvl2pPr>
            <a:lvl3pPr algn="ctr">
              <a:buNone/>
              <a:defRPr sz="1650" b="1">
                <a:solidFill>
                  <a:srgbClr val="111827"/>
                </a:solidFill>
              </a:defRPr>
            </a:lvl3pPr>
            <a:lvl4pPr algn="ctr">
              <a:buNone/>
              <a:defRPr sz="1650" b="1">
                <a:solidFill>
                  <a:srgbClr val="111827"/>
                </a:solidFill>
              </a:defRPr>
            </a:lvl4pPr>
            <a:lvl5pPr algn="ctr">
              <a:buNone/>
              <a:defRPr sz="1650" b="1">
                <a:solidFill>
                  <a:srgbClr val="111827"/>
                </a:solidFill>
              </a:defRPr>
            </a:lvl5pPr>
            <a:lvl6pPr algn="ctr">
              <a:buNone/>
              <a:defRPr sz="1650" b="1">
                <a:solidFill>
                  <a:srgbClr val="111827"/>
                </a:solidFill>
              </a:defRPr>
            </a:lvl6pPr>
            <a:lvl7pPr algn="ctr">
              <a:buNone/>
              <a:defRPr sz="1650" b="1">
                <a:solidFill>
                  <a:srgbClr val="111827"/>
                </a:solidFill>
              </a:defRPr>
            </a:lvl7pPr>
            <a:lvl8pPr algn="ctr">
              <a:buNone/>
              <a:defRPr sz="1650" b="1">
                <a:solidFill>
                  <a:srgbClr val="111827"/>
                </a:solidFill>
              </a:defRPr>
            </a:lvl8pPr>
            <a:lvl9pPr algn="ctr">
              <a:buNone/>
              <a:defRPr sz="1650" b="1">
                <a:solidFill>
                  <a:srgbClr val="111827"/>
                </a:solidFill>
              </a:defRPr>
            </a:lvl9pPr>
          </a:lstStyle>
          <a:p xmlns:a="http://schemas.openxmlformats.org/drawingml/2006/main">
            <a:pPr algn="ctr">
              <a:buNone/>
              <a:defRPr sz="1650" b="1">
                <a:solidFill>
                  <a:srgbClr val="111827"/>
                </a:solidFill>
              </a:defRPr>
            </a:pPr>
            <a:r>
              <a:rPr sz="1650" b="1">
                <a:solidFill>
                  <a:srgbClr val="111827"/>
                </a:solidFill>
              </a:rPr>
              <a:t>Documents</a:t>
            </a:r>
          </a:p>
        </p:txBody>
      </p:sp>
      <p:sp>
        <p:nvSpPr>
          <p:cNvPr id="6" name="vector-arrow-1">
            <a:extLst xmlns:a="http://schemas.openxmlformats.org/drawingml/2006/main">
              <a:ext uri="{FF2B5EF4-FFF2-40B4-BE49-F238E27FC236}">
                <a16:creationId xmlns:a16="http://schemas.microsoft.com/office/drawing/2014/main" id="{7386AD78-4830-4B4D-8081-2A8AE8CBAAA6}"/>
              </a:ext>
            </a:extLst>
          </p:cNvPr>
          <p:cNvSpPr>
            <a:spLocks xmlns:a="http://schemas.openxmlformats.org/drawingml/2006/main" noGrp="1"/>
          </p:cNvSpPr>
          <p:nvPr/>
        </p:nvSpPr>
        <p:spPr>
          <a:xfrm xmlns:a="http://schemas.openxmlformats.org/drawingml/2006/main">
            <a:off x="30480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7" name="vector-box-2">
            <a:extLst xmlns:a="http://schemas.openxmlformats.org/drawingml/2006/main">
              <a:ext uri="{FF2B5EF4-FFF2-40B4-BE49-F238E27FC236}">
                <a16:creationId xmlns:a16="http://schemas.microsoft.com/office/drawing/2014/main" id="{2F5A7B60-1BE8-4C29-9ECC-40F80175A86B}"/>
              </a:ext>
            </a:extLst>
          </p:cNvPr>
          <p:cNvSpPr>
            <a:spLocks xmlns:a="http://schemas.openxmlformats.org/drawingml/2006/main" noGrp="1"/>
          </p:cNvSpPr>
          <p:nvPr/>
        </p:nvSpPr>
        <p:spPr>
          <a:xfrm xmlns:a="http://schemas.openxmlformats.org/drawingml/2006/main">
            <a:off x="35623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8" name="vector-box-2-title">
            <a:extLst xmlns:a="http://schemas.openxmlformats.org/drawingml/2006/main">
              <a:ext uri="{FF2B5EF4-FFF2-40B4-BE49-F238E27FC236}">
                <a16:creationId xmlns:a16="http://schemas.microsoft.com/office/drawing/2014/main" id="{924EE828-1E08-45F3-8548-B79207B7E99D}"/>
              </a:ext>
            </a:extLst>
          </p:cNvPr>
          <p:cNvSpPr>
            <a:spLocks xmlns:a="http://schemas.openxmlformats.org/drawingml/2006/main" noGrp="1"/>
          </p:cNvSpPr>
          <p:nvPr/>
        </p:nvSpPr>
        <p:spPr>
          <a:xfrm xmlns:a="http://schemas.openxmlformats.org/drawingml/2006/main">
            <a:off x="36957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Chunking</a:t>
            </a:r>
          </a:p>
        </p:txBody>
      </p:sp>
      <p:sp>
        <p:nvSpPr>
          <p:cNvPr id="9" name="vector-box-2-subtitle">
            <a:extLst xmlns:a="http://schemas.openxmlformats.org/drawingml/2006/main">
              <a:ext uri="{FF2B5EF4-FFF2-40B4-BE49-F238E27FC236}">
                <a16:creationId xmlns:a16="http://schemas.microsoft.com/office/drawing/2014/main" id="{0D240587-558F-4996-8925-404755D2F111}"/>
              </a:ext>
            </a:extLst>
          </p:cNvPr>
          <p:cNvSpPr>
            <a:spLocks xmlns:a="http://schemas.openxmlformats.org/drawingml/2006/main" noGrp="1"/>
          </p:cNvSpPr>
          <p:nvPr/>
        </p:nvSpPr>
        <p:spPr>
          <a:xfrm xmlns:a="http://schemas.openxmlformats.org/drawingml/2006/main">
            <a:off x="36957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split into passages</a:t>
            </a:r>
          </a:p>
        </p:txBody>
      </p:sp>
      <p:sp>
        <p:nvSpPr>
          <p:cNvPr id="10" name="vector-arrow-2">
            <a:extLst xmlns:a="http://schemas.openxmlformats.org/drawingml/2006/main">
              <a:ext uri="{FF2B5EF4-FFF2-40B4-BE49-F238E27FC236}">
                <a16:creationId xmlns:a16="http://schemas.microsoft.com/office/drawing/2014/main" id="{6303A0F4-B51E-4547-AFBA-7A348CE3CC1A}"/>
              </a:ext>
            </a:extLst>
          </p:cNvPr>
          <p:cNvSpPr>
            <a:spLocks xmlns:a="http://schemas.openxmlformats.org/drawingml/2006/main" noGrp="1"/>
          </p:cNvSpPr>
          <p:nvPr/>
        </p:nvSpPr>
        <p:spPr>
          <a:xfrm xmlns:a="http://schemas.openxmlformats.org/drawingml/2006/main">
            <a:off x="60198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11" name="vector-box-3">
            <a:extLst xmlns:a="http://schemas.openxmlformats.org/drawingml/2006/main">
              <a:ext uri="{FF2B5EF4-FFF2-40B4-BE49-F238E27FC236}">
                <a16:creationId xmlns:a16="http://schemas.microsoft.com/office/drawing/2014/main" id="{4ABE4DEA-35A4-4598-A233-A84C16EAD5CD}"/>
              </a:ext>
            </a:extLst>
          </p:cNvPr>
          <p:cNvSpPr>
            <a:spLocks xmlns:a="http://schemas.openxmlformats.org/drawingml/2006/main" noGrp="1"/>
          </p:cNvSpPr>
          <p:nvPr/>
        </p:nvSpPr>
        <p:spPr>
          <a:xfrm xmlns:a="http://schemas.openxmlformats.org/drawingml/2006/main">
            <a:off x="65341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12" name="vector-box-3-title">
            <a:extLst xmlns:a="http://schemas.openxmlformats.org/drawingml/2006/main">
              <a:ext uri="{FF2B5EF4-FFF2-40B4-BE49-F238E27FC236}">
                <a16:creationId xmlns:a16="http://schemas.microsoft.com/office/drawing/2014/main" id="{F051A6C0-2448-4660-9F67-8F9A01CCAA2B}"/>
              </a:ext>
            </a:extLst>
          </p:cNvPr>
          <p:cNvSpPr>
            <a:spLocks xmlns:a="http://schemas.openxmlformats.org/drawingml/2006/main" noGrp="1"/>
          </p:cNvSpPr>
          <p:nvPr/>
        </p:nvSpPr>
        <p:spPr>
          <a:xfrm xmlns:a="http://schemas.openxmlformats.org/drawingml/2006/main">
            <a:off x="66675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Embedding</a:t>
            </a:r>
          </a:p>
        </p:txBody>
      </p:sp>
      <p:sp>
        <p:nvSpPr>
          <p:cNvPr id="13" name="vector-box-3-subtitle">
            <a:extLst xmlns:a="http://schemas.openxmlformats.org/drawingml/2006/main">
              <a:ext uri="{FF2B5EF4-FFF2-40B4-BE49-F238E27FC236}">
                <a16:creationId xmlns:a16="http://schemas.microsoft.com/office/drawing/2014/main" id="{D887C31C-6A24-40CF-81BB-BBC6C374913A}"/>
              </a:ext>
            </a:extLst>
          </p:cNvPr>
          <p:cNvSpPr>
            <a:spLocks xmlns:a="http://schemas.openxmlformats.org/drawingml/2006/main" noGrp="1"/>
          </p:cNvSpPr>
          <p:nvPr/>
        </p:nvSpPr>
        <p:spPr>
          <a:xfrm xmlns:a="http://schemas.openxmlformats.org/drawingml/2006/main">
            <a:off x="66675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encode each chunk</a:t>
            </a:r>
          </a:p>
        </p:txBody>
      </p:sp>
      <p:sp>
        <p:nvSpPr>
          <p:cNvPr id="14" name="vector-arrow-3">
            <a:extLst xmlns:a="http://schemas.openxmlformats.org/drawingml/2006/main">
              <a:ext uri="{FF2B5EF4-FFF2-40B4-BE49-F238E27FC236}">
                <a16:creationId xmlns:a16="http://schemas.microsoft.com/office/drawing/2014/main" id="{359742F4-1681-4DDC-996F-D7466D71C735}"/>
              </a:ext>
            </a:extLst>
          </p:cNvPr>
          <p:cNvSpPr>
            <a:spLocks xmlns:a="http://schemas.openxmlformats.org/drawingml/2006/main" noGrp="1"/>
          </p:cNvSpPr>
          <p:nvPr/>
        </p:nvSpPr>
        <p:spPr>
          <a:xfrm xmlns:a="http://schemas.openxmlformats.org/drawingml/2006/main">
            <a:off x="89916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15" name="vector-box-4">
            <a:extLst xmlns:a="http://schemas.openxmlformats.org/drawingml/2006/main">
              <a:ext uri="{FF2B5EF4-FFF2-40B4-BE49-F238E27FC236}">
                <a16:creationId xmlns:a16="http://schemas.microsoft.com/office/drawing/2014/main" id="{73ED8C00-8103-4D72-8077-6C743B343912}"/>
              </a:ext>
            </a:extLst>
          </p:cNvPr>
          <p:cNvSpPr>
            <a:spLocks xmlns:a="http://schemas.openxmlformats.org/drawingml/2006/main" noGrp="1"/>
          </p:cNvSpPr>
          <p:nvPr/>
        </p:nvSpPr>
        <p:spPr>
          <a:xfrm xmlns:a="http://schemas.openxmlformats.org/drawingml/2006/main">
            <a:off x="95059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16" name="vector-box-4-title">
            <a:extLst xmlns:a="http://schemas.openxmlformats.org/drawingml/2006/main">
              <a:ext uri="{FF2B5EF4-FFF2-40B4-BE49-F238E27FC236}">
                <a16:creationId xmlns:a16="http://schemas.microsoft.com/office/drawing/2014/main" id="{A6DE5208-CE73-455C-9B2F-3A3F13EAD39D}"/>
              </a:ext>
            </a:extLst>
          </p:cNvPr>
          <p:cNvSpPr>
            <a:spLocks xmlns:a="http://schemas.openxmlformats.org/drawingml/2006/main" noGrp="1"/>
          </p:cNvSpPr>
          <p:nvPr/>
        </p:nvSpPr>
        <p:spPr>
          <a:xfrm xmlns:a="http://schemas.openxmlformats.org/drawingml/2006/main">
            <a:off x="96393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Vector index</a:t>
            </a:r>
          </a:p>
        </p:txBody>
      </p:sp>
      <p:sp>
        <p:nvSpPr>
          <p:cNvPr id="17" name="vector-box-4-subtitle">
            <a:extLst xmlns:a="http://schemas.openxmlformats.org/drawingml/2006/main">
              <a:ext uri="{FF2B5EF4-FFF2-40B4-BE49-F238E27FC236}">
                <a16:creationId xmlns:a16="http://schemas.microsoft.com/office/drawing/2014/main" id="{CEEC9398-5FD7-4A57-B203-C35C62038E02}"/>
              </a:ext>
            </a:extLst>
          </p:cNvPr>
          <p:cNvSpPr>
            <a:spLocks xmlns:a="http://schemas.openxmlformats.org/drawingml/2006/main" noGrp="1"/>
          </p:cNvSpPr>
          <p:nvPr/>
        </p:nvSpPr>
        <p:spPr>
          <a:xfrm xmlns:a="http://schemas.openxmlformats.org/drawingml/2006/main">
            <a:off x="96393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chunks + metadata</a:t>
            </a:r>
          </a:p>
        </p:txBody>
      </p:sp>
    </p:spTree>
    <p:extLst>
      <p:ext uri="{BB962C8B-B14F-4D97-AF65-F5344CB8AC3E}">
        <p14:creationId xmlns:p14="http://schemas.microsoft.com/office/powerpoint/2010/main" val="20833293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bm25">
            <a:extLst xmlns:a="http://schemas.openxmlformats.org/drawingml/2006/main">
              <a:ext uri="{FF2B5EF4-FFF2-40B4-BE49-F238E27FC236}">
                <a16:creationId xmlns:a16="http://schemas.microsoft.com/office/drawing/2014/main" id="{7799B2E2-48BD-4DD7-9F7F-B7FBEADDE581}"/>
              </a:ext>
            </a:extLst>
          </p:cNvPr>
          <p:cNvSpPr>
            <a:spLocks xmlns:a="http://schemas.openxmlformats.org/drawingml/2006/main" noGrp="1"/>
          </p:cNvSpPr>
          <p:nvPr/>
        </p:nvSpPr>
        <p:spPr>
          <a:xfrm xmlns:a="http://schemas.openxmlformats.org/drawingml/2006/main">
            <a:off x="457200" y="323850"/>
            <a:ext cx="11277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1827"/>
                </a:solidFill>
              </a:defRPr>
            </a:defPPr>
            <a:lvl1pPr algn="l">
              <a:buNone/>
              <a:defRPr sz="2850" b="1">
                <a:solidFill>
                  <a:srgbClr val="111827"/>
                </a:solidFill>
              </a:defRPr>
            </a:lvl1pPr>
            <a:lvl2pPr algn="l">
              <a:buNone/>
              <a:defRPr sz="2850" b="1">
                <a:solidFill>
                  <a:srgbClr val="111827"/>
                </a:solidFill>
              </a:defRPr>
            </a:lvl2pPr>
            <a:lvl3pPr algn="l">
              <a:buNone/>
              <a:defRPr sz="2850" b="1">
                <a:solidFill>
                  <a:srgbClr val="111827"/>
                </a:solidFill>
              </a:defRPr>
            </a:lvl3pPr>
            <a:lvl4pPr algn="l">
              <a:buNone/>
              <a:defRPr sz="2850" b="1">
                <a:solidFill>
                  <a:srgbClr val="111827"/>
                </a:solidFill>
              </a:defRPr>
            </a:lvl4pPr>
            <a:lvl5pPr algn="l">
              <a:buNone/>
              <a:defRPr sz="2850" b="1">
                <a:solidFill>
                  <a:srgbClr val="111827"/>
                </a:solidFill>
              </a:defRPr>
            </a:lvl5pPr>
            <a:lvl6pPr algn="l">
              <a:buNone/>
              <a:defRPr sz="2850" b="1">
                <a:solidFill>
                  <a:srgbClr val="111827"/>
                </a:solidFill>
              </a:defRPr>
            </a:lvl6pPr>
            <a:lvl7pPr algn="l">
              <a:buNone/>
              <a:defRPr sz="2850" b="1">
                <a:solidFill>
                  <a:srgbClr val="111827"/>
                </a:solidFill>
              </a:defRPr>
            </a:lvl7pPr>
            <a:lvl8pPr algn="l">
              <a:buNone/>
              <a:defRPr sz="2850" b="1">
                <a:solidFill>
                  <a:srgbClr val="111827"/>
                </a:solidFill>
              </a:defRPr>
            </a:lvl8pPr>
            <a:lvl9pPr algn="l">
              <a:buNone/>
              <a:defRPr sz="2850" b="1">
                <a:solidFill>
                  <a:srgbClr val="111827"/>
                </a:solidFill>
              </a:defRPr>
            </a:lvl9pPr>
          </a:lstStyle>
          <a:p xmlns:a="http://schemas.openxmlformats.org/drawingml/2006/main">
            <a:pPr algn="l">
              <a:buNone/>
              <a:defRPr sz="2850" b="1">
                <a:solidFill>
                  <a:srgbClr val="111827"/>
                </a:solidFill>
              </a:defRPr>
            </a:pPr>
            <a:r>
              <a:rPr sz="2850" b="1">
                <a:solidFill>
                  <a:srgbClr val="111827"/>
                </a:solidFill>
              </a:rPr>
              <a:t>Retrieval-Augmented Generation (RAG)</a:t>
            </a:r>
          </a:p>
        </p:txBody>
      </p:sp>
      <p:sp>
        <p:nvSpPr>
          <p:cNvPr id="2" name="section-bm25">
            <a:extLst xmlns:a="http://schemas.openxmlformats.org/drawingml/2006/main">
              <a:ext uri="{FF2B5EF4-FFF2-40B4-BE49-F238E27FC236}">
                <a16:creationId xmlns:a16="http://schemas.microsoft.com/office/drawing/2014/main" id="{958BB0B5-279C-4534-B57B-87F5CE7ACFA2}"/>
              </a:ext>
            </a:extLst>
          </p:cNvPr>
          <p:cNvSpPr>
            <a:spLocks xmlns:a="http://schemas.openxmlformats.org/drawingml/2006/main" noGrp="1"/>
          </p:cNvSpPr>
          <p:nvPr/>
        </p:nvSpPr>
        <p:spPr>
          <a:xfrm xmlns:a="http://schemas.openxmlformats.org/drawingml/2006/main">
            <a:off x="457200" y="1638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F766E"/>
                </a:solidFill>
              </a:defRPr>
            </a:defPPr>
            <a:lvl1pPr algn="l">
              <a:buNone/>
              <a:defRPr sz="1275" b="1">
                <a:solidFill>
                  <a:srgbClr val="0F766E"/>
                </a:solidFill>
              </a:defRPr>
            </a:lvl1pPr>
            <a:lvl2pPr algn="l">
              <a:buNone/>
              <a:defRPr sz="1275" b="1">
                <a:solidFill>
                  <a:srgbClr val="0F766E"/>
                </a:solidFill>
              </a:defRPr>
            </a:lvl2pPr>
            <a:lvl3pPr algn="l">
              <a:buNone/>
              <a:defRPr sz="1275" b="1">
                <a:solidFill>
                  <a:srgbClr val="0F766E"/>
                </a:solidFill>
              </a:defRPr>
            </a:lvl3pPr>
            <a:lvl4pPr algn="l">
              <a:buNone/>
              <a:defRPr sz="1275" b="1">
                <a:solidFill>
                  <a:srgbClr val="0F766E"/>
                </a:solidFill>
              </a:defRPr>
            </a:lvl4pPr>
            <a:lvl5pPr algn="l">
              <a:buNone/>
              <a:defRPr sz="1275" b="1">
                <a:solidFill>
                  <a:srgbClr val="0F766E"/>
                </a:solidFill>
              </a:defRPr>
            </a:lvl5pPr>
            <a:lvl6pPr algn="l">
              <a:buNone/>
              <a:defRPr sz="1275" b="1">
                <a:solidFill>
                  <a:srgbClr val="0F766E"/>
                </a:solidFill>
              </a:defRPr>
            </a:lvl6pPr>
            <a:lvl7pPr algn="l">
              <a:buNone/>
              <a:defRPr sz="1275" b="1">
                <a:solidFill>
                  <a:srgbClr val="0F766E"/>
                </a:solidFill>
              </a:defRPr>
            </a:lvl7pPr>
            <a:lvl8pPr algn="l">
              <a:buNone/>
              <a:defRPr sz="1275" b="1">
                <a:solidFill>
                  <a:srgbClr val="0F766E"/>
                </a:solidFill>
              </a:defRPr>
            </a:lvl8pPr>
            <a:lvl9pPr algn="l">
              <a:buNone/>
              <a:defRPr sz="1275" b="1">
                <a:solidFill>
                  <a:srgbClr val="0F766E"/>
                </a:solidFill>
              </a:defRPr>
            </a:lvl9pPr>
          </a:lstStyle>
          <a:p xmlns:a="http://schemas.openxmlformats.org/drawingml/2006/main">
            <a:pPr algn="l">
              <a:buNone/>
              <a:defRPr sz="1275" b="1">
                <a:solidFill>
                  <a:srgbClr val="0F766E"/>
                </a:solidFill>
              </a:defRPr>
            </a:pPr>
            <a:r>
              <a:rPr sz="1275" b="1">
                <a:solidFill>
                  <a:srgbClr val="0F766E"/>
                </a:solidFill>
              </a:rPr>
              <a:t>OFFLINE INDEXING</a:t>
            </a:r>
          </a:p>
        </p:txBody>
      </p:sp>
      <p:sp>
        <p:nvSpPr>
          <p:cNvPr id="3" name="rule-bm25">
            <a:extLst xmlns:a="http://schemas.openxmlformats.org/drawingml/2006/main">
              <a:ext uri="{FF2B5EF4-FFF2-40B4-BE49-F238E27FC236}">
                <a16:creationId xmlns:a16="http://schemas.microsoft.com/office/drawing/2014/main" id="{2A1FC5DE-AB21-4815-B225-613096652E2E}"/>
              </a:ext>
            </a:extLst>
          </p:cNvPr>
          <p:cNvSpPr>
            <a:spLocks xmlns:a="http://schemas.openxmlformats.org/drawingml/2006/main" noGrp="1"/>
          </p:cNvSpPr>
          <p:nvPr/>
        </p:nvSpPr>
        <p:spPr>
          <a:xfrm xmlns:a="http://schemas.openxmlformats.org/drawingml/2006/main">
            <a:off x="457200" y="2000250"/>
            <a:ext cx="11277600" cy="19050"/>
          </a:xfrm>
          <a:prstGeom xmlns:a="http://schemas.openxmlformats.org/drawingml/2006/main" prst="rect">
            <a:avLst/>
          </a:prstGeom>
          <a:solidFill xmlns:a="http://schemas.openxmlformats.org/drawingml/2006/main">
            <a:srgbClr val="CBD5E1"/>
          </a:solidFill>
          <a:ln xmlns:a="http://schemas.openxmlformats.org/drawingml/2006/main" w="0">
            <a:noFill/>
            <a:prstDash val="solid"/>
          </a:ln>
        </p:spPr>
      </p:sp>
      <p:sp>
        <p:nvSpPr>
          <p:cNvPr id="4" name="bm25-box-1">
            <a:extLst xmlns:a="http://schemas.openxmlformats.org/drawingml/2006/main">
              <a:ext uri="{FF2B5EF4-FFF2-40B4-BE49-F238E27FC236}">
                <a16:creationId xmlns:a16="http://schemas.microsoft.com/office/drawing/2014/main" id="{98CE5D21-617D-45E1-9BDE-A70BCC6902D3}"/>
              </a:ext>
            </a:extLst>
          </p:cNvPr>
          <p:cNvSpPr>
            <a:spLocks xmlns:a="http://schemas.openxmlformats.org/drawingml/2006/main" noGrp="1"/>
          </p:cNvSpPr>
          <p:nvPr/>
        </p:nvSpPr>
        <p:spPr>
          <a:xfrm xmlns:a="http://schemas.openxmlformats.org/drawingml/2006/main">
            <a:off x="5905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5" name="bm25-box-1-title">
            <a:extLst xmlns:a="http://schemas.openxmlformats.org/drawingml/2006/main">
              <a:ext uri="{FF2B5EF4-FFF2-40B4-BE49-F238E27FC236}">
                <a16:creationId xmlns:a16="http://schemas.microsoft.com/office/drawing/2014/main" id="{4C8DE286-F091-4FBF-9747-DCE0BB04C9BA}"/>
              </a:ext>
            </a:extLst>
          </p:cNvPr>
          <p:cNvSpPr>
            <a:spLocks xmlns:a="http://schemas.openxmlformats.org/drawingml/2006/main" noGrp="1"/>
          </p:cNvSpPr>
          <p:nvPr/>
        </p:nvSpPr>
        <p:spPr>
          <a:xfrm xmlns:a="http://schemas.openxmlformats.org/drawingml/2006/main">
            <a:off x="723900" y="3190875"/>
            <a:ext cx="2038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1827"/>
                </a:solidFill>
              </a:defRPr>
            </a:defPPr>
            <a:lvl1pPr algn="ctr">
              <a:buNone/>
              <a:defRPr sz="1650" b="1">
                <a:solidFill>
                  <a:srgbClr val="111827"/>
                </a:solidFill>
              </a:defRPr>
            </a:lvl1pPr>
            <a:lvl2pPr algn="ctr">
              <a:buNone/>
              <a:defRPr sz="1650" b="1">
                <a:solidFill>
                  <a:srgbClr val="111827"/>
                </a:solidFill>
              </a:defRPr>
            </a:lvl2pPr>
            <a:lvl3pPr algn="ctr">
              <a:buNone/>
              <a:defRPr sz="1650" b="1">
                <a:solidFill>
                  <a:srgbClr val="111827"/>
                </a:solidFill>
              </a:defRPr>
            </a:lvl3pPr>
            <a:lvl4pPr algn="ctr">
              <a:buNone/>
              <a:defRPr sz="1650" b="1">
                <a:solidFill>
                  <a:srgbClr val="111827"/>
                </a:solidFill>
              </a:defRPr>
            </a:lvl4pPr>
            <a:lvl5pPr algn="ctr">
              <a:buNone/>
              <a:defRPr sz="1650" b="1">
                <a:solidFill>
                  <a:srgbClr val="111827"/>
                </a:solidFill>
              </a:defRPr>
            </a:lvl5pPr>
            <a:lvl6pPr algn="ctr">
              <a:buNone/>
              <a:defRPr sz="1650" b="1">
                <a:solidFill>
                  <a:srgbClr val="111827"/>
                </a:solidFill>
              </a:defRPr>
            </a:lvl6pPr>
            <a:lvl7pPr algn="ctr">
              <a:buNone/>
              <a:defRPr sz="1650" b="1">
                <a:solidFill>
                  <a:srgbClr val="111827"/>
                </a:solidFill>
              </a:defRPr>
            </a:lvl7pPr>
            <a:lvl8pPr algn="ctr">
              <a:buNone/>
              <a:defRPr sz="1650" b="1">
                <a:solidFill>
                  <a:srgbClr val="111827"/>
                </a:solidFill>
              </a:defRPr>
            </a:lvl8pPr>
            <a:lvl9pPr algn="ctr">
              <a:buNone/>
              <a:defRPr sz="1650" b="1">
                <a:solidFill>
                  <a:srgbClr val="111827"/>
                </a:solidFill>
              </a:defRPr>
            </a:lvl9pPr>
          </a:lstStyle>
          <a:p xmlns:a="http://schemas.openxmlformats.org/drawingml/2006/main">
            <a:pPr algn="ctr">
              <a:buNone/>
              <a:defRPr sz="1650" b="1">
                <a:solidFill>
                  <a:srgbClr val="111827"/>
                </a:solidFill>
              </a:defRPr>
            </a:pPr>
            <a:r>
              <a:rPr sz="1650" b="1">
                <a:solidFill>
                  <a:srgbClr val="111827"/>
                </a:solidFill>
              </a:rPr>
              <a:t>Documents</a:t>
            </a:r>
          </a:p>
        </p:txBody>
      </p:sp>
      <p:sp>
        <p:nvSpPr>
          <p:cNvPr id="6" name="bm25-arrow-1">
            <a:extLst xmlns:a="http://schemas.openxmlformats.org/drawingml/2006/main">
              <a:ext uri="{FF2B5EF4-FFF2-40B4-BE49-F238E27FC236}">
                <a16:creationId xmlns:a16="http://schemas.microsoft.com/office/drawing/2014/main" id="{F8ACDFE3-1A21-44F4-B50C-4E57BFD977FD}"/>
              </a:ext>
            </a:extLst>
          </p:cNvPr>
          <p:cNvSpPr>
            <a:spLocks xmlns:a="http://schemas.openxmlformats.org/drawingml/2006/main" noGrp="1"/>
          </p:cNvSpPr>
          <p:nvPr/>
        </p:nvSpPr>
        <p:spPr>
          <a:xfrm xmlns:a="http://schemas.openxmlformats.org/drawingml/2006/main">
            <a:off x="30480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7" name="bm25-box-2">
            <a:extLst xmlns:a="http://schemas.openxmlformats.org/drawingml/2006/main">
              <a:ext uri="{FF2B5EF4-FFF2-40B4-BE49-F238E27FC236}">
                <a16:creationId xmlns:a16="http://schemas.microsoft.com/office/drawing/2014/main" id="{21A36E2D-1F2E-4FCF-B20C-A91C37EF35F2}"/>
              </a:ext>
            </a:extLst>
          </p:cNvPr>
          <p:cNvSpPr>
            <a:spLocks xmlns:a="http://schemas.openxmlformats.org/drawingml/2006/main" noGrp="1"/>
          </p:cNvSpPr>
          <p:nvPr/>
        </p:nvSpPr>
        <p:spPr>
          <a:xfrm xmlns:a="http://schemas.openxmlformats.org/drawingml/2006/main">
            <a:off x="35623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8" name="bm25-box-2-title">
            <a:extLst xmlns:a="http://schemas.openxmlformats.org/drawingml/2006/main">
              <a:ext uri="{FF2B5EF4-FFF2-40B4-BE49-F238E27FC236}">
                <a16:creationId xmlns:a16="http://schemas.microsoft.com/office/drawing/2014/main" id="{34185AE0-D5CF-4259-91C3-B5CC4A0A3838}"/>
              </a:ext>
            </a:extLst>
          </p:cNvPr>
          <p:cNvSpPr>
            <a:spLocks xmlns:a="http://schemas.openxmlformats.org/drawingml/2006/main" noGrp="1"/>
          </p:cNvSpPr>
          <p:nvPr/>
        </p:nvSpPr>
        <p:spPr>
          <a:xfrm xmlns:a="http://schemas.openxmlformats.org/drawingml/2006/main">
            <a:off x="36957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Chunking</a:t>
            </a:r>
          </a:p>
        </p:txBody>
      </p:sp>
      <p:sp>
        <p:nvSpPr>
          <p:cNvPr id="9" name="bm25-box-2-subtitle">
            <a:extLst xmlns:a="http://schemas.openxmlformats.org/drawingml/2006/main">
              <a:ext uri="{FF2B5EF4-FFF2-40B4-BE49-F238E27FC236}">
                <a16:creationId xmlns:a16="http://schemas.microsoft.com/office/drawing/2014/main" id="{1532B196-3345-406F-83B2-4881931CA445}"/>
              </a:ext>
            </a:extLst>
          </p:cNvPr>
          <p:cNvSpPr>
            <a:spLocks xmlns:a="http://schemas.openxmlformats.org/drawingml/2006/main" noGrp="1"/>
          </p:cNvSpPr>
          <p:nvPr/>
        </p:nvSpPr>
        <p:spPr>
          <a:xfrm xmlns:a="http://schemas.openxmlformats.org/drawingml/2006/main">
            <a:off x="36957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split into passages</a:t>
            </a:r>
          </a:p>
        </p:txBody>
      </p:sp>
      <p:sp>
        <p:nvSpPr>
          <p:cNvPr id="10" name="bm25-arrow-2">
            <a:extLst xmlns:a="http://schemas.openxmlformats.org/drawingml/2006/main">
              <a:ext uri="{FF2B5EF4-FFF2-40B4-BE49-F238E27FC236}">
                <a16:creationId xmlns:a16="http://schemas.microsoft.com/office/drawing/2014/main" id="{FAD14179-EB1B-4A5D-9940-386F902DFC97}"/>
              </a:ext>
            </a:extLst>
          </p:cNvPr>
          <p:cNvSpPr>
            <a:spLocks xmlns:a="http://schemas.openxmlformats.org/drawingml/2006/main" noGrp="1"/>
          </p:cNvSpPr>
          <p:nvPr/>
        </p:nvSpPr>
        <p:spPr>
          <a:xfrm xmlns:a="http://schemas.openxmlformats.org/drawingml/2006/main">
            <a:off x="60198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11" name="bm25-box-3">
            <a:extLst xmlns:a="http://schemas.openxmlformats.org/drawingml/2006/main">
              <a:ext uri="{FF2B5EF4-FFF2-40B4-BE49-F238E27FC236}">
                <a16:creationId xmlns:a16="http://schemas.microsoft.com/office/drawing/2014/main" id="{63641E2B-1269-4D8C-B6B4-C887C77A11AC}"/>
              </a:ext>
            </a:extLst>
          </p:cNvPr>
          <p:cNvSpPr>
            <a:spLocks xmlns:a="http://schemas.openxmlformats.org/drawingml/2006/main" noGrp="1"/>
          </p:cNvSpPr>
          <p:nvPr/>
        </p:nvSpPr>
        <p:spPr>
          <a:xfrm xmlns:a="http://schemas.openxmlformats.org/drawingml/2006/main">
            <a:off x="65341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12" name="bm25-box-3-title">
            <a:extLst xmlns:a="http://schemas.openxmlformats.org/drawingml/2006/main">
              <a:ext uri="{FF2B5EF4-FFF2-40B4-BE49-F238E27FC236}">
                <a16:creationId xmlns:a16="http://schemas.microsoft.com/office/drawing/2014/main" id="{84278B4B-564E-48A4-A00B-292240F6FCC6}"/>
              </a:ext>
            </a:extLst>
          </p:cNvPr>
          <p:cNvSpPr>
            <a:spLocks xmlns:a="http://schemas.openxmlformats.org/drawingml/2006/main" noGrp="1"/>
          </p:cNvSpPr>
          <p:nvPr/>
        </p:nvSpPr>
        <p:spPr>
          <a:xfrm xmlns:a="http://schemas.openxmlformats.org/drawingml/2006/main">
            <a:off x="66675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Tokenization</a:t>
            </a:r>
          </a:p>
        </p:txBody>
      </p:sp>
      <p:sp>
        <p:nvSpPr>
          <p:cNvPr id="13" name="bm25-box-3-subtitle">
            <a:extLst xmlns:a="http://schemas.openxmlformats.org/drawingml/2006/main">
              <a:ext uri="{FF2B5EF4-FFF2-40B4-BE49-F238E27FC236}">
                <a16:creationId xmlns:a16="http://schemas.microsoft.com/office/drawing/2014/main" id="{DECD699D-1F0E-49A3-B6C2-9742A8705FC1}"/>
              </a:ext>
            </a:extLst>
          </p:cNvPr>
          <p:cNvSpPr>
            <a:spLocks xmlns:a="http://schemas.openxmlformats.org/drawingml/2006/main" noGrp="1"/>
          </p:cNvSpPr>
          <p:nvPr/>
        </p:nvSpPr>
        <p:spPr>
          <a:xfrm xmlns:a="http://schemas.openxmlformats.org/drawingml/2006/main">
            <a:off x="66675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extract lexical terms</a:t>
            </a:r>
          </a:p>
        </p:txBody>
      </p:sp>
      <p:sp>
        <p:nvSpPr>
          <p:cNvPr id="14" name="bm25-arrow-3">
            <a:extLst xmlns:a="http://schemas.openxmlformats.org/drawingml/2006/main">
              <a:ext uri="{FF2B5EF4-FFF2-40B4-BE49-F238E27FC236}">
                <a16:creationId xmlns:a16="http://schemas.microsoft.com/office/drawing/2014/main" id="{C9DE09B2-9AA6-43FC-86B5-70DA56CB4FB4}"/>
              </a:ext>
            </a:extLst>
          </p:cNvPr>
          <p:cNvSpPr>
            <a:spLocks xmlns:a="http://schemas.openxmlformats.org/drawingml/2006/main" noGrp="1"/>
          </p:cNvSpPr>
          <p:nvPr/>
        </p:nvSpPr>
        <p:spPr>
          <a:xfrm xmlns:a="http://schemas.openxmlformats.org/drawingml/2006/main">
            <a:off x="8991600" y="3190875"/>
            <a:ext cx="495300" cy="428625"/>
          </a:xfrm>
          <a:prstGeom xmlns:a="http://schemas.openxmlformats.org/drawingml/2006/main" prst="rightArrow">
            <a:avLst/>
          </a:prstGeom>
          <a:solidFill xmlns:a="http://schemas.openxmlformats.org/drawingml/2006/main">
            <a:srgbClr val="5B6470"/>
          </a:solidFill>
          <a:ln xmlns:a="http://schemas.openxmlformats.org/drawingml/2006/main" w="0">
            <a:noFill/>
            <a:prstDash val="solid"/>
          </a:ln>
        </p:spPr>
      </p:sp>
      <p:sp>
        <p:nvSpPr>
          <p:cNvPr id="15" name="bm25-box-4">
            <a:extLst xmlns:a="http://schemas.openxmlformats.org/drawingml/2006/main">
              <a:ext uri="{FF2B5EF4-FFF2-40B4-BE49-F238E27FC236}">
                <a16:creationId xmlns:a16="http://schemas.microsoft.com/office/drawing/2014/main" id="{28A68C79-A2E7-4E88-AD02-B0FF818BD466}"/>
              </a:ext>
            </a:extLst>
          </p:cNvPr>
          <p:cNvSpPr>
            <a:spLocks xmlns:a="http://schemas.openxmlformats.org/drawingml/2006/main" noGrp="1"/>
          </p:cNvSpPr>
          <p:nvPr/>
        </p:nvSpPr>
        <p:spPr>
          <a:xfrm xmlns:a="http://schemas.openxmlformats.org/drawingml/2006/main">
            <a:off x="9505950" y="2724150"/>
            <a:ext cx="2305050" cy="1371600"/>
          </a:xfrm>
          <a:prstGeom xmlns:a="http://schemas.openxmlformats.org/drawingml/2006/main" prst="roundRect">
            <a:avLst>
              <a:gd name="adj" fmla="val 5556"/>
            </a:avLst>
          </a:prstGeom>
          <a:solidFill xmlns:a="http://schemas.openxmlformats.org/drawingml/2006/main">
            <a:srgbClr val="E9FAF5"/>
          </a:solidFill>
          <a:ln xmlns:a="http://schemas.openxmlformats.org/drawingml/2006/main" w="17145">
            <a:solidFill>
              <a:srgbClr val="159774"/>
            </a:solidFill>
            <a:prstDash val="solid"/>
          </a:ln>
        </p:spPr>
      </p:sp>
      <p:sp>
        <p:nvSpPr>
          <p:cNvPr id="16" name="bm25-box-4-title">
            <a:extLst xmlns:a="http://schemas.openxmlformats.org/drawingml/2006/main">
              <a:ext uri="{FF2B5EF4-FFF2-40B4-BE49-F238E27FC236}">
                <a16:creationId xmlns:a16="http://schemas.microsoft.com/office/drawing/2014/main" id="{F7F4F619-CE38-45F4-B63F-61D4BE4D6174}"/>
              </a:ext>
            </a:extLst>
          </p:cNvPr>
          <p:cNvSpPr>
            <a:spLocks xmlns:a="http://schemas.openxmlformats.org/drawingml/2006/main" noGrp="1"/>
          </p:cNvSpPr>
          <p:nvPr/>
        </p:nvSpPr>
        <p:spPr>
          <a:xfrm xmlns:a="http://schemas.openxmlformats.org/drawingml/2006/main">
            <a:off x="9639300" y="3028950"/>
            <a:ext cx="2038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11827"/>
                </a:solidFill>
              </a:defRPr>
            </a:defPPr>
            <a:lvl1pPr algn="ctr">
              <a:buNone/>
              <a:defRPr sz="1575" b="1">
                <a:solidFill>
                  <a:srgbClr val="111827"/>
                </a:solidFill>
              </a:defRPr>
            </a:lvl1pPr>
            <a:lvl2pPr algn="ctr">
              <a:buNone/>
              <a:defRPr sz="1575" b="1">
                <a:solidFill>
                  <a:srgbClr val="111827"/>
                </a:solidFill>
              </a:defRPr>
            </a:lvl2pPr>
            <a:lvl3pPr algn="ctr">
              <a:buNone/>
              <a:defRPr sz="1575" b="1">
                <a:solidFill>
                  <a:srgbClr val="111827"/>
                </a:solidFill>
              </a:defRPr>
            </a:lvl3pPr>
            <a:lvl4pPr algn="ctr">
              <a:buNone/>
              <a:defRPr sz="1575" b="1">
                <a:solidFill>
                  <a:srgbClr val="111827"/>
                </a:solidFill>
              </a:defRPr>
            </a:lvl4pPr>
            <a:lvl5pPr algn="ctr">
              <a:buNone/>
              <a:defRPr sz="1575" b="1">
                <a:solidFill>
                  <a:srgbClr val="111827"/>
                </a:solidFill>
              </a:defRPr>
            </a:lvl5pPr>
            <a:lvl6pPr algn="ctr">
              <a:buNone/>
              <a:defRPr sz="1575" b="1">
                <a:solidFill>
                  <a:srgbClr val="111827"/>
                </a:solidFill>
              </a:defRPr>
            </a:lvl6pPr>
            <a:lvl7pPr algn="ctr">
              <a:buNone/>
              <a:defRPr sz="1575" b="1">
                <a:solidFill>
                  <a:srgbClr val="111827"/>
                </a:solidFill>
              </a:defRPr>
            </a:lvl7pPr>
            <a:lvl8pPr algn="ctr">
              <a:buNone/>
              <a:defRPr sz="1575" b="1">
                <a:solidFill>
                  <a:srgbClr val="111827"/>
                </a:solidFill>
              </a:defRPr>
            </a:lvl8pPr>
            <a:lvl9pPr algn="ctr">
              <a:buNone/>
              <a:defRPr sz="1575" b="1">
                <a:solidFill>
                  <a:srgbClr val="111827"/>
                </a:solidFill>
              </a:defRPr>
            </a:lvl9pPr>
          </a:lstStyle>
          <a:p xmlns:a="http://schemas.openxmlformats.org/drawingml/2006/main">
            <a:pPr algn="ctr">
              <a:buNone/>
              <a:defRPr sz="1575" b="1">
                <a:solidFill>
                  <a:srgbClr val="111827"/>
                </a:solidFill>
              </a:defRPr>
            </a:pPr>
            <a:r>
              <a:rPr sz="1575" b="1">
                <a:solidFill>
                  <a:srgbClr val="111827"/>
                </a:solidFill>
              </a:rPr>
              <a:t>BM25 index</a:t>
            </a:r>
          </a:p>
        </p:txBody>
      </p:sp>
      <p:sp>
        <p:nvSpPr>
          <p:cNvPr id="17" name="bm25-box-4-subtitle">
            <a:extLst xmlns:a="http://schemas.openxmlformats.org/drawingml/2006/main">
              <a:ext uri="{FF2B5EF4-FFF2-40B4-BE49-F238E27FC236}">
                <a16:creationId xmlns:a16="http://schemas.microsoft.com/office/drawing/2014/main" id="{EA6C49DE-286E-4DCF-B58E-6AF5F2436EA1}"/>
              </a:ext>
            </a:extLst>
          </p:cNvPr>
          <p:cNvSpPr>
            <a:spLocks xmlns:a="http://schemas.openxmlformats.org/drawingml/2006/main" noGrp="1"/>
          </p:cNvSpPr>
          <p:nvPr/>
        </p:nvSpPr>
        <p:spPr>
          <a:xfrm xmlns:a="http://schemas.openxmlformats.org/drawingml/2006/main">
            <a:off x="9639300" y="3409950"/>
            <a:ext cx="2038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0">
                <a:solidFill>
                  <a:srgbClr val="64748B"/>
                </a:solidFill>
              </a:defRPr>
            </a:defPPr>
            <a:lvl1pPr algn="ctr">
              <a:buNone/>
              <a:defRPr sz="1050" b="0">
                <a:solidFill>
                  <a:srgbClr val="64748B"/>
                </a:solidFill>
              </a:defRPr>
            </a:lvl1pPr>
            <a:lvl2pPr algn="ctr">
              <a:buNone/>
              <a:defRPr sz="1050" b="0">
                <a:solidFill>
                  <a:srgbClr val="64748B"/>
                </a:solidFill>
              </a:defRPr>
            </a:lvl2pPr>
            <a:lvl3pPr algn="ctr">
              <a:buNone/>
              <a:defRPr sz="1050" b="0">
                <a:solidFill>
                  <a:srgbClr val="64748B"/>
                </a:solidFill>
              </a:defRPr>
            </a:lvl3pPr>
            <a:lvl4pPr algn="ctr">
              <a:buNone/>
              <a:defRPr sz="1050" b="0">
                <a:solidFill>
                  <a:srgbClr val="64748B"/>
                </a:solidFill>
              </a:defRPr>
            </a:lvl4pPr>
            <a:lvl5pPr algn="ctr">
              <a:buNone/>
              <a:defRPr sz="1050" b="0">
                <a:solidFill>
                  <a:srgbClr val="64748B"/>
                </a:solidFill>
              </a:defRPr>
            </a:lvl5pPr>
            <a:lvl6pPr algn="ctr">
              <a:buNone/>
              <a:defRPr sz="1050" b="0">
                <a:solidFill>
                  <a:srgbClr val="64748B"/>
                </a:solidFill>
              </a:defRPr>
            </a:lvl6pPr>
            <a:lvl7pPr algn="ctr">
              <a:buNone/>
              <a:defRPr sz="1050" b="0">
                <a:solidFill>
                  <a:srgbClr val="64748B"/>
                </a:solidFill>
              </a:defRPr>
            </a:lvl7pPr>
            <a:lvl8pPr algn="ctr">
              <a:buNone/>
              <a:defRPr sz="1050" b="0">
                <a:solidFill>
                  <a:srgbClr val="64748B"/>
                </a:solidFill>
              </a:defRPr>
            </a:lvl8pPr>
            <a:lvl9pPr algn="ctr">
              <a:buNone/>
              <a:defRPr sz="1050" b="0">
                <a:solidFill>
                  <a:srgbClr val="64748B"/>
                </a:solidFill>
              </a:defRPr>
            </a:lvl9pPr>
          </a:lstStyle>
          <a:p xmlns:a="http://schemas.openxmlformats.org/drawingml/2006/main">
            <a:pPr algn="ctr">
              <a:buNone/>
              <a:defRPr sz="1050" b="0">
                <a:solidFill>
                  <a:srgbClr val="64748B"/>
                </a:solidFill>
              </a:defRPr>
            </a:pPr>
            <a:r>
              <a:rPr sz="1050" b="0">
                <a:solidFill>
                  <a:srgbClr val="64748B"/>
                </a:solidFill>
              </a:rPr>
              <a:t>terms + metadata</a:t>
            </a:r>
          </a:p>
        </p:txBody>
      </p:sp>
      <p:sp>
        <p:nvSpPr>
          <p:cNvPr id="19" name="good-chunk-label">
            <a:extLst xmlns:a="http://schemas.openxmlformats.org/drawingml/2006/main">
              <a:ext uri="{FF2B5EF4-FFF2-40B4-BE49-F238E27FC236}">
                <a16:creationId xmlns:a16="http://schemas.microsoft.com/office/drawing/2014/main" id="{50CA3F70-5026-4ADF-8F5D-25DB110D43F0}"/>
              </a:ext>
            </a:extLst>
          </p:cNvPr>
          <p:cNvSpPr>
            <a:spLocks xmlns:a="http://schemas.openxmlformats.org/drawingml/2006/main" noGrp="1"/>
          </p:cNvSpPr>
          <p:nvPr/>
        </p:nvSpPr>
        <p:spPr>
          <a:xfrm xmlns:a="http://schemas.openxmlformats.org/drawingml/2006/main">
            <a:off x="742950" y="4857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0F766E"/>
                </a:solidFill>
              </a:defRPr>
            </a:defPPr>
            <a:lvl1pPr algn="l">
              <a:defRPr sz="1200" b="1">
                <a:solidFill>
                  <a:srgbClr val="0F766E"/>
                </a:solidFill>
              </a:defRPr>
            </a:lvl1pPr>
            <a:lvl2pPr algn="l">
              <a:defRPr sz="1200" b="1">
                <a:solidFill>
                  <a:srgbClr val="0F766E"/>
                </a:solidFill>
              </a:defRPr>
            </a:lvl2pPr>
            <a:lvl3pPr algn="l">
              <a:defRPr sz="1200" b="1">
                <a:solidFill>
                  <a:srgbClr val="0F766E"/>
                </a:solidFill>
              </a:defRPr>
            </a:lvl3pPr>
            <a:lvl4pPr algn="l">
              <a:defRPr sz="1200" b="1">
                <a:solidFill>
                  <a:srgbClr val="0F766E"/>
                </a:solidFill>
              </a:defRPr>
            </a:lvl4pPr>
            <a:lvl5pPr algn="l">
              <a:defRPr sz="1200" b="1">
                <a:solidFill>
                  <a:srgbClr val="0F766E"/>
                </a:solidFill>
              </a:defRPr>
            </a:lvl5pPr>
            <a:lvl6pPr algn="l">
              <a:defRPr sz="1200" b="1">
                <a:solidFill>
                  <a:srgbClr val="0F766E"/>
                </a:solidFill>
              </a:defRPr>
            </a:lvl6pPr>
            <a:lvl7pPr algn="l">
              <a:defRPr sz="1200" b="1">
                <a:solidFill>
                  <a:srgbClr val="0F766E"/>
                </a:solidFill>
              </a:defRPr>
            </a:lvl7pPr>
            <a:lvl8pPr algn="l">
              <a:defRPr sz="1200" b="1">
                <a:solidFill>
                  <a:srgbClr val="0F766E"/>
                </a:solidFill>
              </a:defRPr>
            </a:lvl8pPr>
            <a:lvl9pPr algn="l">
              <a:defRPr sz="1200" b="1">
                <a:solidFill>
                  <a:srgbClr val="0F766E"/>
                </a:solidFill>
              </a:defRPr>
            </a:lvl9pPr>
          </a:lstStyle>
          <a:p xmlns:a="http://schemas.openxmlformats.org/drawingml/2006/main">
            <a:pPr algn="l">
              <a:defRPr sz="1200" b="1">
                <a:solidFill>
                  <a:srgbClr val="0F766E"/>
                </a:solidFill>
              </a:defRPr>
            </a:pPr>
            <a:r>
              <a:rPr sz="1200" b="1">
                <a:solidFill>
                  <a:srgbClr val="0F766E"/>
                </a:solidFill>
              </a:rPr>
              <a:t>Good chunk</a:t>
            </a:r>
          </a:p>
        </p:txBody>
      </p:sp>
      <p:sp>
        <p:nvSpPr>
          <p:cNvPr id="20" name="good-chunk-definition">
            <a:extLst xmlns:a="http://schemas.openxmlformats.org/drawingml/2006/main">
              <a:ext uri="{FF2B5EF4-FFF2-40B4-BE49-F238E27FC236}">
                <a16:creationId xmlns:a16="http://schemas.microsoft.com/office/drawing/2014/main" id="{63083C2D-6205-4C4F-A54B-209E3A62BC90}"/>
              </a:ext>
            </a:extLst>
          </p:cNvPr>
          <p:cNvSpPr>
            <a:spLocks xmlns:a="http://schemas.openxmlformats.org/drawingml/2006/main" noGrp="1"/>
          </p:cNvSpPr>
          <p:nvPr/>
        </p:nvSpPr>
        <p:spPr>
          <a:xfrm xmlns:a="http://schemas.openxmlformats.org/drawingml/2006/main">
            <a:off x="742950" y="51720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374151"/>
                </a:solidFill>
              </a:defRPr>
            </a:defPPr>
            <a:lvl1pPr algn="l">
              <a:defRPr sz="1200" b="0">
                <a:solidFill>
                  <a:srgbClr val="374151"/>
                </a:solidFill>
              </a:defRPr>
            </a:lvl1pPr>
            <a:lvl2pPr algn="l">
              <a:defRPr sz="1200" b="0">
                <a:solidFill>
                  <a:srgbClr val="374151"/>
                </a:solidFill>
              </a:defRPr>
            </a:lvl2pPr>
            <a:lvl3pPr algn="l">
              <a:defRPr sz="1200" b="0">
                <a:solidFill>
                  <a:srgbClr val="374151"/>
                </a:solidFill>
              </a:defRPr>
            </a:lvl3pPr>
            <a:lvl4pPr algn="l">
              <a:defRPr sz="1200" b="0">
                <a:solidFill>
                  <a:srgbClr val="374151"/>
                </a:solidFill>
              </a:defRPr>
            </a:lvl4pPr>
            <a:lvl5pPr algn="l">
              <a:defRPr sz="1200" b="0">
                <a:solidFill>
                  <a:srgbClr val="374151"/>
                </a:solidFill>
              </a:defRPr>
            </a:lvl5pPr>
            <a:lvl6pPr algn="l">
              <a:defRPr sz="1200" b="0">
                <a:solidFill>
                  <a:srgbClr val="374151"/>
                </a:solidFill>
              </a:defRPr>
            </a:lvl6pPr>
            <a:lvl7pPr algn="l">
              <a:defRPr sz="1200" b="0">
                <a:solidFill>
                  <a:srgbClr val="374151"/>
                </a:solidFill>
              </a:defRPr>
            </a:lvl7pPr>
            <a:lvl8pPr algn="l">
              <a:defRPr sz="1200" b="0">
                <a:solidFill>
                  <a:srgbClr val="374151"/>
                </a:solidFill>
              </a:defRPr>
            </a:lvl8pPr>
            <a:lvl9pPr algn="l">
              <a:defRPr sz="1200" b="0">
                <a:solidFill>
                  <a:srgbClr val="374151"/>
                </a:solidFill>
              </a:defRPr>
            </a:lvl9pPr>
          </a:lstStyle>
          <a:p xmlns:a="http://schemas.openxmlformats.org/drawingml/2006/main">
            <a:pPr algn="l">
              <a:defRPr sz="1200" b="0">
                <a:solidFill>
                  <a:srgbClr val="374151"/>
                </a:solidFill>
              </a:defRPr>
            </a:pPr>
            <a:r>
              <a:rPr sz="1200" b="0">
                <a:solidFill>
                  <a:srgbClr val="374151"/>
                </a:solidFill>
              </a:rPr>
              <a:t>One coherent topic with enough context to make sense by itself.</a:t>
            </a:r>
          </a:p>
        </p:txBody>
      </p:sp>
      <p:sp>
        <p:nvSpPr>
          <p:cNvPr id="21" name="bad-chunk-label">
            <a:extLst xmlns:a="http://schemas.openxmlformats.org/drawingml/2006/main">
              <a:ext uri="{FF2B5EF4-FFF2-40B4-BE49-F238E27FC236}">
                <a16:creationId xmlns:a16="http://schemas.microsoft.com/office/drawing/2014/main" id="{2F9EAF69-E7D9-498B-BC35-DC6101BB7252}"/>
              </a:ext>
            </a:extLst>
          </p:cNvPr>
          <p:cNvSpPr>
            <a:spLocks xmlns:a="http://schemas.openxmlformats.org/drawingml/2006/main" noGrp="1"/>
          </p:cNvSpPr>
          <p:nvPr/>
        </p:nvSpPr>
        <p:spPr>
          <a:xfrm xmlns:a="http://schemas.openxmlformats.org/drawingml/2006/main">
            <a:off x="6496050" y="4857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B45309"/>
                </a:solidFill>
              </a:defRPr>
            </a:defPPr>
            <a:lvl1pPr algn="l">
              <a:defRPr sz="1200" b="1">
                <a:solidFill>
                  <a:srgbClr val="B45309"/>
                </a:solidFill>
              </a:defRPr>
            </a:lvl1pPr>
            <a:lvl2pPr algn="l">
              <a:defRPr sz="1200" b="1">
                <a:solidFill>
                  <a:srgbClr val="B45309"/>
                </a:solidFill>
              </a:defRPr>
            </a:lvl2pPr>
            <a:lvl3pPr algn="l">
              <a:defRPr sz="1200" b="1">
                <a:solidFill>
                  <a:srgbClr val="B45309"/>
                </a:solidFill>
              </a:defRPr>
            </a:lvl3pPr>
            <a:lvl4pPr algn="l">
              <a:defRPr sz="1200" b="1">
                <a:solidFill>
                  <a:srgbClr val="B45309"/>
                </a:solidFill>
              </a:defRPr>
            </a:lvl4pPr>
            <a:lvl5pPr algn="l">
              <a:defRPr sz="1200" b="1">
                <a:solidFill>
                  <a:srgbClr val="B45309"/>
                </a:solidFill>
              </a:defRPr>
            </a:lvl5pPr>
            <a:lvl6pPr algn="l">
              <a:defRPr sz="1200" b="1">
                <a:solidFill>
                  <a:srgbClr val="B45309"/>
                </a:solidFill>
              </a:defRPr>
            </a:lvl6pPr>
            <a:lvl7pPr algn="l">
              <a:defRPr sz="1200" b="1">
                <a:solidFill>
                  <a:srgbClr val="B45309"/>
                </a:solidFill>
              </a:defRPr>
            </a:lvl7pPr>
            <a:lvl8pPr algn="l">
              <a:defRPr sz="1200" b="1">
                <a:solidFill>
                  <a:srgbClr val="B45309"/>
                </a:solidFill>
              </a:defRPr>
            </a:lvl8pPr>
            <a:lvl9pPr algn="l">
              <a:defRPr sz="1200" b="1">
                <a:solidFill>
                  <a:srgbClr val="B45309"/>
                </a:solidFill>
              </a:defRPr>
            </a:lvl9pPr>
          </a:lstStyle>
          <a:p xmlns:a="http://schemas.openxmlformats.org/drawingml/2006/main">
            <a:pPr algn="l">
              <a:defRPr sz="1200" b="1">
                <a:solidFill>
                  <a:srgbClr val="B45309"/>
                </a:solidFill>
              </a:defRPr>
            </a:pPr>
            <a:r>
              <a:rPr sz="1200" b="1">
                <a:solidFill>
                  <a:srgbClr val="B45309"/>
                </a:solidFill>
              </a:rPr>
              <a:t>Bad chunk</a:t>
            </a:r>
          </a:p>
        </p:txBody>
      </p:sp>
      <p:sp>
        <p:nvSpPr>
          <p:cNvPr id="22" name="bad-chunk-definition">
            <a:extLst xmlns:a="http://schemas.openxmlformats.org/drawingml/2006/main">
              <a:ext uri="{FF2B5EF4-FFF2-40B4-BE49-F238E27FC236}">
                <a16:creationId xmlns:a16="http://schemas.microsoft.com/office/drawing/2014/main" id="{D70F468A-5E97-4F97-B652-10F652E574F0}"/>
              </a:ext>
            </a:extLst>
          </p:cNvPr>
          <p:cNvSpPr>
            <a:spLocks xmlns:a="http://schemas.openxmlformats.org/drawingml/2006/main" noGrp="1"/>
          </p:cNvSpPr>
          <p:nvPr/>
        </p:nvSpPr>
        <p:spPr>
          <a:xfrm xmlns:a="http://schemas.openxmlformats.org/drawingml/2006/main">
            <a:off x="6496050" y="517207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374151"/>
                </a:solidFill>
              </a:defRPr>
            </a:defPPr>
            <a:lvl1pPr algn="l">
              <a:defRPr sz="1200" b="0">
                <a:solidFill>
                  <a:srgbClr val="374151"/>
                </a:solidFill>
              </a:defRPr>
            </a:lvl1pPr>
            <a:lvl2pPr algn="l">
              <a:defRPr sz="1200" b="0">
                <a:solidFill>
                  <a:srgbClr val="374151"/>
                </a:solidFill>
              </a:defRPr>
            </a:lvl2pPr>
            <a:lvl3pPr algn="l">
              <a:defRPr sz="1200" b="0">
                <a:solidFill>
                  <a:srgbClr val="374151"/>
                </a:solidFill>
              </a:defRPr>
            </a:lvl3pPr>
            <a:lvl4pPr algn="l">
              <a:defRPr sz="1200" b="0">
                <a:solidFill>
                  <a:srgbClr val="374151"/>
                </a:solidFill>
              </a:defRPr>
            </a:lvl4pPr>
            <a:lvl5pPr algn="l">
              <a:defRPr sz="1200" b="0">
                <a:solidFill>
                  <a:srgbClr val="374151"/>
                </a:solidFill>
              </a:defRPr>
            </a:lvl5pPr>
            <a:lvl6pPr algn="l">
              <a:defRPr sz="1200" b="0">
                <a:solidFill>
                  <a:srgbClr val="374151"/>
                </a:solidFill>
              </a:defRPr>
            </a:lvl6pPr>
            <a:lvl7pPr algn="l">
              <a:defRPr sz="1200" b="0">
                <a:solidFill>
                  <a:srgbClr val="374151"/>
                </a:solidFill>
              </a:defRPr>
            </a:lvl7pPr>
            <a:lvl8pPr algn="l">
              <a:defRPr sz="1200" b="0">
                <a:solidFill>
                  <a:srgbClr val="374151"/>
                </a:solidFill>
              </a:defRPr>
            </a:lvl8pPr>
            <a:lvl9pPr algn="l">
              <a:defRPr sz="1200" b="0">
                <a:solidFill>
                  <a:srgbClr val="374151"/>
                </a:solidFill>
              </a:defRPr>
            </a:lvl9pPr>
          </a:lstStyle>
          <a:p xmlns:a="http://schemas.openxmlformats.org/drawingml/2006/main">
            <a:pPr algn="l">
              <a:defRPr sz="1200" b="0">
                <a:solidFill>
                  <a:srgbClr val="374151"/>
                </a:solidFill>
              </a:defRPr>
            </a:pPr>
            <a:r>
              <a:rPr sz="1200" b="0">
                <a:solidFill>
                  <a:srgbClr val="374151"/>
                </a:solidFill>
              </a:rPr>
              <a:t>A fragment with missing context or unrelated material combined.</a:t>
            </a:r>
          </a:p>
        </p:txBody>
      </p:sp>
    </p:spTree>
    <p:extLst>
      <p:ext uri="{BB962C8B-B14F-4D97-AF65-F5344CB8AC3E}">
        <p14:creationId xmlns:p14="http://schemas.microsoft.com/office/powerpoint/2010/main" val="9173367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52" name="Google Shape;152;p9">
            <a:extLst xmlns:a="http://schemas.openxmlformats.org/drawingml/2006/main">
              <a:ext uri="{FF2B5EF4-FFF2-40B4-BE49-F238E27FC236}">
                <a16:creationId xmlns:a16="http://schemas.microsoft.com/office/drawing/2014/main" id="{EC9A6025-5396-4176-8FDB-33848845EE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6c3c7bb6d994230">
            <a:alphaModFix/>
          </a:blip>
          <a:srcRect xmlns:a="http://schemas.openxmlformats.org/drawingml/2006/main" l="0" t="0" r="0" b="0"/>
          <a:stretch xmlns:a="http://schemas.openxmlformats.org/drawingml/2006/main"/>
        </p:blipFill>
        <p:spPr>
          <a:xfrm xmlns:a="http://schemas.openxmlformats.org/drawingml/2006/main">
            <a:off x="152400" y="152400"/>
            <a:ext cx="11650132" cy="6553199"/>
          </a:xfrm>
          <a:prstGeom xmlns:a="http://schemas.openxmlformats.org/drawingml/2006/main" prst="rect">
            <a:avLst/>
          </a:prstGeom>
          <a:ln xmlns:a="http://schemas.openxmlformats.org/drawingml/2006/main">
            <a:noFill/>
          </a:ln>
        </p:spPr>
      </p:pic>
      <p:sp>
        <p:nvSpPr>
          <p:cNvPr id="153" name="Rectangle 152">
            <a:extLst xmlns:a="http://schemas.openxmlformats.org/drawingml/2006/main">
              <a:ext uri="{FF2B5EF4-FFF2-40B4-BE49-F238E27FC236}">
                <a16:creationId xmlns:a16="http://schemas.microsoft.com/office/drawing/2014/main" id="{E0799763-C857-4738-B7E3-52178F5ED907}"/>
              </a:ext>
            </a:extLst>
          </p:cNvPr>
          <p:cNvSpPr>
            <a:spLocks xmlns:a="http://schemas.openxmlformats.org/drawingml/2006/main" noGrp="1"/>
          </p:cNvSpPr>
          <p:nvPr/>
        </p:nvSpPr>
        <p:spPr>
          <a:xfrm xmlns:a="http://schemas.openxmlformats.org/drawingml/2006/main">
            <a:off x="1257300" y="4610100"/>
            <a:ext cx="9715500" cy="1310640"/>
          </a:xfrm>
          <a:prstGeom xmlns:a="http://schemas.openxmlformats.org/drawingml/2006/main" prst="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4" name="Rounded Rectangle 153">
            <a:extLst xmlns:a="http://schemas.openxmlformats.org/drawingml/2006/main">
              <a:ext uri="{FF2B5EF4-FFF2-40B4-BE49-F238E27FC236}">
                <a16:creationId xmlns:a16="http://schemas.microsoft.com/office/drawing/2014/main" id="{D0767E76-834E-46DC-841C-F2363D1543A4}"/>
              </a:ext>
            </a:extLst>
          </p:cNvPr>
          <p:cNvSpPr>
            <a:spLocks xmlns:a="http://schemas.openxmlformats.org/drawingml/2006/main" noGrp="1"/>
          </p:cNvSpPr>
          <p:nvPr/>
        </p:nvSpPr>
        <p:spPr>
          <a:xfrm xmlns:a="http://schemas.openxmlformats.org/drawingml/2006/main">
            <a:off x="1447800" y="4724400"/>
            <a:ext cx="4343400" cy="1005840"/>
          </a:xfrm>
          <a:prstGeom xmlns:a="http://schemas.openxmlformats.org/drawingml/2006/main" prst="roundRect">
            <a:avLst/>
          </a:prstGeom>
          <a:solidFill xmlns:a="http://schemas.openxmlformats.org/drawingml/2006/main">
            <a:srgbClr val="EAF2FF"/>
          </a:solidFill>
          <a:ln xmlns:a="http://schemas.openxmlformats.org/drawingml/2006/main" w="19050">
            <a:solidFill>
              <a:srgbClr val="4B92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52400" tIns="106680" rIns="137160" bIns="76200" anchor="ctr"/>
          <a:lstStyle xmlns:a="http://schemas.openxmlformats.org/drawingml/2006/main"/>
          <a:p xmlns:a="http://schemas.openxmlformats.org/drawingml/2006/main">
            <a:pPr algn="l">
              <a:buNone/>
            </a:pPr>
            <a:r>
              <a:rPr sz="1700" b="1">
                <a:solidFill>
                  <a:srgbClr val="1D273A"/>
                </a:solidFill>
                <a:latin typeface="Arial"/>
                <a:ea typeface="Arial"/>
                <a:cs typeface="Arial"/>
              </a:rPr>
              <a:t>3  SentenceTransformer encoder</a:t>
            </a:r>
          </a:p>
          <a:p xmlns:a="http://schemas.openxmlformats.org/drawingml/2006/main">
            <a:pPr algn="l">
              <a:spcBef>
                <a:spcPts val="500"/>
              </a:spcBef>
              <a:buNone/>
            </a:pPr>
            <a:r>
              <a:rPr sz="1300">
                <a:solidFill>
                  <a:srgbClr val="3D4C65"/>
                </a:solidFill>
                <a:latin typeface="Arial"/>
                <a:ea typeface="Arial"/>
                <a:cs typeface="Arial"/>
              </a:rPr>
              <a:t>BGE-small processes all token IDs together and produces contextual token vectors.</a:t>
            </a:r>
          </a:p>
        </p:txBody>
      </p:sp>
      <p:sp>
        <p:nvSpPr>
          <p:cNvPr id="155" name="Rounded Rectangle 154">
            <a:extLst xmlns:a="http://schemas.openxmlformats.org/drawingml/2006/main">
              <a:ext uri="{FF2B5EF4-FFF2-40B4-BE49-F238E27FC236}">
                <a16:creationId xmlns:a16="http://schemas.microsoft.com/office/drawing/2014/main" id="{22B1CB07-D8BA-4DC5-A275-5186B1F3C6A6}"/>
              </a:ext>
            </a:extLst>
          </p:cNvPr>
          <p:cNvSpPr>
            <a:spLocks xmlns:a="http://schemas.openxmlformats.org/drawingml/2006/main" noGrp="1"/>
          </p:cNvSpPr>
          <p:nvPr/>
        </p:nvSpPr>
        <p:spPr>
          <a:xfrm xmlns:a="http://schemas.openxmlformats.org/drawingml/2006/main">
            <a:off x="6400800" y="4724400"/>
            <a:ext cx="4343400" cy="1005840"/>
          </a:xfrm>
          <a:prstGeom xmlns:a="http://schemas.openxmlformats.org/drawingml/2006/main" prst="roundRect">
            <a:avLst/>
          </a:prstGeom>
          <a:solidFill xmlns:a="http://schemas.openxmlformats.org/drawingml/2006/main">
            <a:srgbClr val="F0ECFF"/>
          </a:solidFill>
          <a:ln xmlns:a="http://schemas.openxmlformats.org/drawingml/2006/main" w="19050">
            <a:solidFill>
              <a:srgbClr val="8463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152400" tIns="106680" rIns="137160" bIns="76200" anchor="ctr"/>
          <a:lstStyle xmlns:a="http://schemas.openxmlformats.org/drawingml/2006/main"/>
          <a:p xmlns:a="http://schemas.openxmlformats.org/drawingml/2006/main">
            <a:pPr algn="l">
              <a:buNone/>
            </a:pPr>
            <a:r>
              <a:rPr sz="1700" b="1">
                <a:solidFill>
                  <a:srgbClr val="1D273A"/>
                </a:solidFill>
                <a:latin typeface="Arial"/>
                <a:ea typeface="Arial"/>
                <a:cs typeface="Arial"/>
              </a:rPr>
              <a:t>4  Pooling and projection</a:t>
            </a:r>
          </a:p>
          <a:p xmlns:a="http://schemas.openxmlformats.org/drawingml/2006/main">
            <a:pPr algn="l">
              <a:spcBef>
                <a:spcPts val="500"/>
              </a:spcBef>
              <a:buNone/>
            </a:pPr>
            <a:r>
              <a:rPr sz="1300">
                <a:solidFill>
                  <a:srgbClr val="3D4C65"/>
                </a:solidFill>
                <a:latin typeface="Arial"/>
                <a:ea typeface="Arial"/>
                <a:cs typeface="Arial"/>
              </a:rPr>
              <a:t>Use the [CLS] vector. BGE-small has no separate projection layer; other checkpoints may include one.</a:t>
            </a:r>
          </a:p>
        </p:txBody>
      </p:sp>
      <p:sp>
        <p:nvSpPr>
          <p:cNvPr id="156" name="Right Arrow 155">
            <a:extLst xmlns:a="http://schemas.openxmlformats.org/drawingml/2006/main">
              <a:ext uri="{FF2B5EF4-FFF2-40B4-BE49-F238E27FC236}">
                <a16:creationId xmlns:a16="http://schemas.microsoft.com/office/drawing/2014/main" id="{5FBC0C17-3911-45CE-A6D8-CB9F7CC0A58E}"/>
              </a:ext>
            </a:extLst>
          </p:cNvPr>
          <p:cNvSpPr>
            <a:spLocks xmlns:a="http://schemas.openxmlformats.org/drawingml/2006/main" noGrp="1"/>
          </p:cNvSpPr>
          <p:nvPr/>
        </p:nvSpPr>
        <p:spPr>
          <a:xfrm xmlns:a="http://schemas.openxmlformats.org/drawingml/2006/main">
            <a:off x="5920740" y="5044440"/>
            <a:ext cx="350520" cy="320040"/>
          </a:xfrm>
          <a:prstGeom xmlns:a="http://schemas.openxmlformats.org/drawingml/2006/main" prst="rightArrow">
            <a:avLst/>
          </a:prstGeom>
          <a:solidFill xmlns:a="http://schemas.openxmlformats.org/drawingml/2006/main">
            <a:srgbClr val="6B77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7" name="Down Arrow 156">
            <a:extLst xmlns:a="http://schemas.openxmlformats.org/drawingml/2006/main">
              <a:ext uri="{FF2B5EF4-FFF2-40B4-BE49-F238E27FC236}">
                <a16:creationId xmlns:a16="http://schemas.microsoft.com/office/drawing/2014/main" id="{D9084CD2-7CCC-4D92-A17D-590751D61DE5}"/>
              </a:ext>
            </a:extLst>
          </p:cNvPr>
          <p:cNvSpPr>
            <a:spLocks xmlns:a="http://schemas.openxmlformats.org/drawingml/2006/main" noGrp="1"/>
          </p:cNvSpPr>
          <p:nvPr/>
        </p:nvSpPr>
        <p:spPr>
          <a:xfrm xmlns:a="http://schemas.openxmlformats.org/drawingml/2006/main">
            <a:off x="5920740" y="5753100"/>
            <a:ext cx="350520" cy="289560"/>
          </a:xfrm>
          <a:prstGeom xmlns:a="http://schemas.openxmlformats.org/drawingml/2006/main" prst="downArrow">
            <a:avLst/>
          </a:prstGeom>
          <a:solidFill xmlns:a="http://schemas.openxmlformats.org/drawingml/2006/main">
            <a:srgbClr val="6B77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8" name="Rectangle 157">
            <a:extLst xmlns:a="http://schemas.openxmlformats.org/drawingml/2006/main">
              <a:ext uri="{FF2B5EF4-FFF2-40B4-BE49-F238E27FC236}">
                <a16:creationId xmlns:a16="http://schemas.microsoft.com/office/drawing/2014/main" id="{7170AF20-CD1F-42DF-A6DE-146B38CE0F7C}"/>
              </a:ext>
            </a:extLst>
          </p:cNvPr>
          <p:cNvSpPr>
            <a:spLocks xmlns:a="http://schemas.openxmlformats.org/drawingml/2006/main" noGrp="1"/>
          </p:cNvSpPr>
          <p:nvPr/>
        </p:nvSpPr>
        <p:spPr>
          <a:xfrm xmlns:a="http://schemas.openxmlformats.org/drawingml/2006/main">
            <a:off x="1341120" y="5989320"/>
            <a:ext cx="2781300" cy="320040"/>
          </a:xfrm>
          <a:prstGeom xmlns:a="http://schemas.openxmlformats.org/drawingml/2006/main" prst="rect">
            <a:avLst/>
          </a:prstGeom>
          <a:solidFill xmlns:a="http://schemas.openxmlformats.org/drawingml/2006/main">
            <a:srgbClr val="EEFCF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0" tIns="0" rIns="0" bIns="0" anchor="ctr"/>
          <a:lstStyle xmlns:a="http://schemas.openxmlformats.org/drawingml/2006/main"/>
          <a:p xmlns:a="http://schemas.openxmlformats.org/drawingml/2006/main">
            <a:pPr algn="ctr">
              <a:buNone/>
            </a:pPr>
            <a:r>
              <a:rPr sz="1400" b="1">
                <a:solidFill>
                  <a:srgbClr val="1D273A"/>
                </a:solidFill>
                <a:latin typeface="Arial"/>
                <a:ea typeface="Arial"/>
                <a:cs typeface="Arial"/>
              </a:rPr>
              <a:t>5 Normalized embedding</a:t>
            </a:r>
          </a:p>
        </p:txBody>
      </p:sp>
    </p:spTree>
    <p:extLst>
      <p:ext uri="{BB962C8B-B14F-4D97-AF65-F5344CB8AC3E}">
        <p14:creationId xmlns:p14="http://schemas.microsoft.com/office/powerpoint/2010/main" val="15273257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bm25-title">
            <a:extLst xmlns:a="http://schemas.openxmlformats.org/drawingml/2006/main">
              <a:ext uri="{FF2B5EF4-FFF2-40B4-BE49-F238E27FC236}">
                <a16:creationId xmlns:a16="http://schemas.microsoft.com/office/drawing/2014/main" id="{7EE922E0-CC90-4242-8F4E-3CC3BE9A451D}"/>
              </a:ext>
            </a:extLst>
          </p:cNvPr>
          <p:cNvSpPr>
            <a:spLocks xmlns:a="http://schemas.openxmlformats.org/drawingml/2006/main" noGrp="1"/>
          </p:cNvSpPr>
          <p:nvPr/>
        </p:nvSpPr>
        <p:spPr>
          <a:xfrm xmlns:a="http://schemas.openxmlformats.org/drawingml/2006/main">
            <a:off x="533400" y="3048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1">
                <a:solidFill>
                  <a:srgbClr val="172033"/>
                </a:solidFill>
              </a:defRPr>
            </a:defPPr>
            <a:lvl1pPr algn="l">
              <a:buNone/>
              <a:defRPr sz="2250" b="1">
                <a:solidFill>
                  <a:srgbClr val="172033"/>
                </a:solidFill>
              </a:defRPr>
            </a:lvl1pPr>
            <a:lvl2pPr algn="l">
              <a:buNone/>
              <a:defRPr sz="2250" b="1">
                <a:solidFill>
                  <a:srgbClr val="172033"/>
                </a:solidFill>
              </a:defRPr>
            </a:lvl2pPr>
            <a:lvl3pPr algn="l">
              <a:buNone/>
              <a:defRPr sz="2250" b="1">
                <a:solidFill>
                  <a:srgbClr val="172033"/>
                </a:solidFill>
              </a:defRPr>
            </a:lvl3pPr>
            <a:lvl4pPr algn="l">
              <a:buNone/>
              <a:defRPr sz="2250" b="1">
                <a:solidFill>
                  <a:srgbClr val="172033"/>
                </a:solidFill>
              </a:defRPr>
            </a:lvl4pPr>
            <a:lvl5pPr algn="l">
              <a:buNone/>
              <a:defRPr sz="2250" b="1">
                <a:solidFill>
                  <a:srgbClr val="172033"/>
                </a:solidFill>
              </a:defRPr>
            </a:lvl5pPr>
            <a:lvl6pPr algn="l">
              <a:buNone/>
              <a:defRPr sz="2250" b="1">
                <a:solidFill>
                  <a:srgbClr val="172033"/>
                </a:solidFill>
              </a:defRPr>
            </a:lvl6pPr>
            <a:lvl7pPr algn="l">
              <a:buNone/>
              <a:defRPr sz="2250" b="1">
                <a:solidFill>
                  <a:srgbClr val="172033"/>
                </a:solidFill>
              </a:defRPr>
            </a:lvl7pPr>
            <a:lvl8pPr algn="l">
              <a:buNone/>
              <a:defRPr sz="2250" b="1">
                <a:solidFill>
                  <a:srgbClr val="172033"/>
                </a:solidFill>
              </a:defRPr>
            </a:lvl8pPr>
            <a:lvl9pPr algn="l">
              <a:buNone/>
              <a:defRPr sz="2250" b="1">
                <a:solidFill>
                  <a:srgbClr val="172033"/>
                </a:solidFill>
              </a:defRPr>
            </a:lvl9pPr>
          </a:lstStyle>
          <a:p xmlns:a="http://schemas.openxmlformats.org/drawingml/2006/main">
            <a:pPr algn="l">
              <a:buNone/>
              <a:defRPr sz="2250" b="1">
                <a:solidFill>
                  <a:srgbClr val="172033"/>
                </a:solidFill>
              </a:defRPr>
            </a:pPr>
            <a:r>
              <a:rPr sz="2250" b="1">
                <a:solidFill>
                  <a:srgbClr val="172033"/>
                </a:solidFill>
              </a:rPr>
              <a:t>From a GEHA table row to a BM25 retrieval score</a:t>
            </a:r>
          </a:p>
        </p:txBody>
      </p:sp>
      <p:sp>
        <p:nvSpPr>
          <p:cNvPr id="2" name="bm25-subtitle">
            <a:extLst xmlns:a="http://schemas.openxmlformats.org/drawingml/2006/main">
              <a:ext uri="{FF2B5EF4-FFF2-40B4-BE49-F238E27FC236}">
                <a16:creationId xmlns:a16="http://schemas.microsoft.com/office/drawing/2014/main" id="{63A2A268-E6B4-48B8-A466-F90BC04A452E}"/>
              </a:ext>
            </a:extLst>
          </p:cNvPr>
          <p:cNvSpPr>
            <a:spLocks xmlns:a="http://schemas.openxmlformats.org/drawingml/2006/main" noGrp="1"/>
          </p:cNvSpPr>
          <p:nvPr/>
        </p:nvSpPr>
        <p:spPr>
          <a:xfrm xmlns:a="http://schemas.openxmlformats.org/drawingml/2006/main">
            <a:off x="533400" y="76200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65738B"/>
                </a:solidFill>
              </a:defRPr>
            </a:defPPr>
            <a:lvl1pPr algn="l">
              <a:buNone/>
              <a:defRPr sz="1200" b="0">
                <a:solidFill>
                  <a:srgbClr val="65738B"/>
                </a:solidFill>
              </a:defRPr>
            </a:lvl1pPr>
            <a:lvl2pPr algn="l">
              <a:buNone/>
              <a:defRPr sz="1200" b="0">
                <a:solidFill>
                  <a:srgbClr val="65738B"/>
                </a:solidFill>
              </a:defRPr>
            </a:lvl2pPr>
            <a:lvl3pPr algn="l">
              <a:buNone/>
              <a:defRPr sz="1200" b="0">
                <a:solidFill>
                  <a:srgbClr val="65738B"/>
                </a:solidFill>
              </a:defRPr>
            </a:lvl3pPr>
            <a:lvl4pPr algn="l">
              <a:buNone/>
              <a:defRPr sz="1200" b="0">
                <a:solidFill>
                  <a:srgbClr val="65738B"/>
                </a:solidFill>
              </a:defRPr>
            </a:lvl4pPr>
            <a:lvl5pPr algn="l">
              <a:buNone/>
              <a:defRPr sz="1200" b="0">
                <a:solidFill>
                  <a:srgbClr val="65738B"/>
                </a:solidFill>
              </a:defRPr>
            </a:lvl5pPr>
            <a:lvl6pPr algn="l">
              <a:buNone/>
              <a:defRPr sz="1200" b="0">
                <a:solidFill>
                  <a:srgbClr val="65738B"/>
                </a:solidFill>
              </a:defRPr>
            </a:lvl6pPr>
            <a:lvl7pPr algn="l">
              <a:buNone/>
              <a:defRPr sz="1200" b="0">
                <a:solidFill>
                  <a:srgbClr val="65738B"/>
                </a:solidFill>
              </a:defRPr>
            </a:lvl7pPr>
            <a:lvl8pPr algn="l">
              <a:buNone/>
              <a:defRPr sz="1200" b="0">
                <a:solidFill>
                  <a:srgbClr val="65738B"/>
                </a:solidFill>
              </a:defRPr>
            </a:lvl8pPr>
            <a:lvl9pPr algn="l">
              <a:buNone/>
              <a:defRPr sz="1200" b="0">
                <a:solidFill>
                  <a:srgbClr val="65738B"/>
                </a:solidFill>
              </a:defRPr>
            </a:lvl9pPr>
          </a:lstStyle>
          <a:p xmlns:a="http://schemas.openxmlformats.org/drawingml/2006/main">
            <a:pPr algn="l">
              <a:buNone/>
              <a:defRPr sz="1200" b="0">
                <a:solidFill>
                  <a:srgbClr val="65738B"/>
                </a:solidFill>
              </a:defRPr>
            </a:pPr>
            <a:r>
              <a:rPr sz="1200" b="0">
                <a:solidFill>
                  <a:srgbClr val="65738B"/>
                </a:solidFill>
              </a:rPr>
              <a:t>Exact lexical processing used by the table RAG implementation</a:t>
            </a:r>
          </a:p>
        </p:txBody>
      </p:sp>
      <p:sp>
        <p:nvSpPr>
          <p:cNvPr id="3" name="source-row-box">
            <a:extLst xmlns:a="http://schemas.openxmlformats.org/drawingml/2006/main">
              <a:ext uri="{FF2B5EF4-FFF2-40B4-BE49-F238E27FC236}">
                <a16:creationId xmlns:a16="http://schemas.microsoft.com/office/drawing/2014/main" id="{EA79D575-0EED-4FC8-973D-1B661BA46945}"/>
              </a:ext>
            </a:extLst>
          </p:cNvPr>
          <p:cNvSpPr>
            <a:spLocks xmlns:a="http://schemas.openxmlformats.org/drawingml/2006/main" noGrp="1"/>
          </p:cNvSpPr>
          <p:nvPr/>
        </p:nvSpPr>
        <p:spPr>
          <a:xfrm xmlns:a="http://schemas.openxmlformats.org/drawingml/2006/main">
            <a:off x="533400" y="1181100"/>
            <a:ext cx="11125200" cy="800100"/>
          </a:xfrm>
          <a:prstGeom xmlns:a="http://schemas.openxmlformats.org/drawingml/2006/main" prst="roundRect">
            <a:avLst>
              <a:gd name="adj" fmla="val 14286"/>
            </a:avLst>
          </a:prstGeom>
          <a:solidFill xmlns:a="http://schemas.openxmlformats.org/drawingml/2006/main">
            <a:srgbClr val="F5F7FA"/>
          </a:solidFill>
          <a:ln xmlns:a="http://schemas.openxmlformats.org/drawingml/2006/main" w="13335">
            <a:solidFill>
              <a:srgbClr val="9AA8BE"/>
            </a:solidFill>
            <a:prstDash val="solid"/>
          </a:ln>
        </p:spPr>
      </p:sp>
      <p:sp>
        <p:nvSpPr>
          <p:cNvPr id="4" name="source-row-label">
            <a:extLst xmlns:a="http://schemas.openxmlformats.org/drawingml/2006/main">
              <a:ext uri="{FF2B5EF4-FFF2-40B4-BE49-F238E27FC236}">
                <a16:creationId xmlns:a16="http://schemas.microsoft.com/office/drawing/2014/main" id="{04F304D5-7716-48FF-A31D-1EC617E5879B}"/>
              </a:ext>
            </a:extLst>
          </p:cNvPr>
          <p:cNvSpPr>
            <a:spLocks xmlns:a="http://schemas.openxmlformats.org/drawingml/2006/main" noGrp="1"/>
          </p:cNvSpPr>
          <p:nvPr/>
        </p:nvSpPr>
        <p:spPr>
          <a:xfrm xmlns:a="http://schemas.openxmlformats.org/drawingml/2006/main">
            <a:off x="762000" y="1314450"/>
            <a:ext cx="323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172033"/>
                </a:solidFill>
              </a:defRPr>
            </a:defPPr>
            <a:lvl1pPr algn="l">
              <a:buNone/>
              <a:defRPr sz="1275" b="1">
                <a:solidFill>
                  <a:srgbClr val="172033"/>
                </a:solidFill>
              </a:defRPr>
            </a:lvl1pPr>
            <a:lvl2pPr algn="l">
              <a:buNone/>
              <a:defRPr sz="1275" b="1">
                <a:solidFill>
                  <a:srgbClr val="172033"/>
                </a:solidFill>
              </a:defRPr>
            </a:lvl2pPr>
            <a:lvl3pPr algn="l">
              <a:buNone/>
              <a:defRPr sz="1275" b="1">
                <a:solidFill>
                  <a:srgbClr val="172033"/>
                </a:solidFill>
              </a:defRPr>
            </a:lvl3pPr>
            <a:lvl4pPr algn="l">
              <a:buNone/>
              <a:defRPr sz="1275" b="1">
                <a:solidFill>
                  <a:srgbClr val="172033"/>
                </a:solidFill>
              </a:defRPr>
            </a:lvl4pPr>
            <a:lvl5pPr algn="l">
              <a:buNone/>
              <a:defRPr sz="1275" b="1">
                <a:solidFill>
                  <a:srgbClr val="172033"/>
                </a:solidFill>
              </a:defRPr>
            </a:lvl5pPr>
            <a:lvl6pPr algn="l">
              <a:buNone/>
              <a:defRPr sz="1275" b="1">
                <a:solidFill>
                  <a:srgbClr val="172033"/>
                </a:solidFill>
              </a:defRPr>
            </a:lvl6pPr>
            <a:lvl7pPr algn="l">
              <a:buNone/>
              <a:defRPr sz="1275" b="1">
                <a:solidFill>
                  <a:srgbClr val="172033"/>
                </a:solidFill>
              </a:defRPr>
            </a:lvl7pPr>
            <a:lvl8pPr algn="l">
              <a:buNone/>
              <a:defRPr sz="1275" b="1">
                <a:solidFill>
                  <a:srgbClr val="172033"/>
                </a:solidFill>
              </a:defRPr>
            </a:lvl8pPr>
            <a:lvl9pPr algn="l">
              <a:buNone/>
              <a:defRPr sz="1275" b="1">
                <a:solidFill>
                  <a:srgbClr val="172033"/>
                </a:solidFill>
              </a:defRPr>
            </a:lvl9pPr>
          </a:lstStyle>
          <a:p xmlns:a="http://schemas.openxmlformats.org/drawingml/2006/main">
            <a:pPr algn="l">
              <a:buNone/>
              <a:defRPr sz="1275" b="1">
                <a:solidFill>
                  <a:srgbClr val="172033"/>
                </a:solidFill>
              </a:defRPr>
            </a:pPr>
            <a:r>
              <a:rPr sz="1275" b="1">
                <a:solidFill>
                  <a:srgbClr val="172033"/>
                </a:solidFill>
              </a:rPr>
              <a:t>1  Source row text</a:t>
            </a:r>
          </a:p>
        </p:txBody>
      </p:sp>
      <p:sp>
        <p:nvSpPr>
          <p:cNvPr id="5" name="source-row-value">
            <a:extLst xmlns:a="http://schemas.openxmlformats.org/drawingml/2006/main">
              <a:ext uri="{FF2B5EF4-FFF2-40B4-BE49-F238E27FC236}">
                <a16:creationId xmlns:a16="http://schemas.microsoft.com/office/drawing/2014/main" id="{A1AF68D2-164C-494F-ABB7-881F28425FB3}"/>
              </a:ext>
            </a:extLst>
          </p:cNvPr>
          <p:cNvSpPr>
            <a:spLocks xmlns:a="http://schemas.openxmlformats.org/drawingml/2006/main" noGrp="1"/>
          </p:cNvSpPr>
          <p:nvPr/>
        </p:nvSpPr>
        <p:spPr>
          <a:xfrm xmlns:a="http://schemas.openxmlformats.org/drawingml/2006/main">
            <a:off x="762000" y="1628775"/>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a:solidFill>
                  <a:srgbClr val="172033"/>
                </a:solidFill>
              </a:defRPr>
            </a:defPPr>
            <a:lvl1pPr algn="l">
              <a:buNone/>
              <a:defRPr sz="1200" b="0">
                <a:solidFill>
                  <a:srgbClr val="172033"/>
                </a:solidFill>
              </a:defRPr>
            </a:lvl1pPr>
            <a:lvl2pPr algn="l">
              <a:buNone/>
              <a:defRPr sz="1200" b="0">
                <a:solidFill>
                  <a:srgbClr val="172033"/>
                </a:solidFill>
              </a:defRPr>
            </a:lvl2pPr>
            <a:lvl3pPr algn="l">
              <a:buNone/>
              <a:defRPr sz="1200" b="0">
                <a:solidFill>
                  <a:srgbClr val="172033"/>
                </a:solidFill>
              </a:defRPr>
            </a:lvl3pPr>
            <a:lvl4pPr algn="l">
              <a:buNone/>
              <a:defRPr sz="1200" b="0">
                <a:solidFill>
                  <a:srgbClr val="172033"/>
                </a:solidFill>
              </a:defRPr>
            </a:lvl4pPr>
            <a:lvl5pPr algn="l">
              <a:buNone/>
              <a:defRPr sz="1200" b="0">
                <a:solidFill>
                  <a:srgbClr val="172033"/>
                </a:solidFill>
              </a:defRPr>
            </a:lvl5pPr>
            <a:lvl6pPr algn="l">
              <a:buNone/>
              <a:defRPr sz="1200" b="0">
                <a:solidFill>
                  <a:srgbClr val="172033"/>
                </a:solidFill>
              </a:defRPr>
            </a:lvl6pPr>
            <a:lvl7pPr algn="l">
              <a:buNone/>
              <a:defRPr sz="1200" b="0">
                <a:solidFill>
                  <a:srgbClr val="172033"/>
                </a:solidFill>
              </a:defRPr>
            </a:lvl7pPr>
            <a:lvl8pPr algn="l">
              <a:buNone/>
              <a:defRPr sz="1200" b="0">
                <a:solidFill>
                  <a:srgbClr val="172033"/>
                </a:solidFill>
              </a:defRPr>
            </a:lvl8pPr>
            <a:lvl9pPr algn="l">
              <a:buNone/>
              <a:defRPr sz="1200" b="0">
                <a:solidFill>
                  <a:srgbClr val="172033"/>
                </a:solidFill>
              </a:defRPr>
            </a:lvl9pPr>
          </a:lstStyle>
          <a:p xmlns:a="http://schemas.openxmlformats.org/drawingml/2006/main">
            <a:pPr algn="l">
              <a:buNone/>
              <a:defRPr sz="1200" b="0">
                <a:solidFill>
                  <a:srgbClr val="172033"/>
                </a:solidFill>
              </a:defRPr>
            </a:pPr>
            <a:r>
              <a:rPr sz="1200" b="0">
                <a:solidFill>
                  <a:srgbClr val="172033"/>
                </a:solidFill>
              </a:rPr>
              <a:t>Preferred Yes Treanda J9033 Injection bendamustine hydrochloride 1mg</a:t>
            </a:r>
          </a:p>
        </p:txBody>
      </p:sp>
      <p:sp>
        <p:nvSpPr>
          <p:cNvPr id="6" name="source-to-tokens">
            <a:extLst xmlns:a="http://schemas.openxmlformats.org/drawingml/2006/main">
              <a:ext uri="{FF2B5EF4-FFF2-40B4-BE49-F238E27FC236}">
                <a16:creationId xmlns:a16="http://schemas.microsoft.com/office/drawing/2014/main" id="{D7F9B966-1FCA-44BE-A262-F78A1061674D}"/>
              </a:ext>
            </a:extLst>
          </p:cNvPr>
          <p:cNvSpPr>
            <a:spLocks xmlns:a="http://schemas.openxmlformats.org/drawingml/2006/main" noGrp="1"/>
          </p:cNvSpPr>
          <p:nvPr/>
        </p:nvSpPr>
        <p:spPr>
          <a:xfrm xmlns:a="http://schemas.openxmlformats.org/drawingml/2006/main">
            <a:off x="5934075" y="1943100"/>
            <a:ext cx="323850" cy="323850"/>
          </a:xfrm>
          <a:prstGeom xmlns:a="http://schemas.openxmlformats.org/drawingml/2006/main" prst="downArrow">
            <a:avLst/>
          </a:prstGeom>
          <a:solidFill xmlns:a="http://schemas.openxmlformats.org/drawingml/2006/main">
            <a:srgbClr val="6B7791"/>
          </a:solidFill>
          <a:ln xmlns:a="http://schemas.openxmlformats.org/drawingml/2006/main" w="0">
            <a:noFill/>
            <a:prstDash val="solid"/>
          </a:ln>
        </p:spPr>
      </p:sp>
      <p:sp>
        <p:nvSpPr>
          <p:cNvPr id="7" name="tokenizer-label">
            <a:extLst xmlns:a="http://schemas.openxmlformats.org/drawingml/2006/main">
              <a:ext uri="{FF2B5EF4-FFF2-40B4-BE49-F238E27FC236}">
                <a16:creationId xmlns:a16="http://schemas.microsoft.com/office/drawing/2014/main" id="{455ED9EF-93BF-4CA9-AFEB-A3BF37DB79DE}"/>
              </a:ext>
            </a:extLst>
          </p:cNvPr>
          <p:cNvSpPr>
            <a:spLocks xmlns:a="http://schemas.openxmlformats.org/drawingml/2006/main" noGrp="1"/>
          </p:cNvSpPr>
          <p:nvPr/>
        </p:nvSpPr>
        <p:spPr>
          <a:xfrm xmlns:a="http://schemas.openxmlformats.org/drawingml/2006/main">
            <a:off x="533400" y="2305050"/>
            <a:ext cx="771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172033"/>
                </a:solidFill>
              </a:defRPr>
            </a:defPPr>
            <a:lvl1pPr algn="l">
              <a:buNone/>
              <a:defRPr sz="1275" b="1">
                <a:solidFill>
                  <a:srgbClr val="172033"/>
                </a:solidFill>
              </a:defRPr>
            </a:lvl1pPr>
            <a:lvl2pPr algn="l">
              <a:buNone/>
              <a:defRPr sz="1275" b="1">
                <a:solidFill>
                  <a:srgbClr val="172033"/>
                </a:solidFill>
              </a:defRPr>
            </a:lvl2pPr>
            <a:lvl3pPr algn="l">
              <a:buNone/>
              <a:defRPr sz="1275" b="1">
                <a:solidFill>
                  <a:srgbClr val="172033"/>
                </a:solidFill>
              </a:defRPr>
            </a:lvl3pPr>
            <a:lvl4pPr algn="l">
              <a:buNone/>
              <a:defRPr sz="1275" b="1">
                <a:solidFill>
                  <a:srgbClr val="172033"/>
                </a:solidFill>
              </a:defRPr>
            </a:lvl4pPr>
            <a:lvl5pPr algn="l">
              <a:buNone/>
              <a:defRPr sz="1275" b="1">
                <a:solidFill>
                  <a:srgbClr val="172033"/>
                </a:solidFill>
              </a:defRPr>
            </a:lvl5pPr>
            <a:lvl6pPr algn="l">
              <a:buNone/>
              <a:defRPr sz="1275" b="1">
                <a:solidFill>
                  <a:srgbClr val="172033"/>
                </a:solidFill>
              </a:defRPr>
            </a:lvl6pPr>
            <a:lvl7pPr algn="l">
              <a:buNone/>
              <a:defRPr sz="1275" b="1">
                <a:solidFill>
                  <a:srgbClr val="172033"/>
                </a:solidFill>
              </a:defRPr>
            </a:lvl7pPr>
            <a:lvl8pPr algn="l">
              <a:buNone/>
              <a:defRPr sz="1275" b="1">
                <a:solidFill>
                  <a:srgbClr val="172033"/>
                </a:solidFill>
              </a:defRPr>
            </a:lvl8pPr>
            <a:lvl9pPr algn="l">
              <a:buNone/>
              <a:defRPr sz="1275" b="1">
                <a:solidFill>
                  <a:srgbClr val="172033"/>
                </a:solidFill>
              </a:defRPr>
            </a:lvl9pPr>
          </a:lstStyle>
          <a:p xmlns:a="http://schemas.openxmlformats.org/drawingml/2006/main">
            <a:pPr algn="l">
              <a:buNone/>
              <a:defRPr sz="1275" b="1">
                <a:solidFill>
                  <a:srgbClr val="172033"/>
                </a:solidFill>
              </a:defRPr>
            </a:pPr>
            <a:r>
              <a:rPr sz="1275" b="1">
                <a:solidFill>
                  <a:srgbClr val="172033"/>
                </a:solidFill>
              </a:rPr>
              <a:t>2  Lowercase alphanumeric tokenizer → lexical terms</a:t>
            </a:r>
          </a:p>
        </p:txBody>
      </p:sp>
      <p:sp>
        <p:nvSpPr>
          <p:cNvPr id="8" name="tokenizer-detail">
            <a:extLst xmlns:a="http://schemas.openxmlformats.org/drawingml/2006/main">
              <a:ext uri="{FF2B5EF4-FFF2-40B4-BE49-F238E27FC236}">
                <a16:creationId xmlns:a16="http://schemas.microsoft.com/office/drawing/2014/main" id="{AA5C8338-8A3A-47E9-B040-2B73435ED1B9}"/>
              </a:ext>
            </a:extLst>
          </p:cNvPr>
          <p:cNvSpPr>
            <a:spLocks xmlns:a="http://schemas.openxmlformats.org/drawingml/2006/main" noGrp="1"/>
          </p:cNvSpPr>
          <p:nvPr/>
        </p:nvSpPr>
        <p:spPr>
          <a:xfrm xmlns:a="http://schemas.openxmlformats.org/drawingml/2006/main">
            <a:off x="533400" y="25812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00" b="0">
                <a:solidFill>
                  <a:srgbClr val="65738B"/>
                </a:solidFill>
              </a:defRPr>
            </a:defPPr>
            <a:lvl1pPr algn="l">
              <a:buNone/>
              <a:defRPr sz="900" b="0">
                <a:solidFill>
                  <a:srgbClr val="65738B"/>
                </a:solidFill>
              </a:defRPr>
            </a:lvl1pPr>
            <a:lvl2pPr algn="l">
              <a:buNone/>
              <a:defRPr sz="900" b="0">
                <a:solidFill>
                  <a:srgbClr val="65738B"/>
                </a:solidFill>
              </a:defRPr>
            </a:lvl2pPr>
            <a:lvl3pPr algn="l">
              <a:buNone/>
              <a:defRPr sz="900" b="0">
                <a:solidFill>
                  <a:srgbClr val="65738B"/>
                </a:solidFill>
              </a:defRPr>
            </a:lvl3pPr>
            <a:lvl4pPr algn="l">
              <a:buNone/>
              <a:defRPr sz="900" b="0">
                <a:solidFill>
                  <a:srgbClr val="65738B"/>
                </a:solidFill>
              </a:defRPr>
            </a:lvl4pPr>
            <a:lvl5pPr algn="l">
              <a:buNone/>
              <a:defRPr sz="900" b="0">
                <a:solidFill>
                  <a:srgbClr val="65738B"/>
                </a:solidFill>
              </a:defRPr>
            </a:lvl5pPr>
            <a:lvl6pPr algn="l">
              <a:buNone/>
              <a:defRPr sz="900" b="0">
                <a:solidFill>
                  <a:srgbClr val="65738B"/>
                </a:solidFill>
              </a:defRPr>
            </a:lvl6pPr>
            <a:lvl7pPr algn="l">
              <a:buNone/>
              <a:defRPr sz="900" b="0">
                <a:solidFill>
                  <a:srgbClr val="65738B"/>
                </a:solidFill>
              </a:defRPr>
            </a:lvl7pPr>
            <a:lvl8pPr algn="l">
              <a:buNone/>
              <a:defRPr sz="900" b="0">
                <a:solidFill>
                  <a:srgbClr val="65738B"/>
                </a:solidFill>
              </a:defRPr>
            </a:lvl8pPr>
            <a:lvl9pPr algn="l">
              <a:buNone/>
              <a:defRPr sz="900" b="0">
                <a:solidFill>
                  <a:srgbClr val="65738B"/>
                </a:solidFill>
              </a:defRPr>
            </a:lvl9pPr>
          </a:lstStyle>
          <a:p xmlns:a="http://schemas.openxmlformats.org/drawingml/2006/main">
            <a:pPr algn="l">
              <a:buNone/>
              <a:defRPr sz="900" b="0">
                <a:solidFill>
                  <a:srgbClr val="65738B"/>
                </a:solidFill>
              </a:defRPr>
            </a:pPr>
            <a:r>
              <a:rPr sz="900" b="0">
                <a:solidFill>
                  <a:srgbClr val="65738B"/>
                </a:solidFill>
              </a:rPr>
              <a:t>Implementation: re.compile(r"[a-z0-9]+") applied after casefold()</a:t>
            </a:r>
          </a:p>
        </p:txBody>
      </p:sp>
      <p:sp>
        <p:nvSpPr>
          <p:cNvPr id="9" name="term-1">
            <a:extLst xmlns:a="http://schemas.openxmlformats.org/drawingml/2006/main">
              <a:ext uri="{FF2B5EF4-FFF2-40B4-BE49-F238E27FC236}">
                <a16:creationId xmlns:a16="http://schemas.microsoft.com/office/drawing/2014/main" id="{4BCD66C9-DF38-41FF-92F6-A165D26C925F}"/>
              </a:ext>
            </a:extLst>
          </p:cNvPr>
          <p:cNvSpPr>
            <a:spLocks xmlns:a="http://schemas.openxmlformats.org/drawingml/2006/main" noGrp="1"/>
          </p:cNvSpPr>
          <p:nvPr/>
        </p:nvSpPr>
        <p:spPr>
          <a:xfrm xmlns:a="http://schemas.openxmlformats.org/drawingml/2006/main">
            <a:off x="533400" y="2895600"/>
            <a:ext cx="1219200" cy="457200"/>
          </a:xfrm>
          <a:prstGeom xmlns:a="http://schemas.openxmlformats.org/drawingml/2006/main" prst="roundRect">
            <a:avLst>
              <a:gd name="adj" fmla="val 25000"/>
            </a:avLst>
          </a:prstGeom>
          <a:solidFill xmlns:a="http://schemas.openxmlformats.org/drawingml/2006/main">
            <a:srgbClr val="EAF2FF"/>
          </a:solidFill>
          <a:ln xmlns:a="http://schemas.openxmlformats.org/drawingml/2006/main" w="13335">
            <a:solidFill>
              <a:srgbClr val="4B92EB"/>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preferred</a:t>
            </a:r>
          </a:p>
        </p:txBody>
      </p:sp>
      <p:sp>
        <p:nvSpPr>
          <p:cNvPr id="10" name="term-2">
            <a:extLst xmlns:a="http://schemas.openxmlformats.org/drawingml/2006/main">
              <a:ext uri="{FF2B5EF4-FFF2-40B4-BE49-F238E27FC236}">
                <a16:creationId xmlns:a16="http://schemas.microsoft.com/office/drawing/2014/main" id="{7565E250-B480-4023-BB9A-1EA65FCC6A39}"/>
              </a:ext>
            </a:extLst>
          </p:cNvPr>
          <p:cNvSpPr>
            <a:spLocks xmlns:a="http://schemas.openxmlformats.org/drawingml/2006/main" noGrp="1"/>
          </p:cNvSpPr>
          <p:nvPr/>
        </p:nvSpPr>
        <p:spPr>
          <a:xfrm xmlns:a="http://schemas.openxmlformats.org/drawingml/2006/main">
            <a:off x="1847850" y="2895600"/>
            <a:ext cx="742950" cy="457200"/>
          </a:xfrm>
          <a:prstGeom xmlns:a="http://schemas.openxmlformats.org/drawingml/2006/main" prst="roundRect">
            <a:avLst>
              <a:gd name="adj" fmla="val 25000"/>
            </a:avLst>
          </a:prstGeom>
          <a:solidFill xmlns:a="http://schemas.openxmlformats.org/drawingml/2006/main">
            <a:srgbClr val="EEFCF3"/>
          </a:solidFill>
          <a:ln xmlns:a="http://schemas.openxmlformats.org/drawingml/2006/main" w="13335">
            <a:solidFill>
              <a:srgbClr val="2D9E67"/>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yes</a:t>
            </a:r>
          </a:p>
        </p:txBody>
      </p:sp>
      <p:sp>
        <p:nvSpPr>
          <p:cNvPr id="11" name="term-3">
            <a:extLst xmlns:a="http://schemas.openxmlformats.org/drawingml/2006/main">
              <a:ext uri="{FF2B5EF4-FFF2-40B4-BE49-F238E27FC236}">
                <a16:creationId xmlns:a16="http://schemas.microsoft.com/office/drawing/2014/main" id="{8CA6AE6E-57A9-4B9B-97E7-76646B48F21E}"/>
              </a:ext>
            </a:extLst>
          </p:cNvPr>
          <p:cNvSpPr>
            <a:spLocks xmlns:a="http://schemas.openxmlformats.org/drawingml/2006/main" noGrp="1"/>
          </p:cNvSpPr>
          <p:nvPr/>
        </p:nvSpPr>
        <p:spPr>
          <a:xfrm xmlns:a="http://schemas.openxmlformats.org/drawingml/2006/main">
            <a:off x="2686050" y="2895600"/>
            <a:ext cx="1028700" cy="457200"/>
          </a:xfrm>
          <a:prstGeom xmlns:a="http://schemas.openxmlformats.org/drawingml/2006/main" prst="roundRect">
            <a:avLst>
              <a:gd name="adj" fmla="val 25000"/>
            </a:avLst>
          </a:prstGeom>
          <a:solidFill xmlns:a="http://schemas.openxmlformats.org/drawingml/2006/main">
            <a:srgbClr val="FFF4E4"/>
          </a:solidFill>
          <a:ln xmlns:a="http://schemas.openxmlformats.org/drawingml/2006/main" w="13335">
            <a:solidFill>
              <a:srgbClr val="E99B35"/>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treanda</a:t>
            </a:r>
          </a:p>
        </p:txBody>
      </p:sp>
      <p:sp>
        <p:nvSpPr>
          <p:cNvPr id="12" name="term-4">
            <a:extLst xmlns:a="http://schemas.openxmlformats.org/drawingml/2006/main">
              <a:ext uri="{FF2B5EF4-FFF2-40B4-BE49-F238E27FC236}">
                <a16:creationId xmlns:a16="http://schemas.microsoft.com/office/drawing/2014/main" id="{CEEE34EC-DE42-4383-B7CA-E0F29884006C}"/>
              </a:ext>
            </a:extLst>
          </p:cNvPr>
          <p:cNvSpPr>
            <a:spLocks xmlns:a="http://schemas.openxmlformats.org/drawingml/2006/main" noGrp="1"/>
          </p:cNvSpPr>
          <p:nvPr/>
        </p:nvSpPr>
        <p:spPr>
          <a:xfrm xmlns:a="http://schemas.openxmlformats.org/drawingml/2006/main">
            <a:off x="3810000" y="2895600"/>
            <a:ext cx="876300" cy="457200"/>
          </a:xfrm>
          <a:prstGeom xmlns:a="http://schemas.openxmlformats.org/drawingml/2006/main" prst="roundRect">
            <a:avLst>
              <a:gd name="adj" fmla="val 25000"/>
            </a:avLst>
          </a:prstGeom>
          <a:solidFill xmlns:a="http://schemas.openxmlformats.org/drawingml/2006/main">
            <a:srgbClr val="F0ECFF"/>
          </a:solidFill>
          <a:ln xmlns:a="http://schemas.openxmlformats.org/drawingml/2006/main" w="13335">
            <a:solidFill>
              <a:srgbClr val="8463DE"/>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j9033</a:t>
            </a:r>
          </a:p>
        </p:txBody>
      </p:sp>
      <p:sp>
        <p:nvSpPr>
          <p:cNvPr id="13" name="term-5">
            <a:extLst xmlns:a="http://schemas.openxmlformats.org/drawingml/2006/main">
              <a:ext uri="{FF2B5EF4-FFF2-40B4-BE49-F238E27FC236}">
                <a16:creationId xmlns:a16="http://schemas.microsoft.com/office/drawing/2014/main" id="{205687F9-7FBC-4754-9FC8-C99B37B39C1B}"/>
              </a:ext>
            </a:extLst>
          </p:cNvPr>
          <p:cNvSpPr>
            <a:spLocks xmlns:a="http://schemas.openxmlformats.org/drawingml/2006/main" noGrp="1"/>
          </p:cNvSpPr>
          <p:nvPr/>
        </p:nvSpPr>
        <p:spPr>
          <a:xfrm xmlns:a="http://schemas.openxmlformats.org/drawingml/2006/main">
            <a:off x="4781550" y="2895600"/>
            <a:ext cx="1143000" cy="457200"/>
          </a:xfrm>
          <a:prstGeom xmlns:a="http://schemas.openxmlformats.org/drawingml/2006/main" prst="roundRect">
            <a:avLst>
              <a:gd name="adj" fmla="val 25000"/>
            </a:avLst>
          </a:prstGeom>
          <a:solidFill xmlns:a="http://schemas.openxmlformats.org/drawingml/2006/main">
            <a:srgbClr val="EAF2FF"/>
          </a:solidFill>
          <a:ln xmlns:a="http://schemas.openxmlformats.org/drawingml/2006/main" w="13335">
            <a:solidFill>
              <a:srgbClr val="4B92EB"/>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injection</a:t>
            </a:r>
          </a:p>
        </p:txBody>
      </p:sp>
      <p:sp>
        <p:nvSpPr>
          <p:cNvPr id="14" name="term-6">
            <a:extLst xmlns:a="http://schemas.openxmlformats.org/drawingml/2006/main">
              <a:ext uri="{FF2B5EF4-FFF2-40B4-BE49-F238E27FC236}">
                <a16:creationId xmlns:a16="http://schemas.microsoft.com/office/drawing/2014/main" id="{2C1FA90E-2279-4ACE-B80C-4614779F69FF}"/>
              </a:ext>
            </a:extLst>
          </p:cNvPr>
          <p:cNvSpPr>
            <a:spLocks xmlns:a="http://schemas.openxmlformats.org/drawingml/2006/main" noGrp="1"/>
          </p:cNvSpPr>
          <p:nvPr/>
        </p:nvSpPr>
        <p:spPr>
          <a:xfrm xmlns:a="http://schemas.openxmlformats.org/drawingml/2006/main">
            <a:off x="6019800" y="2895600"/>
            <a:ext cx="1619250" cy="457200"/>
          </a:xfrm>
          <a:prstGeom xmlns:a="http://schemas.openxmlformats.org/drawingml/2006/main" prst="roundRect">
            <a:avLst>
              <a:gd name="adj" fmla="val 25000"/>
            </a:avLst>
          </a:prstGeom>
          <a:solidFill xmlns:a="http://schemas.openxmlformats.org/drawingml/2006/main">
            <a:srgbClr val="FFF0F0"/>
          </a:solidFill>
          <a:ln xmlns:a="http://schemas.openxmlformats.org/drawingml/2006/main" w="13335">
            <a:solidFill>
              <a:srgbClr val="F06B6B"/>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bendamustine</a:t>
            </a:r>
          </a:p>
        </p:txBody>
      </p:sp>
      <p:sp>
        <p:nvSpPr>
          <p:cNvPr id="15" name="term-7">
            <a:extLst xmlns:a="http://schemas.openxmlformats.org/drawingml/2006/main">
              <a:ext uri="{FF2B5EF4-FFF2-40B4-BE49-F238E27FC236}">
                <a16:creationId xmlns:a16="http://schemas.microsoft.com/office/drawing/2014/main" id="{F8F2D7B3-A7BB-4BB0-8A45-DEB5A456BAFA}"/>
              </a:ext>
            </a:extLst>
          </p:cNvPr>
          <p:cNvSpPr>
            <a:spLocks xmlns:a="http://schemas.openxmlformats.org/drawingml/2006/main" noGrp="1"/>
          </p:cNvSpPr>
          <p:nvPr/>
        </p:nvSpPr>
        <p:spPr>
          <a:xfrm xmlns:a="http://schemas.openxmlformats.org/drawingml/2006/main">
            <a:off x="7734300" y="2895600"/>
            <a:ext cx="1581150" cy="457200"/>
          </a:xfrm>
          <a:prstGeom xmlns:a="http://schemas.openxmlformats.org/drawingml/2006/main" prst="roundRect">
            <a:avLst>
              <a:gd name="adj" fmla="val 25000"/>
            </a:avLst>
          </a:prstGeom>
          <a:solidFill xmlns:a="http://schemas.openxmlformats.org/drawingml/2006/main">
            <a:srgbClr val="E9F8F7"/>
          </a:solidFill>
          <a:ln xmlns:a="http://schemas.openxmlformats.org/drawingml/2006/main" w="13335">
            <a:solidFill>
              <a:srgbClr val="53B6B4"/>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hydrochloride</a:t>
            </a:r>
          </a:p>
        </p:txBody>
      </p:sp>
      <p:sp>
        <p:nvSpPr>
          <p:cNvPr id="16" name="term-8">
            <a:extLst xmlns:a="http://schemas.openxmlformats.org/drawingml/2006/main">
              <a:ext uri="{FF2B5EF4-FFF2-40B4-BE49-F238E27FC236}">
                <a16:creationId xmlns:a16="http://schemas.microsoft.com/office/drawing/2014/main" id="{329F6769-A58F-4C97-B326-0602DE204D19}"/>
              </a:ext>
            </a:extLst>
          </p:cNvPr>
          <p:cNvSpPr>
            <a:spLocks xmlns:a="http://schemas.openxmlformats.org/drawingml/2006/main" noGrp="1"/>
          </p:cNvSpPr>
          <p:nvPr/>
        </p:nvSpPr>
        <p:spPr>
          <a:xfrm xmlns:a="http://schemas.openxmlformats.org/drawingml/2006/main">
            <a:off x="9410700" y="2895600"/>
            <a:ext cx="800100" cy="457200"/>
          </a:xfrm>
          <a:prstGeom xmlns:a="http://schemas.openxmlformats.org/drawingml/2006/main" prst="roundRect">
            <a:avLst>
              <a:gd name="adj" fmla="val 25000"/>
            </a:avLst>
          </a:prstGeom>
          <a:solidFill xmlns:a="http://schemas.openxmlformats.org/drawingml/2006/main">
            <a:srgbClr val="FFF4E4"/>
          </a:solidFill>
          <a:ln xmlns:a="http://schemas.openxmlformats.org/drawingml/2006/main" w="13335">
            <a:solidFill>
              <a:srgbClr val="E99B35"/>
            </a:solidFill>
            <a:prstDash val="solid"/>
          </a:ln>
        </p:spPr>
        <p:txBody>
          <a:bodyPr xmlns:a="http://schemas.openxmlformats.org/drawingml/2006/main" anchor="ctr"/>
          <a:lstStyle xmlns:a="http://schemas.openxmlformats.org/drawingml/2006/main">
            <a:defPPr algn="ctr">
              <a:defRPr sz="1050" b="1">
                <a:solidFill>
                  <a:srgbClr val="172033"/>
                </a:solidFill>
              </a:defRPr>
            </a:defPPr>
            <a:lvl1pPr algn="ctr">
              <a:buNone/>
              <a:defRPr sz="1050" b="1">
                <a:solidFill>
                  <a:srgbClr val="172033"/>
                </a:solidFill>
              </a:defRPr>
            </a:lvl1pPr>
            <a:lvl2pPr algn="ctr">
              <a:buNone/>
              <a:defRPr sz="1050" b="1">
                <a:solidFill>
                  <a:srgbClr val="172033"/>
                </a:solidFill>
              </a:defRPr>
            </a:lvl2pPr>
            <a:lvl3pPr algn="ctr">
              <a:buNone/>
              <a:defRPr sz="1050" b="1">
                <a:solidFill>
                  <a:srgbClr val="172033"/>
                </a:solidFill>
              </a:defRPr>
            </a:lvl3pPr>
            <a:lvl4pPr algn="ctr">
              <a:buNone/>
              <a:defRPr sz="1050" b="1">
                <a:solidFill>
                  <a:srgbClr val="172033"/>
                </a:solidFill>
              </a:defRPr>
            </a:lvl4pPr>
            <a:lvl5pPr algn="ctr">
              <a:buNone/>
              <a:defRPr sz="1050" b="1">
                <a:solidFill>
                  <a:srgbClr val="172033"/>
                </a:solidFill>
              </a:defRPr>
            </a:lvl5pPr>
            <a:lvl6pPr algn="ctr">
              <a:buNone/>
              <a:defRPr sz="1050" b="1">
                <a:solidFill>
                  <a:srgbClr val="172033"/>
                </a:solidFill>
              </a:defRPr>
            </a:lvl6pPr>
            <a:lvl7pPr algn="ctr">
              <a:buNone/>
              <a:defRPr sz="1050" b="1">
                <a:solidFill>
                  <a:srgbClr val="172033"/>
                </a:solidFill>
              </a:defRPr>
            </a:lvl7pPr>
            <a:lvl8pPr algn="ctr">
              <a:buNone/>
              <a:defRPr sz="1050" b="1">
                <a:solidFill>
                  <a:srgbClr val="172033"/>
                </a:solidFill>
              </a:defRPr>
            </a:lvl8pPr>
            <a:lvl9pPr algn="ctr">
              <a:buNone/>
              <a:defRPr sz="1050" b="1">
                <a:solidFill>
                  <a:srgbClr val="172033"/>
                </a:solidFill>
              </a:defRPr>
            </a:lvl9pPr>
          </a:lstStyle>
          <a:p xmlns:a="http://schemas.openxmlformats.org/drawingml/2006/main">
            <a:pPr algn="ctr">
              <a:buNone/>
              <a:defRPr sz="1050" b="1">
                <a:solidFill>
                  <a:srgbClr val="172033"/>
                </a:solidFill>
              </a:defRPr>
            </a:pPr>
            <a:r>
              <a:rPr sz="1050" b="1">
                <a:solidFill>
                  <a:srgbClr val="172033"/>
                </a:solidFill>
              </a:rPr>
              <a:t>1mg</a:t>
            </a:r>
          </a:p>
        </p:txBody>
      </p:sp>
      <p:sp>
        <p:nvSpPr>
          <p:cNvPr id="17" name="tokens-to-stats">
            <a:extLst xmlns:a="http://schemas.openxmlformats.org/drawingml/2006/main">
              <a:ext uri="{FF2B5EF4-FFF2-40B4-BE49-F238E27FC236}">
                <a16:creationId xmlns:a16="http://schemas.microsoft.com/office/drawing/2014/main" id="{BE64204B-DFC5-44D1-B2C2-E0027885B78E}"/>
              </a:ext>
            </a:extLst>
          </p:cNvPr>
          <p:cNvSpPr>
            <a:spLocks xmlns:a="http://schemas.openxmlformats.org/drawingml/2006/main" noGrp="1"/>
          </p:cNvSpPr>
          <p:nvPr/>
        </p:nvSpPr>
        <p:spPr>
          <a:xfrm xmlns:a="http://schemas.openxmlformats.org/drawingml/2006/main">
            <a:off x="5934075" y="3429000"/>
            <a:ext cx="323850" cy="323850"/>
          </a:xfrm>
          <a:prstGeom xmlns:a="http://schemas.openxmlformats.org/drawingml/2006/main" prst="downArrow">
            <a:avLst/>
          </a:prstGeom>
          <a:solidFill xmlns:a="http://schemas.openxmlformats.org/drawingml/2006/main">
            <a:srgbClr val="6B7791"/>
          </a:solidFill>
          <a:ln xmlns:a="http://schemas.openxmlformats.org/drawingml/2006/main" w="0">
            <a:noFill/>
            <a:prstDash val="solid"/>
          </a:ln>
        </p:spPr>
      </p:sp>
      <p:sp>
        <p:nvSpPr>
          <p:cNvPr id="18" name="document-statistics">
            <a:extLst xmlns:a="http://schemas.openxmlformats.org/drawingml/2006/main">
              <a:ext uri="{FF2B5EF4-FFF2-40B4-BE49-F238E27FC236}">
                <a16:creationId xmlns:a16="http://schemas.microsoft.com/office/drawing/2014/main" id="{1F7D46C7-BDC4-40BB-AF18-F52FE928828C}"/>
              </a:ext>
            </a:extLst>
          </p:cNvPr>
          <p:cNvSpPr>
            <a:spLocks xmlns:a="http://schemas.openxmlformats.org/drawingml/2006/main" noGrp="1"/>
          </p:cNvSpPr>
          <p:nvPr/>
        </p:nvSpPr>
        <p:spPr>
          <a:xfrm xmlns:a="http://schemas.openxmlformats.org/drawingml/2006/main">
            <a:off x="1447800" y="3867150"/>
            <a:ext cx="4171950" cy="1257300"/>
          </a:xfrm>
          <a:prstGeom xmlns:a="http://schemas.openxmlformats.org/drawingml/2006/main" prst="roundRect">
            <a:avLst>
              <a:gd name="adj" fmla="val 9091"/>
            </a:avLst>
          </a:prstGeom>
          <a:solidFill xmlns:a="http://schemas.openxmlformats.org/drawingml/2006/main">
            <a:srgbClr val="EAF2FF"/>
          </a:solidFill>
          <a:ln xmlns:a="http://schemas.openxmlformats.org/drawingml/2006/main" w="13335">
            <a:solidFill>
              <a:srgbClr val="4B92EB"/>
            </a:solidFill>
            <a:prstDash val="solid"/>
          </a:ln>
        </p:spPr>
      </p:sp>
      <p:sp>
        <p:nvSpPr>
          <p:cNvPr id="19" name="statistics-title">
            <a:extLst xmlns:a="http://schemas.openxmlformats.org/drawingml/2006/main">
              <a:ext uri="{FF2B5EF4-FFF2-40B4-BE49-F238E27FC236}">
                <a16:creationId xmlns:a16="http://schemas.microsoft.com/office/drawing/2014/main" id="{95341803-3EA4-47DD-A91A-B46C8DE3247B}"/>
              </a:ext>
            </a:extLst>
          </p:cNvPr>
          <p:cNvSpPr>
            <a:spLocks xmlns:a="http://schemas.openxmlformats.org/drawingml/2006/main" noGrp="1"/>
          </p:cNvSpPr>
          <p:nvPr/>
        </p:nvSpPr>
        <p:spPr>
          <a:xfrm xmlns:a="http://schemas.openxmlformats.org/drawingml/2006/main">
            <a:off x="1657350" y="4057650"/>
            <a:ext cx="3733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172033"/>
                </a:solidFill>
              </a:defRPr>
            </a:defPPr>
            <a:lvl1pPr algn="l">
              <a:buNone/>
              <a:defRPr sz="1350" b="1">
                <a:solidFill>
                  <a:srgbClr val="172033"/>
                </a:solidFill>
              </a:defRPr>
            </a:lvl1pPr>
            <a:lvl2pPr algn="l">
              <a:buNone/>
              <a:defRPr sz="1350" b="1">
                <a:solidFill>
                  <a:srgbClr val="172033"/>
                </a:solidFill>
              </a:defRPr>
            </a:lvl2pPr>
            <a:lvl3pPr algn="l">
              <a:buNone/>
              <a:defRPr sz="1350" b="1">
                <a:solidFill>
                  <a:srgbClr val="172033"/>
                </a:solidFill>
              </a:defRPr>
            </a:lvl3pPr>
            <a:lvl4pPr algn="l">
              <a:buNone/>
              <a:defRPr sz="1350" b="1">
                <a:solidFill>
                  <a:srgbClr val="172033"/>
                </a:solidFill>
              </a:defRPr>
            </a:lvl4pPr>
            <a:lvl5pPr algn="l">
              <a:buNone/>
              <a:defRPr sz="1350" b="1">
                <a:solidFill>
                  <a:srgbClr val="172033"/>
                </a:solidFill>
              </a:defRPr>
            </a:lvl5pPr>
            <a:lvl6pPr algn="l">
              <a:buNone/>
              <a:defRPr sz="1350" b="1">
                <a:solidFill>
                  <a:srgbClr val="172033"/>
                </a:solidFill>
              </a:defRPr>
            </a:lvl6pPr>
            <a:lvl7pPr algn="l">
              <a:buNone/>
              <a:defRPr sz="1350" b="1">
                <a:solidFill>
                  <a:srgbClr val="172033"/>
                </a:solidFill>
              </a:defRPr>
            </a:lvl7pPr>
            <a:lvl8pPr algn="l">
              <a:buNone/>
              <a:defRPr sz="1350" b="1">
                <a:solidFill>
                  <a:srgbClr val="172033"/>
                </a:solidFill>
              </a:defRPr>
            </a:lvl8pPr>
            <a:lvl9pPr algn="l">
              <a:buNone/>
              <a:defRPr sz="1350" b="1">
                <a:solidFill>
                  <a:srgbClr val="172033"/>
                </a:solidFill>
              </a:defRPr>
            </a:lvl9pPr>
          </a:lstStyle>
          <a:p xmlns:a="http://schemas.openxmlformats.org/drawingml/2006/main">
            <a:pPr algn="l">
              <a:buNone/>
              <a:defRPr sz="1350" b="1">
                <a:solidFill>
                  <a:srgbClr val="172033"/>
                </a:solidFill>
              </a:defRPr>
            </a:pPr>
            <a:r>
              <a:rPr sz="1350" b="1">
                <a:solidFill>
                  <a:srgbClr val="172033"/>
                </a:solidFill>
              </a:rPr>
              <a:t>3  Index-time document statistics</a:t>
            </a:r>
          </a:p>
        </p:txBody>
      </p:sp>
      <p:sp>
        <p:nvSpPr>
          <p:cNvPr id="20" name="statistics-body">
            <a:extLst xmlns:a="http://schemas.openxmlformats.org/drawingml/2006/main">
              <a:ext uri="{FF2B5EF4-FFF2-40B4-BE49-F238E27FC236}">
                <a16:creationId xmlns:a16="http://schemas.microsoft.com/office/drawing/2014/main" id="{4F04509C-FBFF-4A1B-9DDF-018F8F6CEA8A}"/>
              </a:ext>
            </a:extLst>
          </p:cNvPr>
          <p:cNvSpPr>
            <a:spLocks xmlns:a="http://schemas.openxmlformats.org/drawingml/2006/main" noGrp="1"/>
          </p:cNvSpPr>
          <p:nvPr/>
        </p:nvSpPr>
        <p:spPr>
          <a:xfrm xmlns:a="http://schemas.openxmlformats.org/drawingml/2006/main">
            <a:off x="1657350" y="4438650"/>
            <a:ext cx="371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D4C65"/>
                </a:solidFill>
              </a:defRPr>
            </a:defPPr>
            <a:lvl1pPr algn="l">
              <a:buNone/>
              <a:defRPr sz="1050" b="0">
                <a:solidFill>
                  <a:srgbClr val="3D4C65"/>
                </a:solidFill>
              </a:defRPr>
            </a:lvl1pPr>
            <a:lvl2pPr algn="l">
              <a:buNone/>
              <a:defRPr sz="1050" b="0">
                <a:solidFill>
                  <a:srgbClr val="3D4C65"/>
                </a:solidFill>
              </a:defRPr>
            </a:lvl2pPr>
            <a:lvl3pPr algn="l">
              <a:buNone/>
              <a:defRPr sz="1050" b="0">
                <a:solidFill>
                  <a:srgbClr val="3D4C65"/>
                </a:solidFill>
              </a:defRPr>
            </a:lvl3pPr>
            <a:lvl4pPr algn="l">
              <a:buNone/>
              <a:defRPr sz="1050" b="0">
                <a:solidFill>
                  <a:srgbClr val="3D4C65"/>
                </a:solidFill>
              </a:defRPr>
            </a:lvl4pPr>
            <a:lvl5pPr algn="l">
              <a:buNone/>
              <a:defRPr sz="1050" b="0">
                <a:solidFill>
                  <a:srgbClr val="3D4C65"/>
                </a:solidFill>
              </a:defRPr>
            </a:lvl5pPr>
            <a:lvl6pPr algn="l">
              <a:buNone/>
              <a:defRPr sz="1050" b="0">
                <a:solidFill>
                  <a:srgbClr val="3D4C65"/>
                </a:solidFill>
              </a:defRPr>
            </a:lvl6pPr>
            <a:lvl7pPr algn="l">
              <a:buNone/>
              <a:defRPr sz="1050" b="0">
                <a:solidFill>
                  <a:srgbClr val="3D4C65"/>
                </a:solidFill>
              </a:defRPr>
            </a:lvl7pPr>
            <a:lvl8pPr algn="l">
              <a:buNone/>
              <a:defRPr sz="1050" b="0">
                <a:solidFill>
                  <a:srgbClr val="3D4C65"/>
                </a:solidFill>
              </a:defRPr>
            </a:lvl8pPr>
            <a:lvl9pPr algn="l">
              <a:buNone/>
              <a:defRPr sz="1050" b="0">
                <a:solidFill>
                  <a:srgbClr val="3D4C65"/>
                </a:solidFill>
              </a:defRPr>
            </a:lvl9pPr>
          </a:lstStyle>
          <a:p xmlns:a="http://schemas.openxmlformats.org/drawingml/2006/main">
            <a:pPr algn="l">
              <a:buNone/>
              <a:defRPr sz="1050" b="0">
                <a:solidFill>
                  <a:srgbClr val="3D4C65"/>
                </a:solidFill>
              </a:defRPr>
            </a:pPr>
            <a:r>
              <a:rPr sz="1050" b="0">
                <a:solidFill>
                  <a:srgbClr val="3D4C65"/>
                </a:solidFill>
              </a:rPr>
              <a:t>Count term frequency in each row, document frequency across rows, and row length relative to the corpus average.</a:t>
            </a:r>
          </a:p>
        </p:txBody>
      </p:sp>
      <p:sp>
        <p:nvSpPr>
          <p:cNvPr id="21" name="stats-to-score">
            <a:extLst xmlns:a="http://schemas.openxmlformats.org/drawingml/2006/main">
              <a:ext uri="{FF2B5EF4-FFF2-40B4-BE49-F238E27FC236}">
                <a16:creationId xmlns:a16="http://schemas.microsoft.com/office/drawing/2014/main" id="{BFEC92C3-59CE-4F99-9C2E-741C83893065}"/>
              </a:ext>
            </a:extLst>
          </p:cNvPr>
          <p:cNvSpPr>
            <a:spLocks xmlns:a="http://schemas.openxmlformats.org/drawingml/2006/main" noGrp="1"/>
          </p:cNvSpPr>
          <p:nvPr/>
        </p:nvSpPr>
        <p:spPr>
          <a:xfrm xmlns:a="http://schemas.openxmlformats.org/drawingml/2006/main">
            <a:off x="5819775" y="4305300"/>
            <a:ext cx="552450" cy="381000"/>
          </a:xfrm>
          <a:prstGeom xmlns:a="http://schemas.openxmlformats.org/drawingml/2006/main" prst="rightArrow">
            <a:avLst/>
          </a:prstGeom>
          <a:solidFill xmlns:a="http://schemas.openxmlformats.org/drawingml/2006/main">
            <a:srgbClr val="6B7791"/>
          </a:solidFill>
          <a:ln xmlns:a="http://schemas.openxmlformats.org/drawingml/2006/main" w="0">
            <a:noFill/>
            <a:prstDash val="solid"/>
          </a:ln>
        </p:spPr>
      </p:sp>
      <p:sp>
        <p:nvSpPr>
          <p:cNvPr id="22" name="query-scoring">
            <a:extLst xmlns:a="http://schemas.openxmlformats.org/drawingml/2006/main">
              <a:ext uri="{FF2B5EF4-FFF2-40B4-BE49-F238E27FC236}">
                <a16:creationId xmlns:a16="http://schemas.microsoft.com/office/drawing/2014/main" id="{695FC286-F991-473A-897B-54D3E2E0901C}"/>
              </a:ext>
            </a:extLst>
          </p:cNvPr>
          <p:cNvSpPr>
            <a:spLocks xmlns:a="http://schemas.openxmlformats.org/drawingml/2006/main" noGrp="1"/>
          </p:cNvSpPr>
          <p:nvPr/>
        </p:nvSpPr>
        <p:spPr>
          <a:xfrm xmlns:a="http://schemas.openxmlformats.org/drawingml/2006/main">
            <a:off x="6572250" y="3867150"/>
            <a:ext cx="4171950" cy="1257300"/>
          </a:xfrm>
          <a:prstGeom xmlns:a="http://schemas.openxmlformats.org/drawingml/2006/main" prst="roundRect">
            <a:avLst>
              <a:gd name="adj" fmla="val 9091"/>
            </a:avLst>
          </a:prstGeom>
          <a:solidFill xmlns:a="http://schemas.openxmlformats.org/drawingml/2006/main">
            <a:srgbClr val="F0ECFF"/>
          </a:solidFill>
          <a:ln xmlns:a="http://schemas.openxmlformats.org/drawingml/2006/main" w="13335">
            <a:solidFill>
              <a:srgbClr val="8463DE"/>
            </a:solidFill>
            <a:prstDash val="solid"/>
          </a:ln>
        </p:spPr>
      </p:sp>
      <p:sp>
        <p:nvSpPr>
          <p:cNvPr id="23" name="scoring-title">
            <a:extLst xmlns:a="http://schemas.openxmlformats.org/drawingml/2006/main">
              <a:ext uri="{FF2B5EF4-FFF2-40B4-BE49-F238E27FC236}">
                <a16:creationId xmlns:a16="http://schemas.microsoft.com/office/drawing/2014/main" id="{547F6D69-AF8C-4231-9A7B-9E7E9E4982ED}"/>
              </a:ext>
            </a:extLst>
          </p:cNvPr>
          <p:cNvSpPr>
            <a:spLocks xmlns:a="http://schemas.openxmlformats.org/drawingml/2006/main" noGrp="1"/>
          </p:cNvSpPr>
          <p:nvPr/>
        </p:nvSpPr>
        <p:spPr>
          <a:xfrm xmlns:a="http://schemas.openxmlformats.org/drawingml/2006/main">
            <a:off x="6781800" y="4057650"/>
            <a:ext cx="3733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172033"/>
                </a:solidFill>
              </a:defRPr>
            </a:defPPr>
            <a:lvl1pPr algn="l">
              <a:buNone/>
              <a:defRPr sz="1350" b="1">
                <a:solidFill>
                  <a:srgbClr val="172033"/>
                </a:solidFill>
              </a:defRPr>
            </a:lvl1pPr>
            <a:lvl2pPr algn="l">
              <a:buNone/>
              <a:defRPr sz="1350" b="1">
                <a:solidFill>
                  <a:srgbClr val="172033"/>
                </a:solidFill>
              </a:defRPr>
            </a:lvl2pPr>
            <a:lvl3pPr algn="l">
              <a:buNone/>
              <a:defRPr sz="1350" b="1">
                <a:solidFill>
                  <a:srgbClr val="172033"/>
                </a:solidFill>
              </a:defRPr>
            </a:lvl3pPr>
            <a:lvl4pPr algn="l">
              <a:buNone/>
              <a:defRPr sz="1350" b="1">
                <a:solidFill>
                  <a:srgbClr val="172033"/>
                </a:solidFill>
              </a:defRPr>
            </a:lvl4pPr>
            <a:lvl5pPr algn="l">
              <a:buNone/>
              <a:defRPr sz="1350" b="1">
                <a:solidFill>
                  <a:srgbClr val="172033"/>
                </a:solidFill>
              </a:defRPr>
            </a:lvl5pPr>
            <a:lvl6pPr algn="l">
              <a:buNone/>
              <a:defRPr sz="1350" b="1">
                <a:solidFill>
                  <a:srgbClr val="172033"/>
                </a:solidFill>
              </a:defRPr>
            </a:lvl6pPr>
            <a:lvl7pPr algn="l">
              <a:buNone/>
              <a:defRPr sz="1350" b="1">
                <a:solidFill>
                  <a:srgbClr val="172033"/>
                </a:solidFill>
              </a:defRPr>
            </a:lvl7pPr>
            <a:lvl8pPr algn="l">
              <a:buNone/>
              <a:defRPr sz="1350" b="1">
                <a:solidFill>
                  <a:srgbClr val="172033"/>
                </a:solidFill>
              </a:defRPr>
            </a:lvl8pPr>
            <a:lvl9pPr algn="l">
              <a:buNone/>
              <a:defRPr sz="1350" b="1">
                <a:solidFill>
                  <a:srgbClr val="172033"/>
                </a:solidFill>
              </a:defRPr>
            </a:lvl9pPr>
          </a:lstStyle>
          <a:p xmlns:a="http://schemas.openxmlformats.org/drawingml/2006/main">
            <a:pPr algn="l">
              <a:buNone/>
              <a:defRPr sz="1350" b="1">
                <a:solidFill>
                  <a:srgbClr val="172033"/>
                </a:solidFill>
              </a:defRPr>
            </a:pPr>
            <a:r>
              <a:rPr sz="1350" b="1">
                <a:solidFill>
                  <a:srgbClr val="172033"/>
                </a:solidFill>
              </a:rPr>
              <a:t>4  Query-time BM25 scoring</a:t>
            </a:r>
          </a:p>
        </p:txBody>
      </p:sp>
      <p:sp>
        <p:nvSpPr>
          <p:cNvPr id="24" name="scoring-body">
            <a:extLst xmlns:a="http://schemas.openxmlformats.org/drawingml/2006/main">
              <a:ext uri="{FF2B5EF4-FFF2-40B4-BE49-F238E27FC236}">
                <a16:creationId xmlns:a16="http://schemas.microsoft.com/office/drawing/2014/main" id="{A686147B-207F-498F-911A-851F0F5EF398}"/>
              </a:ext>
            </a:extLst>
          </p:cNvPr>
          <p:cNvSpPr>
            <a:spLocks xmlns:a="http://schemas.openxmlformats.org/drawingml/2006/main" noGrp="1"/>
          </p:cNvSpPr>
          <p:nvPr/>
        </p:nvSpPr>
        <p:spPr>
          <a:xfrm xmlns:a="http://schemas.openxmlformats.org/drawingml/2006/main">
            <a:off x="6781800" y="4410075"/>
            <a:ext cx="3733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D4C65"/>
                </a:solidFill>
              </a:defRPr>
            </a:defPPr>
            <a:lvl1pPr algn="l">
              <a:buNone/>
              <a:defRPr sz="1050" b="0">
                <a:solidFill>
                  <a:srgbClr val="3D4C65"/>
                </a:solidFill>
              </a:defRPr>
            </a:lvl1pPr>
            <a:lvl2pPr algn="l">
              <a:buNone/>
              <a:defRPr sz="1050" b="0">
                <a:solidFill>
                  <a:srgbClr val="3D4C65"/>
                </a:solidFill>
              </a:defRPr>
            </a:lvl2pPr>
            <a:lvl3pPr algn="l">
              <a:buNone/>
              <a:defRPr sz="1050" b="0">
                <a:solidFill>
                  <a:srgbClr val="3D4C65"/>
                </a:solidFill>
              </a:defRPr>
            </a:lvl3pPr>
            <a:lvl4pPr algn="l">
              <a:buNone/>
              <a:defRPr sz="1050" b="0">
                <a:solidFill>
                  <a:srgbClr val="3D4C65"/>
                </a:solidFill>
              </a:defRPr>
            </a:lvl4pPr>
            <a:lvl5pPr algn="l">
              <a:buNone/>
              <a:defRPr sz="1050" b="0">
                <a:solidFill>
                  <a:srgbClr val="3D4C65"/>
                </a:solidFill>
              </a:defRPr>
            </a:lvl5pPr>
            <a:lvl6pPr algn="l">
              <a:buNone/>
              <a:defRPr sz="1050" b="0">
                <a:solidFill>
                  <a:srgbClr val="3D4C65"/>
                </a:solidFill>
              </a:defRPr>
            </a:lvl6pPr>
            <a:lvl7pPr algn="l">
              <a:buNone/>
              <a:defRPr sz="1050" b="0">
                <a:solidFill>
                  <a:srgbClr val="3D4C65"/>
                </a:solidFill>
              </a:defRPr>
            </a:lvl7pPr>
            <a:lvl8pPr algn="l">
              <a:buNone/>
              <a:defRPr sz="1050" b="0">
                <a:solidFill>
                  <a:srgbClr val="3D4C65"/>
                </a:solidFill>
              </a:defRPr>
            </a:lvl8pPr>
            <a:lvl9pPr algn="l">
              <a:buNone/>
              <a:defRPr sz="1050" b="0">
                <a:solidFill>
                  <a:srgbClr val="3D4C65"/>
                </a:solidFill>
              </a:defRPr>
            </a:lvl9pPr>
          </a:lstStyle>
          <a:p xmlns:a="http://schemas.openxmlformats.org/drawingml/2006/main">
            <a:pPr algn="l">
              <a:buNone/>
              <a:defRPr sz="1050" b="0">
                <a:solidFill>
                  <a:srgbClr val="3D4C65"/>
                </a:solidFill>
              </a:defRPr>
            </a:pPr>
            <a:r>
              <a:rPr sz="1050" b="0">
                <a:solidFill>
                  <a:srgbClr val="3D4C65"/>
                </a:solidFill>
              </a:rPr>
              <a:t>Tokenize “Which drug uses J9033?” Exact overlaps contribute. Rare terms weigh more; k₁ = 1.5 and b = 0.75.</a:t>
            </a:r>
          </a:p>
        </p:txBody>
      </p:sp>
      <p:sp>
        <p:nvSpPr>
          <p:cNvPr id="25" name="score-to-results">
            <a:extLst xmlns:a="http://schemas.openxmlformats.org/drawingml/2006/main">
              <a:ext uri="{FF2B5EF4-FFF2-40B4-BE49-F238E27FC236}">
                <a16:creationId xmlns:a16="http://schemas.microsoft.com/office/drawing/2014/main" id="{BA1C4D69-EEC4-47DE-9AEA-75292375225C}"/>
              </a:ext>
            </a:extLst>
          </p:cNvPr>
          <p:cNvSpPr>
            <a:spLocks xmlns:a="http://schemas.openxmlformats.org/drawingml/2006/main" noGrp="1"/>
          </p:cNvSpPr>
          <p:nvPr/>
        </p:nvSpPr>
        <p:spPr>
          <a:xfrm xmlns:a="http://schemas.openxmlformats.org/drawingml/2006/main">
            <a:off x="5934075" y="5219700"/>
            <a:ext cx="323850" cy="323850"/>
          </a:xfrm>
          <a:prstGeom xmlns:a="http://schemas.openxmlformats.org/drawingml/2006/main" prst="downArrow">
            <a:avLst/>
          </a:prstGeom>
          <a:solidFill xmlns:a="http://schemas.openxmlformats.org/drawingml/2006/main">
            <a:srgbClr val="6B7791"/>
          </a:solidFill>
          <a:ln xmlns:a="http://schemas.openxmlformats.org/drawingml/2006/main" w="0">
            <a:noFill/>
            <a:prstDash val="solid"/>
          </a:ln>
        </p:spPr>
      </p:sp>
      <p:sp>
        <p:nvSpPr>
          <p:cNvPr id="26" name="ranked-results">
            <a:extLst xmlns:a="http://schemas.openxmlformats.org/drawingml/2006/main">
              <a:ext uri="{FF2B5EF4-FFF2-40B4-BE49-F238E27FC236}">
                <a16:creationId xmlns:a16="http://schemas.microsoft.com/office/drawing/2014/main" id="{2577A2E9-928B-480E-99E3-D484C40D1CED}"/>
              </a:ext>
            </a:extLst>
          </p:cNvPr>
          <p:cNvSpPr>
            <a:spLocks xmlns:a="http://schemas.openxmlformats.org/drawingml/2006/main" noGrp="1"/>
          </p:cNvSpPr>
          <p:nvPr/>
        </p:nvSpPr>
        <p:spPr>
          <a:xfrm xmlns:a="http://schemas.openxmlformats.org/drawingml/2006/main">
            <a:off x="1143000" y="5638800"/>
            <a:ext cx="9906000" cy="781050"/>
          </a:xfrm>
          <a:prstGeom xmlns:a="http://schemas.openxmlformats.org/drawingml/2006/main" prst="roundRect">
            <a:avLst>
              <a:gd name="adj" fmla="val 14634"/>
            </a:avLst>
          </a:prstGeom>
          <a:solidFill xmlns:a="http://schemas.openxmlformats.org/drawingml/2006/main">
            <a:srgbClr val="EEFCF3"/>
          </a:solidFill>
          <a:ln xmlns:a="http://schemas.openxmlformats.org/drawingml/2006/main" w="13335">
            <a:solidFill>
              <a:srgbClr val="2D9E67"/>
            </a:solidFill>
            <a:prstDash val="solid"/>
          </a:ln>
        </p:spPr>
      </p:sp>
      <p:sp>
        <p:nvSpPr>
          <p:cNvPr id="27" name="results-title">
            <a:extLst xmlns:a="http://schemas.openxmlformats.org/drawingml/2006/main">
              <a:ext uri="{FF2B5EF4-FFF2-40B4-BE49-F238E27FC236}">
                <a16:creationId xmlns:a16="http://schemas.microsoft.com/office/drawing/2014/main" id="{AA02FB55-87A8-433C-8E8F-2D35738E75FA}"/>
              </a:ext>
            </a:extLst>
          </p:cNvPr>
          <p:cNvSpPr>
            <a:spLocks xmlns:a="http://schemas.openxmlformats.org/drawingml/2006/main" noGrp="1"/>
          </p:cNvSpPr>
          <p:nvPr/>
        </p:nvSpPr>
        <p:spPr>
          <a:xfrm xmlns:a="http://schemas.openxmlformats.org/drawingml/2006/main">
            <a:off x="1390650" y="5772150"/>
            <a:ext cx="923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b="1">
                <a:solidFill>
                  <a:srgbClr val="172033"/>
                </a:solidFill>
              </a:defRPr>
            </a:defPPr>
            <a:lvl1pPr algn="l">
              <a:buNone/>
              <a:defRPr sz="1350" b="1">
                <a:solidFill>
                  <a:srgbClr val="172033"/>
                </a:solidFill>
              </a:defRPr>
            </a:lvl1pPr>
            <a:lvl2pPr algn="l">
              <a:buNone/>
              <a:defRPr sz="1350" b="1">
                <a:solidFill>
                  <a:srgbClr val="172033"/>
                </a:solidFill>
              </a:defRPr>
            </a:lvl2pPr>
            <a:lvl3pPr algn="l">
              <a:buNone/>
              <a:defRPr sz="1350" b="1">
                <a:solidFill>
                  <a:srgbClr val="172033"/>
                </a:solidFill>
              </a:defRPr>
            </a:lvl3pPr>
            <a:lvl4pPr algn="l">
              <a:buNone/>
              <a:defRPr sz="1350" b="1">
                <a:solidFill>
                  <a:srgbClr val="172033"/>
                </a:solidFill>
              </a:defRPr>
            </a:lvl4pPr>
            <a:lvl5pPr algn="l">
              <a:buNone/>
              <a:defRPr sz="1350" b="1">
                <a:solidFill>
                  <a:srgbClr val="172033"/>
                </a:solidFill>
              </a:defRPr>
            </a:lvl5pPr>
            <a:lvl6pPr algn="l">
              <a:buNone/>
              <a:defRPr sz="1350" b="1">
                <a:solidFill>
                  <a:srgbClr val="172033"/>
                </a:solidFill>
              </a:defRPr>
            </a:lvl6pPr>
            <a:lvl7pPr algn="l">
              <a:buNone/>
              <a:defRPr sz="1350" b="1">
                <a:solidFill>
                  <a:srgbClr val="172033"/>
                </a:solidFill>
              </a:defRPr>
            </a:lvl7pPr>
            <a:lvl8pPr algn="l">
              <a:buNone/>
              <a:defRPr sz="1350" b="1">
                <a:solidFill>
                  <a:srgbClr val="172033"/>
                </a:solidFill>
              </a:defRPr>
            </a:lvl8pPr>
            <a:lvl9pPr algn="l">
              <a:buNone/>
              <a:defRPr sz="1350" b="1">
                <a:solidFill>
                  <a:srgbClr val="172033"/>
                </a:solidFill>
              </a:defRPr>
            </a:lvl9pPr>
          </a:lstStyle>
          <a:p xmlns:a="http://schemas.openxmlformats.org/drawingml/2006/main">
            <a:pPr algn="l">
              <a:buNone/>
              <a:defRPr sz="1350" b="1">
                <a:solidFill>
                  <a:srgbClr val="172033"/>
                </a:solidFill>
              </a:defRPr>
            </a:pPr>
            <a:r>
              <a:rPr sz="1350" b="1">
                <a:solidFill>
                  <a:srgbClr val="172033"/>
                </a:solidFill>
              </a:rPr>
              <a:t>5  Ranked lexical matches</a:t>
            </a:r>
          </a:p>
        </p:txBody>
      </p:sp>
      <p:sp>
        <p:nvSpPr>
          <p:cNvPr id="28" name="results-body">
            <a:extLst xmlns:a="http://schemas.openxmlformats.org/drawingml/2006/main">
              <a:ext uri="{FF2B5EF4-FFF2-40B4-BE49-F238E27FC236}">
                <a16:creationId xmlns:a16="http://schemas.microsoft.com/office/drawing/2014/main" id="{18EB2335-479C-49F1-BC05-E2EB1F75E3A1}"/>
              </a:ext>
            </a:extLst>
          </p:cNvPr>
          <p:cNvSpPr>
            <a:spLocks xmlns:a="http://schemas.openxmlformats.org/drawingml/2006/main" noGrp="1"/>
          </p:cNvSpPr>
          <p:nvPr/>
        </p:nvSpPr>
        <p:spPr>
          <a:xfrm xmlns:a="http://schemas.openxmlformats.org/drawingml/2006/main">
            <a:off x="1390650" y="6096000"/>
            <a:ext cx="923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0">
                <a:solidFill>
                  <a:srgbClr val="3D4C65"/>
                </a:solidFill>
              </a:defRPr>
            </a:defPPr>
            <a:lvl1pPr algn="l">
              <a:buNone/>
              <a:defRPr sz="1050" b="0">
                <a:solidFill>
                  <a:srgbClr val="3D4C65"/>
                </a:solidFill>
              </a:defRPr>
            </a:lvl1pPr>
            <a:lvl2pPr algn="l">
              <a:buNone/>
              <a:defRPr sz="1050" b="0">
                <a:solidFill>
                  <a:srgbClr val="3D4C65"/>
                </a:solidFill>
              </a:defRPr>
            </a:lvl2pPr>
            <a:lvl3pPr algn="l">
              <a:buNone/>
              <a:defRPr sz="1050" b="0">
                <a:solidFill>
                  <a:srgbClr val="3D4C65"/>
                </a:solidFill>
              </a:defRPr>
            </a:lvl3pPr>
            <a:lvl4pPr algn="l">
              <a:buNone/>
              <a:defRPr sz="1050" b="0">
                <a:solidFill>
                  <a:srgbClr val="3D4C65"/>
                </a:solidFill>
              </a:defRPr>
            </a:lvl4pPr>
            <a:lvl5pPr algn="l">
              <a:buNone/>
              <a:defRPr sz="1050" b="0">
                <a:solidFill>
                  <a:srgbClr val="3D4C65"/>
                </a:solidFill>
              </a:defRPr>
            </a:lvl5pPr>
            <a:lvl6pPr algn="l">
              <a:buNone/>
              <a:defRPr sz="1050" b="0">
                <a:solidFill>
                  <a:srgbClr val="3D4C65"/>
                </a:solidFill>
              </a:defRPr>
            </a:lvl6pPr>
            <a:lvl7pPr algn="l">
              <a:buNone/>
              <a:defRPr sz="1050" b="0">
                <a:solidFill>
                  <a:srgbClr val="3D4C65"/>
                </a:solidFill>
              </a:defRPr>
            </a:lvl7pPr>
            <a:lvl8pPr algn="l">
              <a:buNone/>
              <a:defRPr sz="1050" b="0">
                <a:solidFill>
                  <a:srgbClr val="3D4C65"/>
                </a:solidFill>
              </a:defRPr>
            </a:lvl8pPr>
            <a:lvl9pPr algn="l">
              <a:buNone/>
              <a:defRPr sz="1050" b="0">
                <a:solidFill>
                  <a:srgbClr val="3D4C65"/>
                </a:solidFill>
              </a:defRPr>
            </a:lvl9pPr>
          </a:lstStyle>
          <a:p xmlns:a="http://schemas.openxmlformats.org/drawingml/2006/main">
            <a:pPr algn="l">
              <a:buNone/>
              <a:defRPr sz="1050" b="0">
                <a:solidFill>
                  <a:srgbClr val="3D4C65"/>
                </a:solidFill>
              </a:defRPr>
            </a:pPr>
            <a:r>
              <a:rPr sz="1050" b="0">
                <a:solidFill>
                  <a:srgbClr val="3D4C65"/>
                </a:solidFill>
              </a:rPr>
              <a:t>Rows with the highest BM25 scores rank first. Zero shared terms produce score 0 and should display “No lexical match.”</a:t>
            </a:r>
          </a:p>
        </p:txBody>
      </p:sp>
      <p:sp>
        <p:nvSpPr>
          <p:cNvPr id="29" name="implementation-source">
            <a:extLst xmlns:a="http://schemas.openxmlformats.org/drawingml/2006/main">
              <a:ext uri="{FF2B5EF4-FFF2-40B4-BE49-F238E27FC236}">
                <a16:creationId xmlns:a16="http://schemas.microsoft.com/office/drawing/2014/main" id="{2EA4F17E-F6B3-4802-B9F2-1FC2D41B73A9}"/>
              </a:ext>
            </a:extLst>
          </p:cNvPr>
          <p:cNvSpPr>
            <a:spLocks xmlns:a="http://schemas.openxmlformats.org/drawingml/2006/main" noGrp="1"/>
          </p:cNvSpPr>
          <p:nvPr/>
        </p:nvSpPr>
        <p:spPr>
          <a:xfrm xmlns:a="http://schemas.openxmlformats.org/drawingml/2006/main">
            <a:off x="533400" y="6591300"/>
            <a:ext cx="11125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750" b="0">
                <a:solidFill>
                  <a:srgbClr val="65738B"/>
                </a:solidFill>
              </a:defRPr>
            </a:defPPr>
            <a:lvl1pPr algn="l">
              <a:buNone/>
              <a:defRPr sz="750" b="0">
                <a:solidFill>
                  <a:srgbClr val="65738B"/>
                </a:solidFill>
              </a:defRPr>
            </a:lvl1pPr>
            <a:lvl2pPr algn="l">
              <a:buNone/>
              <a:defRPr sz="750" b="0">
                <a:solidFill>
                  <a:srgbClr val="65738B"/>
                </a:solidFill>
              </a:defRPr>
            </a:lvl2pPr>
            <a:lvl3pPr algn="l">
              <a:buNone/>
              <a:defRPr sz="750" b="0">
                <a:solidFill>
                  <a:srgbClr val="65738B"/>
                </a:solidFill>
              </a:defRPr>
            </a:lvl3pPr>
            <a:lvl4pPr algn="l">
              <a:buNone/>
              <a:defRPr sz="750" b="0">
                <a:solidFill>
                  <a:srgbClr val="65738B"/>
                </a:solidFill>
              </a:defRPr>
            </a:lvl4pPr>
            <a:lvl5pPr algn="l">
              <a:buNone/>
              <a:defRPr sz="750" b="0">
                <a:solidFill>
                  <a:srgbClr val="65738B"/>
                </a:solidFill>
              </a:defRPr>
            </a:lvl5pPr>
            <a:lvl6pPr algn="l">
              <a:buNone/>
              <a:defRPr sz="750" b="0">
                <a:solidFill>
                  <a:srgbClr val="65738B"/>
                </a:solidFill>
              </a:defRPr>
            </a:lvl6pPr>
            <a:lvl7pPr algn="l">
              <a:buNone/>
              <a:defRPr sz="750" b="0">
                <a:solidFill>
                  <a:srgbClr val="65738B"/>
                </a:solidFill>
              </a:defRPr>
            </a:lvl7pPr>
            <a:lvl8pPr algn="l">
              <a:buNone/>
              <a:defRPr sz="750" b="0">
                <a:solidFill>
                  <a:srgbClr val="65738B"/>
                </a:solidFill>
              </a:defRPr>
            </a:lvl8pPr>
            <a:lvl9pPr algn="l">
              <a:buNone/>
              <a:defRPr sz="750" b="0">
                <a:solidFill>
                  <a:srgbClr val="65738B"/>
                </a:solidFill>
              </a:defRPr>
            </a:lvl9pPr>
          </a:lstStyle>
          <a:p xmlns:a="http://schemas.openxmlformats.org/drawingml/2006/main">
            <a:pPr algn="l">
              <a:buNone/>
              <a:defRPr sz="750" b="0">
                <a:solidFill>
                  <a:srgbClr val="65738B"/>
                </a:solidFill>
              </a:defRPr>
            </a:pPr>
            <a:r>
              <a:rPr sz="750" b="0">
                <a:solidFill>
                  <a:srgbClr val="65738B"/>
                </a:solidFill>
              </a:rPr>
              <a:t>Implementation source: context_assembly_benchmarks/table_rag.py · lexical_tokens() and bm25_scores()</a:t>
            </a:r>
          </a:p>
        </p:txBody>
      </p:sp>
    </p:spTree>
    <p:extLst>
      <p:ext uri="{BB962C8B-B14F-4D97-AF65-F5344CB8AC3E}">
        <p14:creationId xmlns:p14="http://schemas.microsoft.com/office/powerpoint/2010/main" val="62175121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8" name="Google Shape;158;p10">
            <a:extLst xmlns:a="http://schemas.openxmlformats.org/drawingml/2006/main">
              <a:ext uri="{FF2B5EF4-FFF2-40B4-BE49-F238E27FC236}">
                <a16:creationId xmlns:a16="http://schemas.microsoft.com/office/drawing/2014/main" id="{2ABAA959-4774-4638-A6EE-B0BED30F0959}"/>
              </a:ext>
            </a:extLst>
          </p:cNvPr>
          <p:cNvSpPr>
            <a:spLocks xmlns:a="http://schemas.openxmlformats.org/drawingml/2006/main" noGrp="1"/>
          </p:cNvSpPr>
          <p:nvPr/>
        </p:nvSpPr>
        <p:spPr>
          <a:xfrm xmlns:a="http://schemas.openxmlformats.org/drawingml/2006/main">
            <a:off x="508000" y="279400"/>
            <a:ext cx="8763000" cy="43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400"/>
              <a:buFont typeface="Arial"/>
              <a:buNone/>
            </a:pPr>
            <a:r>
              <a:rPr sz="2400" b="1" i="0" u="none" strike="noStrike" cap="none">
                <a:solidFill>
                  <a:srgbClr val="14171F"/>
                </a:solidFill>
                <a:latin typeface="Arial"/>
                <a:ea typeface="Arial"/>
                <a:cs typeface="Arial"/>
              </a:rPr>
              <a:t>Match the tokenizer to the embedding checkpoint</a:t>
            </a:r>
            <a:endParaRPr sz="2400" b="1" i="0" u="none" strike="noStrike" cap="none">
              <a:solidFill>
                <a:srgbClr val="14171F"/>
              </a:solidFill>
              <a:latin typeface="Arial"/>
              <a:ea typeface="Arial"/>
              <a:cs typeface="Arial"/>
            </a:endParaRPr>
          </a:p>
        </p:txBody>
      </p:sp>
      <p:sp>
        <p:nvSpPr>
          <p:cNvPr id="159" name="Google Shape;159;p10">
            <a:extLst xmlns:a="http://schemas.openxmlformats.org/drawingml/2006/main">
              <a:ext uri="{FF2B5EF4-FFF2-40B4-BE49-F238E27FC236}">
                <a16:creationId xmlns:a16="http://schemas.microsoft.com/office/drawing/2014/main" id="{5DB3B947-41FF-4318-B105-1110B0AC0B10}"/>
              </a:ext>
            </a:extLst>
          </p:cNvPr>
          <p:cNvSpPr>
            <a:spLocks xmlns:a="http://schemas.openxmlformats.org/drawingml/2006/main" noGrp="1"/>
          </p:cNvSpPr>
          <p:nvPr/>
        </p:nvSpPr>
        <p:spPr>
          <a:xfrm xmlns:a="http://schemas.openxmlformats.org/drawingml/2006/main">
            <a:off x="508000" y="762000"/>
            <a:ext cx="9906000" cy="2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575E6E"/>
                </a:solidFill>
                <a:latin typeface="Arial"/>
                <a:ea typeface="Arial"/>
                <a:cs typeface="Arial"/>
              </a:rPr>
              <a:t>One model ID must govern subword segmentation, pooling, projection, and vector size.</a:t>
            </a:r>
            <a:endParaRPr sz="1200" b="0" i="0" u="none" strike="noStrike" cap="none">
              <a:solidFill>
                <a:srgbClr val="575E6E"/>
              </a:solidFill>
              <a:latin typeface="Arial"/>
              <a:ea typeface="Arial"/>
              <a:cs typeface="Arial"/>
            </a:endParaRPr>
          </a:p>
        </p:txBody>
      </p:sp>
      <p:sp>
        <p:nvSpPr>
          <p:cNvPr id="160" name="Google Shape;160;p10">
            <a:extLst xmlns:a="http://schemas.openxmlformats.org/drawingml/2006/main">
              <a:ext uri="{FF2B5EF4-FFF2-40B4-BE49-F238E27FC236}">
                <a16:creationId xmlns:a16="http://schemas.microsoft.com/office/drawing/2014/main" id="{6DAC0157-40A7-4AFA-A9DB-3E3B2F26002E}"/>
              </a:ext>
            </a:extLst>
          </p:cNvPr>
          <p:cNvSpPr>
            <a:spLocks xmlns:a="http://schemas.openxmlformats.org/drawingml/2006/main" noGrp="1"/>
          </p:cNvSpPr>
          <p:nvPr/>
        </p:nvSpPr>
        <p:spPr>
          <a:xfrm xmlns:a="http://schemas.openxmlformats.org/drawingml/2006/main">
            <a:off x="9588500" y="266700"/>
            <a:ext cx="2095500" cy="381000"/>
          </a:xfrm>
          <a:prstGeom xmlns:a="http://schemas.openxmlformats.org/drawingml/2006/main" prst="roundRect">
            <a:avLst>
              <a:gd name="adj" fmla="val 16667"/>
            </a:avLst>
          </a:prstGeom>
          <a:solidFill xmlns:a="http://schemas.openxmlformats.org/drawingml/2006/main">
            <a:srgbClr val="F0EBFC"/>
          </a:solidFill>
          <a:ln xmlns:a="http://schemas.openxmlformats.org/drawingml/2006/main" w="12700" cap="flat" cmpd="sng">
            <a:solidFill>
              <a:srgbClr val="7854B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1" name="Google Shape;161;p10">
            <a:extLst xmlns:a="http://schemas.openxmlformats.org/drawingml/2006/main">
              <a:ext uri="{FF2B5EF4-FFF2-40B4-BE49-F238E27FC236}">
                <a16:creationId xmlns:a16="http://schemas.microsoft.com/office/drawing/2014/main" id="{0935614F-BA97-49FE-BF7A-5D030BABE94F}"/>
              </a:ext>
            </a:extLst>
          </p:cNvPr>
          <p:cNvSpPr>
            <a:spLocks xmlns:a="http://schemas.openxmlformats.org/drawingml/2006/main" noGrp="1"/>
          </p:cNvSpPr>
          <p:nvPr/>
        </p:nvSpPr>
        <p:spPr>
          <a:xfrm xmlns:a="http://schemas.openxmlformats.org/drawingml/2006/main">
            <a:off x="9690100" y="355600"/>
            <a:ext cx="1892400" cy="20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1" i="0" u="none" strike="noStrike" cap="none">
                <a:solidFill>
                  <a:srgbClr val="4A2E80"/>
                </a:solidFill>
                <a:latin typeface="Arial"/>
                <a:ea typeface="Arial"/>
                <a:cs typeface="Arial"/>
              </a:rPr>
              <a:t>EmbeddingGemma · 768D</a:t>
            </a:r>
            <a:endParaRPr sz="1100" b="1" i="0" u="none" strike="noStrike" cap="none">
              <a:solidFill>
                <a:srgbClr val="4A2E80"/>
              </a:solidFill>
              <a:latin typeface="Arial"/>
              <a:ea typeface="Arial"/>
              <a:cs typeface="Arial"/>
            </a:endParaRPr>
          </a:p>
        </p:txBody>
      </p:sp>
      <p:sp>
        <p:nvSpPr>
          <p:cNvPr id="162" name="Google Shape;162;p10">
            <a:extLst xmlns:a="http://schemas.openxmlformats.org/drawingml/2006/main">
              <a:ext uri="{FF2B5EF4-FFF2-40B4-BE49-F238E27FC236}">
                <a16:creationId xmlns:a16="http://schemas.microsoft.com/office/drawing/2014/main" id="{FCF22A87-3455-4DE8-8DCE-919AE970863E}"/>
              </a:ext>
            </a:extLst>
          </p:cNvPr>
          <p:cNvSpPr>
            <a:spLocks xmlns:a="http://schemas.openxmlformats.org/drawingml/2006/main" noGrp="1"/>
          </p:cNvSpPr>
          <p:nvPr/>
        </p:nvSpPr>
        <p:spPr>
          <a:xfrm xmlns:a="http://schemas.openxmlformats.org/drawingml/2006/main">
            <a:off x="508000" y="1244600"/>
            <a:ext cx="5397600" cy="3098700"/>
          </a:xfrm>
          <a:prstGeom xmlns:a="http://schemas.openxmlformats.org/drawingml/2006/main" prst="roundRect">
            <a:avLst>
              <a:gd name="adj" fmla="val 16667"/>
            </a:avLst>
          </a:prstGeom>
          <a:solidFill xmlns:a="http://schemas.openxmlformats.org/drawingml/2006/main">
            <a:srgbClr val="F9FAFC"/>
          </a:solidFill>
          <a:ln xmlns:a="http://schemas.openxmlformats.org/drawingml/2006/main" w="12700" cap="flat" cmpd="sng">
            <a:solidFill>
              <a:srgbClr val="BDC7D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3" name="Google Shape;163;p10">
            <a:extLst xmlns:a="http://schemas.openxmlformats.org/drawingml/2006/main">
              <a:ext uri="{FF2B5EF4-FFF2-40B4-BE49-F238E27FC236}">
                <a16:creationId xmlns:a16="http://schemas.microsoft.com/office/drawing/2014/main" id="{EAF157AD-6A39-432F-96CD-4B70622602BD}"/>
              </a:ext>
            </a:extLst>
          </p:cNvPr>
          <p:cNvSpPr>
            <a:spLocks xmlns:a="http://schemas.openxmlformats.org/drawingml/2006/main" noGrp="1"/>
          </p:cNvSpPr>
          <p:nvPr/>
        </p:nvSpPr>
        <p:spPr>
          <a:xfrm xmlns:a="http://schemas.openxmlformats.org/drawingml/2006/main">
            <a:off x="508000" y="1244600"/>
            <a:ext cx="5397600" cy="431700"/>
          </a:xfrm>
          <a:prstGeom xmlns:a="http://schemas.openxmlformats.org/drawingml/2006/main" prst="rect">
            <a:avLst/>
          </a:prstGeom>
          <a:solidFill xmlns:a="http://schemas.openxmlformats.org/drawingml/2006/main">
            <a:srgbClr val="E5F0FC"/>
          </a:solidFill>
          <a:ln xmlns:a="http://schemas.openxmlformats.org/drawingml/2006/main" w="12700" cap="flat" cmpd="sng">
            <a:solidFill>
              <a:srgbClr val="6E99D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4" name="Google Shape;164;p10">
            <a:extLst xmlns:a="http://schemas.openxmlformats.org/drawingml/2006/main">
              <a:ext uri="{FF2B5EF4-FFF2-40B4-BE49-F238E27FC236}">
                <a16:creationId xmlns:a16="http://schemas.microsoft.com/office/drawing/2014/main" id="{95D06B7D-B2D0-4808-8377-7F53A91A4149}"/>
              </a:ext>
            </a:extLst>
          </p:cNvPr>
          <p:cNvSpPr>
            <a:spLocks xmlns:a="http://schemas.openxmlformats.org/drawingml/2006/main" noGrp="1"/>
          </p:cNvSpPr>
          <p:nvPr/>
        </p:nvSpPr>
        <p:spPr>
          <a:xfrm xmlns:a="http://schemas.openxmlformats.org/drawingml/2006/main">
            <a:off x="685800" y="1358900"/>
            <a:ext cx="495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1A4075"/>
                </a:solidFill>
                <a:latin typeface="Arial"/>
                <a:ea typeface="Arial"/>
                <a:cs typeface="Arial"/>
              </a:rPr>
              <a:t>1  Pair AutoTokenizer with the exact checkpoint</a:t>
            </a:r>
            <a:endParaRPr sz="1400" b="1" i="0" u="none" strike="noStrike" cap="none">
              <a:solidFill>
                <a:srgbClr val="1A4075"/>
              </a:solidFill>
              <a:latin typeface="Arial"/>
              <a:ea typeface="Arial"/>
              <a:cs typeface="Arial"/>
            </a:endParaRPr>
          </a:p>
        </p:txBody>
      </p:sp>
      <p:sp>
        <p:nvSpPr>
          <p:cNvPr id="165" name="Google Shape;165;p10">
            <a:extLst xmlns:a="http://schemas.openxmlformats.org/drawingml/2006/main">
              <a:ext uri="{FF2B5EF4-FFF2-40B4-BE49-F238E27FC236}">
                <a16:creationId xmlns:a16="http://schemas.microsoft.com/office/drawing/2014/main" id="{5BF4C55F-19F1-4DD5-B6DF-CEC176CFAC19}"/>
              </a:ext>
            </a:extLst>
          </p:cNvPr>
          <p:cNvSpPr>
            <a:spLocks xmlns:a="http://schemas.openxmlformats.org/drawingml/2006/main" noGrp="1"/>
          </p:cNvSpPr>
          <p:nvPr/>
        </p:nvSpPr>
        <p:spPr>
          <a:xfrm xmlns:a="http://schemas.openxmlformats.org/drawingml/2006/main">
            <a:off x="723900" y="1841500"/>
            <a:ext cx="4978500" cy="196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MODEL_ID = "google/embeddinggemma-300m"</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from transformers import AutoTokenizer</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tokenizer = AutoTokenizer.from_pretrained(</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MODEL_ID,</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use_fast=True,</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ids = tokenizer(</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"Preferred: Treanda J9033",</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truncation=True,</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max_length=2048,</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)["input_ids"]</a:t>
            </a:r>
            <a:endParaRPr sz="950" b="0" i="0" u="none" strike="noStrike" cap="none">
              <a:solidFill>
                <a:srgbClr val="1F242E"/>
              </a:solidFill>
              <a:latin typeface="Roboto Mono"/>
              <a:ea typeface="Roboto Mono"/>
              <a:cs typeface="Roboto Mono"/>
            </a:endParaRPr>
          </a:p>
        </p:txBody>
      </p:sp>
      <p:sp>
        <p:nvSpPr>
          <p:cNvPr id="166" name="Google Shape;166;p10">
            <a:extLst xmlns:a="http://schemas.openxmlformats.org/drawingml/2006/main">
              <a:ext uri="{FF2B5EF4-FFF2-40B4-BE49-F238E27FC236}">
                <a16:creationId xmlns:a16="http://schemas.microsoft.com/office/drawing/2014/main" id="{0E9EA4BA-2E0E-4D94-A33D-7097BD89B523}"/>
              </a:ext>
            </a:extLst>
          </p:cNvPr>
          <p:cNvSpPr>
            <a:spLocks xmlns:a="http://schemas.openxmlformats.org/drawingml/2006/main" noGrp="1"/>
          </p:cNvSpPr>
          <p:nvPr/>
        </p:nvSpPr>
        <p:spPr>
          <a:xfrm xmlns:a="http://schemas.openxmlformats.org/drawingml/2006/main">
            <a:off x="723900" y="3924300"/>
            <a:ext cx="4978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50"/>
              <a:buFont typeface="Arial"/>
              <a:buNone/>
            </a:pPr>
            <a:r>
              <a:rPr sz="1150" b="1" i="0" u="none" strike="noStrike" cap="none">
                <a:solidFill>
                  <a:srgbClr val="2E5C94"/>
                </a:solidFill>
                <a:latin typeface="Arial"/>
                <a:ea typeface="Arial"/>
                <a:cs typeface="Arial"/>
              </a:rPr>
              <a:t>Vocabulary + SentencePiece rules come from MODEL_ID.</a:t>
            </a:r>
            <a:endParaRPr sz="1150" b="1" i="0" u="none" strike="noStrike" cap="none">
              <a:solidFill>
                <a:srgbClr val="2E5C94"/>
              </a:solidFill>
              <a:latin typeface="Arial"/>
              <a:ea typeface="Arial"/>
              <a:cs typeface="Arial"/>
            </a:endParaRPr>
          </a:p>
        </p:txBody>
      </p:sp>
      <p:sp>
        <p:nvSpPr>
          <p:cNvPr id="167" name="Google Shape;167;p10">
            <a:extLst xmlns:a="http://schemas.openxmlformats.org/drawingml/2006/main">
              <a:ext uri="{FF2B5EF4-FFF2-40B4-BE49-F238E27FC236}">
                <a16:creationId xmlns:a16="http://schemas.microsoft.com/office/drawing/2014/main" id="{FAB0E255-A7EE-46F0-B01E-65B8FF5702F8}"/>
              </a:ext>
            </a:extLst>
          </p:cNvPr>
          <p:cNvSpPr>
            <a:spLocks xmlns:a="http://schemas.openxmlformats.org/drawingml/2006/main" noGrp="1"/>
          </p:cNvSpPr>
          <p:nvPr/>
        </p:nvSpPr>
        <p:spPr>
          <a:xfrm xmlns:a="http://schemas.openxmlformats.org/drawingml/2006/main">
            <a:off x="6286500" y="1244600"/>
            <a:ext cx="5397600" cy="3098700"/>
          </a:xfrm>
          <a:prstGeom xmlns:a="http://schemas.openxmlformats.org/drawingml/2006/main" prst="roundRect">
            <a:avLst>
              <a:gd name="adj" fmla="val 16667"/>
            </a:avLst>
          </a:prstGeom>
          <a:solidFill xmlns:a="http://schemas.openxmlformats.org/drawingml/2006/main">
            <a:srgbClr val="FAFBF9"/>
          </a:solidFill>
          <a:ln xmlns:a="http://schemas.openxmlformats.org/drawingml/2006/main" w="12700" cap="flat" cmpd="sng">
            <a:solidFill>
              <a:srgbClr val="BAD4B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8" name="Google Shape;168;p10">
            <a:extLst xmlns:a="http://schemas.openxmlformats.org/drawingml/2006/main">
              <a:ext uri="{FF2B5EF4-FFF2-40B4-BE49-F238E27FC236}">
                <a16:creationId xmlns:a16="http://schemas.microsoft.com/office/drawing/2014/main" id="{75C44705-8CA7-4B80-9B74-B6E9DF68243F}"/>
              </a:ext>
            </a:extLst>
          </p:cNvPr>
          <p:cNvSpPr>
            <a:spLocks xmlns:a="http://schemas.openxmlformats.org/drawingml/2006/main" noGrp="1"/>
          </p:cNvSpPr>
          <p:nvPr/>
        </p:nvSpPr>
        <p:spPr>
          <a:xfrm xmlns:a="http://schemas.openxmlformats.org/drawingml/2006/main">
            <a:off x="6286500" y="1244600"/>
            <a:ext cx="5397600" cy="431700"/>
          </a:xfrm>
          <a:prstGeom xmlns:a="http://schemas.openxmlformats.org/drawingml/2006/main" prst="rect">
            <a:avLst/>
          </a:prstGeom>
          <a:solidFill xmlns:a="http://schemas.openxmlformats.org/drawingml/2006/main">
            <a:srgbClr val="E5F7E8"/>
          </a:solidFill>
          <a:ln xmlns:a="http://schemas.openxmlformats.org/drawingml/2006/main" w="12700" cap="flat" cmpd="sng">
            <a:solidFill>
              <a:srgbClr val="5EA86E"/>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69" name="Google Shape;169;p10">
            <a:extLst xmlns:a="http://schemas.openxmlformats.org/drawingml/2006/main">
              <a:ext uri="{FF2B5EF4-FFF2-40B4-BE49-F238E27FC236}">
                <a16:creationId xmlns:a16="http://schemas.microsoft.com/office/drawing/2014/main" id="{C7021577-E142-4833-B163-BCB9A05A33A2}"/>
              </a:ext>
            </a:extLst>
          </p:cNvPr>
          <p:cNvSpPr>
            <a:spLocks xmlns:a="http://schemas.openxmlformats.org/drawingml/2006/main" noGrp="1"/>
          </p:cNvSpPr>
          <p:nvPr/>
        </p:nvSpPr>
        <p:spPr>
          <a:xfrm xmlns:a="http://schemas.openxmlformats.org/drawingml/2006/main">
            <a:off x="6464300" y="1358900"/>
            <a:ext cx="4953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1A612E"/>
                </a:solidFill>
                <a:latin typeface="Arial"/>
                <a:ea typeface="Arial"/>
                <a:cs typeface="Arial"/>
              </a:rPr>
              <a:t>2  Load the complete embedding pipeline</a:t>
            </a:r>
            <a:endParaRPr sz="1400" b="1" i="0" u="none" strike="noStrike" cap="none">
              <a:solidFill>
                <a:srgbClr val="1A612E"/>
              </a:solidFill>
              <a:latin typeface="Arial"/>
              <a:ea typeface="Arial"/>
              <a:cs typeface="Arial"/>
            </a:endParaRPr>
          </a:p>
        </p:txBody>
      </p:sp>
      <p:sp>
        <p:nvSpPr>
          <p:cNvPr id="170" name="Google Shape;170;p10">
            <a:extLst xmlns:a="http://schemas.openxmlformats.org/drawingml/2006/main">
              <a:ext uri="{FF2B5EF4-FFF2-40B4-BE49-F238E27FC236}">
                <a16:creationId xmlns:a16="http://schemas.microsoft.com/office/drawing/2014/main" id="{1D5B26B7-40CC-4522-B9CB-26B4E7CACF67}"/>
              </a:ext>
            </a:extLst>
          </p:cNvPr>
          <p:cNvSpPr>
            <a:spLocks xmlns:a="http://schemas.openxmlformats.org/drawingml/2006/main" noGrp="1"/>
          </p:cNvSpPr>
          <p:nvPr/>
        </p:nvSpPr>
        <p:spPr>
          <a:xfrm xmlns:a="http://schemas.openxmlformats.org/drawingml/2006/main">
            <a:off x="6502400" y="1841500"/>
            <a:ext cx="4978500" cy="196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from sentence_transformers import SentenceTransformer</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embedder = SentenceTransformer(</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MODEL_ID,</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    truncate_dim=768,</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q = embedder.encode_query(question)</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docs = embedder.encode_document(chunks)</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scores = embedder.similarity(q, docs)</a:t>
            </a:r>
            <a:endParaRPr sz="950" b="0" i="0" u="none" strike="noStrike" cap="none">
              <a:solidFill>
                <a:srgbClr val="1F242E"/>
              </a:solidFill>
              <a:latin typeface="Roboto Mono"/>
              <a:ea typeface="Roboto Mono"/>
              <a:cs typeface="Roboto Mono"/>
            </a:endParaRPr>
          </a:p>
          <a:p xmlns:a="http://schemas.openxmlformats.org/drawingml/2006/main">
            <a:pPr marL="0" marR="0" lvl="0" indent="0" algn="l">
              <a:lnSpc>
                <a:spcPct val="100000"/>
              </a:lnSpc>
              <a:spcBef>
                <a:spcPts val="0"/>
              </a:spcBef>
              <a:spcAft>
                <a:spcPts val="0"/>
              </a:spcAft>
              <a:buClr>
                <a:srgbClr val="000000"/>
              </a:buClr>
              <a:buSzPts val="950"/>
              <a:buFont typeface="Arial"/>
              <a:buNone/>
            </a:pPr>
            <a:r>
              <a:rPr sz="950" b="0" i="0" u="none" strike="noStrike" cap="none">
                <a:solidFill>
                  <a:srgbClr val="1F242E"/>
                </a:solidFill>
                <a:latin typeface="Roboto Mono"/>
                <a:ea typeface="Roboto Mono"/>
                <a:cs typeface="Roboto Mono"/>
              </a:rPr>
              <a:t>print(q.shape)               # (768,)</a:t>
            </a:r>
            <a:endParaRPr sz="950" b="0" i="0" u="none" strike="noStrike" cap="none">
              <a:solidFill>
                <a:srgbClr val="1F242E"/>
              </a:solidFill>
              <a:latin typeface="Roboto Mono"/>
              <a:ea typeface="Roboto Mono"/>
              <a:cs typeface="Roboto Mono"/>
            </a:endParaRPr>
          </a:p>
        </p:txBody>
      </p:sp>
      <p:sp>
        <p:nvSpPr>
          <p:cNvPr id="171" name="Google Shape;171;p10">
            <a:extLst xmlns:a="http://schemas.openxmlformats.org/drawingml/2006/main">
              <a:ext uri="{FF2B5EF4-FFF2-40B4-BE49-F238E27FC236}">
                <a16:creationId xmlns:a16="http://schemas.microsoft.com/office/drawing/2014/main" id="{B0189C19-34DE-4164-9ACB-9369AA419ADF}"/>
              </a:ext>
            </a:extLst>
          </p:cNvPr>
          <p:cNvSpPr>
            <a:spLocks xmlns:a="http://schemas.openxmlformats.org/drawingml/2006/main" noGrp="1"/>
          </p:cNvSpPr>
          <p:nvPr/>
        </p:nvSpPr>
        <p:spPr>
          <a:xfrm xmlns:a="http://schemas.openxmlformats.org/drawingml/2006/main">
            <a:off x="6502400" y="3924300"/>
            <a:ext cx="4978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50"/>
              <a:buFont typeface="Arial"/>
              <a:buNone/>
            </a:pPr>
            <a:r>
              <a:rPr sz="1150" b="1" i="0" u="none" strike="noStrike" cap="none">
                <a:solidFill>
                  <a:srgbClr val="296E38"/>
                </a:solidFill>
                <a:latin typeface="Arial"/>
                <a:ea typeface="Arial"/>
                <a:cs typeface="Arial"/>
              </a:rPr>
              <a:t>Includes mean pooling → dense layers → L2 normalization.</a:t>
            </a:r>
            <a:endParaRPr sz="1150" b="1" i="0" u="none" strike="noStrike" cap="none">
              <a:solidFill>
                <a:srgbClr val="296E38"/>
              </a:solidFill>
              <a:latin typeface="Arial"/>
              <a:ea typeface="Arial"/>
              <a:cs typeface="Arial"/>
            </a:endParaRPr>
          </a:p>
        </p:txBody>
      </p:sp>
      <p:sp>
        <p:nvSpPr>
          <p:cNvPr id="172" name="Google Shape;172;p10">
            <a:extLst xmlns:a="http://schemas.openxmlformats.org/drawingml/2006/main">
              <a:ext uri="{FF2B5EF4-FFF2-40B4-BE49-F238E27FC236}">
                <a16:creationId xmlns:a16="http://schemas.microsoft.com/office/drawing/2014/main" id="{656087BA-F663-42ED-AD8A-10A59CCA88FA}"/>
              </a:ext>
            </a:extLst>
          </p:cNvPr>
          <p:cNvSpPr>
            <a:spLocks xmlns:a="http://schemas.openxmlformats.org/drawingml/2006/main" noGrp="1"/>
          </p:cNvSpPr>
          <p:nvPr/>
        </p:nvSpPr>
        <p:spPr>
          <a:xfrm xmlns:a="http://schemas.openxmlformats.org/drawingml/2006/main">
            <a:off x="508000" y="4533900"/>
            <a:ext cx="27939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strike="noStrike" cap="none">
                <a:solidFill>
                  <a:srgbClr val="545E7A"/>
                </a:solidFill>
                <a:latin typeface="Arial"/>
                <a:ea typeface="Arial"/>
                <a:cs typeface="Arial"/>
              </a:rPr>
              <a:t>ONE MATCHED PIPELINE</a:t>
            </a:r>
            <a:endParaRPr sz="1000" b="1" i="0" u="none" strike="noStrike" cap="none">
              <a:solidFill>
                <a:srgbClr val="545E7A"/>
              </a:solidFill>
              <a:latin typeface="Arial"/>
              <a:ea typeface="Arial"/>
              <a:cs typeface="Arial"/>
            </a:endParaRPr>
          </a:p>
        </p:txBody>
      </p:sp>
      <p:sp>
        <p:nvSpPr>
          <p:cNvPr id="173" name="Google Shape;173;p10">
            <a:extLst xmlns:a="http://schemas.openxmlformats.org/drawingml/2006/main">
              <a:ext uri="{FF2B5EF4-FFF2-40B4-BE49-F238E27FC236}">
                <a16:creationId xmlns:a16="http://schemas.microsoft.com/office/drawing/2014/main" id="{55F343C6-5D6A-4559-9077-3F60554A4F04}"/>
              </a:ext>
            </a:extLst>
          </p:cNvPr>
          <p:cNvSpPr>
            <a:spLocks xmlns:a="http://schemas.openxmlformats.org/drawingml/2006/main" noGrp="1"/>
          </p:cNvSpPr>
          <p:nvPr/>
        </p:nvSpPr>
        <p:spPr>
          <a:xfrm xmlns:a="http://schemas.openxmlformats.org/drawingml/2006/main">
            <a:off x="508000" y="4787900"/>
            <a:ext cx="1841400" cy="673200"/>
          </a:xfrm>
          <a:prstGeom xmlns:a="http://schemas.openxmlformats.org/drawingml/2006/main" prst="roundRect">
            <a:avLst>
              <a:gd name="adj" fmla="val 16667"/>
            </a:avLst>
          </a:prstGeom>
          <a:solidFill xmlns:a="http://schemas.openxmlformats.org/drawingml/2006/main">
            <a:srgbClr val="F0EBFC"/>
          </a:solidFill>
          <a:ln xmlns:a="http://schemas.openxmlformats.org/drawingml/2006/main" w="12700" cap="flat" cmpd="sng">
            <a:solidFill>
              <a:srgbClr val="9EA8B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4" name="Google Shape;174;p10">
            <a:extLst xmlns:a="http://schemas.openxmlformats.org/drawingml/2006/main">
              <a:ext uri="{FF2B5EF4-FFF2-40B4-BE49-F238E27FC236}">
                <a16:creationId xmlns:a16="http://schemas.microsoft.com/office/drawing/2014/main" id="{663AEB73-900F-460C-8CF4-E85DC2D5435E}"/>
              </a:ext>
            </a:extLst>
          </p:cNvPr>
          <p:cNvSpPr>
            <a:spLocks xmlns:a="http://schemas.openxmlformats.org/drawingml/2006/main" noGrp="1"/>
          </p:cNvSpPr>
          <p:nvPr/>
        </p:nvSpPr>
        <p:spPr>
          <a:xfrm xmlns:a="http://schemas.openxmlformats.org/drawingml/2006/main">
            <a:off x="596900" y="4940300"/>
            <a:ext cx="1663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same MODEL_ID</a:t>
            </a:r>
            <a:endParaRPr sz="1150" b="1" i="0" u="none" strike="noStrike" cap="none">
              <a:solidFill>
                <a:srgbClr val="212936"/>
              </a:solidFill>
              <a:latin typeface="Arial"/>
              <a:ea typeface="Arial"/>
              <a:cs typeface="Arial"/>
            </a:endParaRPr>
          </a:p>
        </p:txBody>
      </p:sp>
      <p:sp>
        <p:nvSpPr>
          <p:cNvPr id="175" name="Google Shape;175;p10">
            <a:extLst xmlns:a="http://schemas.openxmlformats.org/drawingml/2006/main">
              <a:ext uri="{FF2B5EF4-FFF2-40B4-BE49-F238E27FC236}">
                <a16:creationId xmlns:a16="http://schemas.microsoft.com/office/drawing/2014/main" id="{16AF95BE-43E1-4E6C-B399-DEE9CDDFB4A9}"/>
              </a:ext>
            </a:extLst>
          </p:cNvPr>
          <p:cNvSpPr>
            <a:spLocks xmlns:a="http://schemas.openxmlformats.org/drawingml/2006/main" noGrp="1"/>
          </p:cNvSpPr>
          <p:nvPr/>
        </p:nvSpPr>
        <p:spPr>
          <a:xfrm xmlns:a="http://schemas.openxmlformats.org/drawingml/2006/main">
            <a:off x="2400300" y="4940300"/>
            <a:ext cx="2793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200"/>
              <a:buFont typeface="Arial"/>
              <a:buNone/>
            </a:pPr>
            <a:r>
              <a:rPr sz="2200" b="1" i="0" u="none" strike="noStrike" cap="none">
                <a:solidFill>
                  <a:srgbClr val="5E6B85"/>
                </a:solidFill>
                <a:latin typeface="Arial"/>
                <a:ea typeface="Arial"/>
                <a:cs typeface="Arial"/>
              </a:rPr>
              <a:t>→</a:t>
            </a:r>
            <a:endParaRPr sz="2200" b="1" i="0" u="none" strike="noStrike" cap="none">
              <a:solidFill>
                <a:srgbClr val="5E6B85"/>
              </a:solidFill>
              <a:latin typeface="Arial"/>
              <a:ea typeface="Arial"/>
              <a:cs typeface="Arial"/>
            </a:endParaRPr>
          </a:p>
        </p:txBody>
      </p:sp>
      <p:sp>
        <p:nvSpPr>
          <p:cNvPr id="176" name="Google Shape;176;p10">
            <a:extLst xmlns:a="http://schemas.openxmlformats.org/drawingml/2006/main">
              <a:ext uri="{FF2B5EF4-FFF2-40B4-BE49-F238E27FC236}">
                <a16:creationId xmlns:a16="http://schemas.microsoft.com/office/drawing/2014/main" id="{F8F084AE-D0AB-4D99-A943-42150754DFE2}"/>
              </a:ext>
            </a:extLst>
          </p:cNvPr>
          <p:cNvSpPr>
            <a:spLocks xmlns:a="http://schemas.openxmlformats.org/drawingml/2006/main" noGrp="1"/>
          </p:cNvSpPr>
          <p:nvPr/>
        </p:nvSpPr>
        <p:spPr>
          <a:xfrm xmlns:a="http://schemas.openxmlformats.org/drawingml/2006/main">
            <a:off x="2755900" y="4787900"/>
            <a:ext cx="1841400" cy="673200"/>
          </a:xfrm>
          <a:prstGeom xmlns:a="http://schemas.openxmlformats.org/drawingml/2006/main" prst="roundRect">
            <a:avLst>
              <a:gd name="adj" fmla="val 16667"/>
            </a:avLst>
          </a:prstGeom>
          <a:solidFill xmlns:a="http://schemas.openxmlformats.org/drawingml/2006/main">
            <a:srgbClr val="E8F2FF"/>
          </a:solidFill>
          <a:ln xmlns:a="http://schemas.openxmlformats.org/drawingml/2006/main" w="12700" cap="flat" cmpd="sng">
            <a:solidFill>
              <a:srgbClr val="9EA8B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77" name="Google Shape;177;p10">
            <a:extLst xmlns:a="http://schemas.openxmlformats.org/drawingml/2006/main">
              <a:ext uri="{FF2B5EF4-FFF2-40B4-BE49-F238E27FC236}">
                <a16:creationId xmlns:a16="http://schemas.microsoft.com/office/drawing/2014/main" id="{DAA35B7C-941A-456D-AD47-71EFF46C58E9}"/>
              </a:ext>
            </a:extLst>
          </p:cNvPr>
          <p:cNvSpPr>
            <a:spLocks xmlns:a="http://schemas.openxmlformats.org/drawingml/2006/main" noGrp="1"/>
          </p:cNvSpPr>
          <p:nvPr/>
        </p:nvSpPr>
        <p:spPr>
          <a:xfrm xmlns:a="http://schemas.openxmlformats.org/drawingml/2006/main">
            <a:off x="2844800" y="4940300"/>
            <a:ext cx="1663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subword tokenizer</a:t>
            </a:r>
            <a:endParaRPr sz="1150" b="1" i="0" u="none" strike="noStrike" cap="none">
              <a:solidFill>
                <a:srgbClr val="212936"/>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integer token IDs</a:t>
            </a:r>
            <a:endParaRPr sz="1150" b="1" i="0" u="none" strike="noStrike" cap="none">
              <a:solidFill>
                <a:srgbClr val="212936"/>
              </a:solidFill>
              <a:latin typeface="Arial"/>
              <a:ea typeface="Arial"/>
              <a:cs typeface="Arial"/>
            </a:endParaRPr>
          </a:p>
        </p:txBody>
      </p:sp>
      <p:sp>
        <p:nvSpPr>
          <p:cNvPr id="178" name="Google Shape;178;p10">
            <a:extLst xmlns:a="http://schemas.openxmlformats.org/drawingml/2006/main">
              <a:ext uri="{FF2B5EF4-FFF2-40B4-BE49-F238E27FC236}">
                <a16:creationId xmlns:a16="http://schemas.microsoft.com/office/drawing/2014/main" id="{5F9BF4E9-EE8C-402B-9010-0B81E1B057AF}"/>
              </a:ext>
            </a:extLst>
          </p:cNvPr>
          <p:cNvSpPr>
            <a:spLocks xmlns:a="http://schemas.openxmlformats.org/drawingml/2006/main" noGrp="1"/>
          </p:cNvSpPr>
          <p:nvPr/>
        </p:nvSpPr>
        <p:spPr>
          <a:xfrm xmlns:a="http://schemas.openxmlformats.org/drawingml/2006/main">
            <a:off x="4648200" y="4940300"/>
            <a:ext cx="2793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200"/>
              <a:buFont typeface="Arial"/>
              <a:buNone/>
            </a:pPr>
            <a:r>
              <a:rPr sz="2200" b="1" i="0" u="none" strike="noStrike" cap="none">
                <a:solidFill>
                  <a:srgbClr val="5E6B85"/>
                </a:solidFill>
                <a:latin typeface="Arial"/>
                <a:ea typeface="Arial"/>
                <a:cs typeface="Arial"/>
              </a:rPr>
              <a:t>→</a:t>
            </a:r>
            <a:endParaRPr sz="2200" b="1" i="0" u="none" strike="noStrike" cap="none">
              <a:solidFill>
                <a:srgbClr val="5E6B85"/>
              </a:solidFill>
              <a:latin typeface="Arial"/>
              <a:ea typeface="Arial"/>
              <a:cs typeface="Arial"/>
            </a:endParaRPr>
          </a:p>
        </p:txBody>
      </p:sp>
      <p:sp>
        <p:nvSpPr>
          <p:cNvPr id="179" name="Google Shape;179;p10">
            <a:extLst xmlns:a="http://schemas.openxmlformats.org/drawingml/2006/main">
              <a:ext uri="{FF2B5EF4-FFF2-40B4-BE49-F238E27FC236}">
                <a16:creationId xmlns:a16="http://schemas.microsoft.com/office/drawing/2014/main" id="{C825AEBD-AB04-4F24-A015-2B3269654FBF}"/>
              </a:ext>
            </a:extLst>
          </p:cNvPr>
          <p:cNvSpPr>
            <a:spLocks xmlns:a="http://schemas.openxmlformats.org/drawingml/2006/main" noGrp="1"/>
          </p:cNvSpPr>
          <p:nvPr/>
        </p:nvSpPr>
        <p:spPr>
          <a:xfrm xmlns:a="http://schemas.openxmlformats.org/drawingml/2006/main">
            <a:off x="5003800" y="4787900"/>
            <a:ext cx="1841400" cy="673200"/>
          </a:xfrm>
          <a:prstGeom xmlns:a="http://schemas.openxmlformats.org/drawingml/2006/main" prst="roundRect">
            <a:avLst>
              <a:gd name="adj" fmla="val 16667"/>
            </a:avLst>
          </a:prstGeom>
          <a:solidFill xmlns:a="http://schemas.openxmlformats.org/drawingml/2006/main">
            <a:srgbClr val="EBF5FF"/>
          </a:solidFill>
          <a:ln xmlns:a="http://schemas.openxmlformats.org/drawingml/2006/main" w="12700" cap="flat" cmpd="sng">
            <a:solidFill>
              <a:srgbClr val="9EA8B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0" name="Google Shape;180;p10">
            <a:extLst xmlns:a="http://schemas.openxmlformats.org/drawingml/2006/main">
              <a:ext uri="{FF2B5EF4-FFF2-40B4-BE49-F238E27FC236}">
                <a16:creationId xmlns:a16="http://schemas.microsoft.com/office/drawing/2014/main" id="{5B346120-7F80-4F62-97B3-8CD78B978758}"/>
              </a:ext>
            </a:extLst>
          </p:cNvPr>
          <p:cNvSpPr>
            <a:spLocks xmlns:a="http://schemas.openxmlformats.org/drawingml/2006/main" noGrp="1"/>
          </p:cNvSpPr>
          <p:nvPr/>
        </p:nvSpPr>
        <p:spPr>
          <a:xfrm xmlns:a="http://schemas.openxmlformats.org/drawingml/2006/main">
            <a:off x="5092700" y="4940300"/>
            <a:ext cx="1663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Gemma 3 encoder</a:t>
            </a:r>
            <a:endParaRPr sz="1150" b="1" i="0" u="none" strike="noStrike" cap="none">
              <a:solidFill>
                <a:srgbClr val="212936"/>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token vectors</a:t>
            </a:r>
            <a:endParaRPr sz="1150" b="1" i="0" u="none" strike="noStrike" cap="none">
              <a:solidFill>
                <a:srgbClr val="212936"/>
              </a:solidFill>
              <a:latin typeface="Arial"/>
              <a:ea typeface="Arial"/>
              <a:cs typeface="Arial"/>
            </a:endParaRPr>
          </a:p>
        </p:txBody>
      </p:sp>
      <p:sp>
        <p:nvSpPr>
          <p:cNvPr id="181" name="Google Shape;181;p10">
            <a:extLst xmlns:a="http://schemas.openxmlformats.org/drawingml/2006/main">
              <a:ext uri="{FF2B5EF4-FFF2-40B4-BE49-F238E27FC236}">
                <a16:creationId xmlns:a16="http://schemas.microsoft.com/office/drawing/2014/main" id="{4F06F097-A61B-42C5-BA6A-86E3E148B577}"/>
              </a:ext>
            </a:extLst>
          </p:cNvPr>
          <p:cNvSpPr>
            <a:spLocks xmlns:a="http://schemas.openxmlformats.org/drawingml/2006/main" noGrp="1"/>
          </p:cNvSpPr>
          <p:nvPr/>
        </p:nvSpPr>
        <p:spPr>
          <a:xfrm xmlns:a="http://schemas.openxmlformats.org/drawingml/2006/main">
            <a:off x="6896100" y="4940300"/>
            <a:ext cx="2793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200"/>
              <a:buFont typeface="Arial"/>
              <a:buNone/>
            </a:pPr>
            <a:r>
              <a:rPr sz="2200" b="1" i="0" u="none" strike="noStrike" cap="none">
                <a:solidFill>
                  <a:srgbClr val="5E6B85"/>
                </a:solidFill>
                <a:latin typeface="Arial"/>
                <a:ea typeface="Arial"/>
                <a:cs typeface="Arial"/>
              </a:rPr>
              <a:t>→</a:t>
            </a:r>
            <a:endParaRPr sz="2200" b="1" i="0" u="none" strike="noStrike" cap="none">
              <a:solidFill>
                <a:srgbClr val="5E6B85"/>
              </a:solidFill>
              <a:latin typeface="Arial"/>
              <a:ea typeface="Arial"/>
              <a:cs typeface="Arial"/>
            </a:endParaRPr>
          </a:p>
        </p:txBody>
      </p:sp>
      <p:sp>
        <p:nvSpPr>
          <p:cNvPr id="182" name="Google Shape;182;p10">
            <a:extLst xmlns:a="http://schemas.openxmlformats.org/drawingml/2006/main">
              <a:ext uri="{FF2B5EF4-FFF2-40B4-BE49-F238E27FC236}">
                <a16:creationId xmlns:a16="http://schemas.microsoft.com/office/drawing/2014/main" id="{9EB4A68B-22E0-4B48-82DB-9784711DF653}"/>
              </a:ext>
            </a:extLst>
          </p:cNvPr>
          <p:cNvSpPr>
            <a:spLocks xmlns:a="http://schemas.openxmlformats.org/drawingml/2006/main" noGrp="1"/>
          </p:cNvSpPr>
          <p:nvPr/>
        </p:nvSpPr>
        <p:spPr>
          <a:xfrm xmlns:a="http://schemas.openxmlformats.org/drawingml/2006/main">
            <a:off x="7251700" y="4787900"/>
            <a:ext cx="1841400" cy="673200"/>
          </a:xfrm>
          <a:prstGeom xmlns:a="http://schemas.openxmlformats.org/drawingml/2006/main" prst="roundRect">
            <a:avLst>
              <a:gd name="adj" fmla="val 16667"/>
            </a:avLst>
          </a:prstGeom>
          <a:solidFill xmlns:a="http://schemas.openxmlformats.org/drawingml/2006/main">
            <a:srgbClr val="E8FAED"/>
          </a:solidFill>
          <a:ln xmlns:a="http://schemas.openxmlformats.org/drawingml/2006/main" w="12700" cap="flat" cmpd="sng">
            <a:solidFill>
              <a:srgbClr val="9EA8B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3" name="Google Shape;183;p10">
            <a:extLst xmlns:a="http://schemas.openxmlformats.org/drawingml/2006/main">
              <a:ext uri="{FF2B5EF4-FFF2-40B4-BE49-F238E27FC236}">
                <a16:creationId xmlns:a16="http://schemas.microsoft.com/office/drawing/2014/main" id="{358453B9-C99D-402B-9342-6F2B6E75666C}"/>
              </a:ext>
            </a:extLst>
          </p:cNvPr>
          <p:cNvSpPr>
            <a:spLocks xmlns:a="http://schemas.openxmlformats.org/drawingml/2006/main" noGrp="1"/>
          </p:cNvSpPr>
          <p:nvPr/>
        </p:nvSpPr>
        <p:spPr>
          <a:xfrm xmlns:a="http://schemas.openxmlformats.org/drawingml/2006/main">
            <a:off x="7340600" y="4940300"/>
            <a:ext cx="1663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mean pool + dense</a:t>
            </a:r>
            <a:endParaRPr sz="1150" b="1" i="0" u="none" strike="noStrike" cap="none">
              <a:solidFill>
                <a:srgbClr val="212936"/>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projection</a:t>
            </a:r>
            <a:endParaRPr sz="1150" b="1" i="0" u="none" strike="noStrike" cap="none">
              <a:solidFill>
                <a:srgbClr val="212936"/>
              </a:solidFill>
              <a:latin typeface="Arial"/>
              <a:ea typeface="Arial"/>
              <a:cs typeface="Arial"/>
            </a:endParaRPr>
          </a:p>
        </p:txBody>
      </p:sp>
      <p:sp>
        <p:nvSpPr>
          <p:cNvPr id="184" name="Google Shape;184;p10">
            <a:extLst xmlns:a="http://schemas.openxmlformats.org/drawingml/2006/main">
              <a:ext uri="{FF2B5EF4-FFF2-40B4-BE49-F238E27FC236}">
                <a16:creationId xmlns:a16="http://schemas.microsoft.com/office/drawing/2014/main" id="{9E2786E4-666C-45EF-94C0-5230BCE6B046}"/>
              </a:ext>
            </a:extLst>
          </p:cNvPr>
          <p:cNvSpPr>
            <a:spLocks xmlns:a="http://schemas.openxmlformats.org/drawingml/2006/main" noGrp="1"/>
          </p:cNvSpPr>
          <p:nvPr/>
        </p:nvSpPr>
        <p:spPr>
          <a:xfrm xmlns:a="http://schemas.openxmlformats.org/drawingml/2006/main">
            <a:off x="9144000" y="4940300"/>
            <a:ext cx="2793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200"/>
              <a:buFont typeface="Arial"/>
              <a:buNone/>
            </a:pPr>
            <a:r>
              <a:rPr sz="2200" b="1" i="0" u="none" strike="noStrike" cap="none">
                <a:solidFill>
                  <a:srgbClr val="5E6B85"/>
                </a:solidFill>
                <a:latin typeface="Arial"/>
                <a:ea typeface="Arial"/>
                <a:cs typeface="Arial"/>
              </a:rPr>
              <a:t>→</a:t>
            </a:r>
            <a:endParaRPr sz="2200" b="1" i="0" u="none" strike="noStrike" cap="none">
              <a:solidFill>
                <a:srgbClr val="5E6B85"/>
              </a:solidFill>
              <a:latin typeface="Arial"/>
              <a:ea typeface="Arial"/>
              <a:cs typeface="Arial"/>
            </a:endParaRPr>
          </a:p>
        </p:txBody>
      </p:sp>
      <p:sp>
        <p:nvSpPr>
          <p:cNvPr id="185" name="Google Shape;185;p10">
            <a:extLst xmlns:a="http://schemas.openxmlformats.org/drawingml/2006/main">
              <a:ext uri="{FF2B5EF4-FFF2-40B4-BE49-F238E27FC236}">
                <a16:creationId xmlns:a16="http://schemas.microsoft.com/office/drawing/2014/main" id="{A5E7389B-67F2-42B1-99A8-197FF78E0BB2}"/>
              </a:ext>
            </a:extLst>
          </p:cNvPr>
          <p:cNvSpPr>
            <a:spLocks xmlns:a="http://schemas.openxmlformats.org/drawingml/2006/main" noGrp="1"/>
          </p:cNvSpPr>
          <p:nvPr/>
        </p:nvSpPr>
        <p:spPr>
          <a:xfrm xmlns:a="http://schemas.openxmlformats.org/drawingml/2006/main">
            <a:off x="9499600" y="4787900"/>
            <a:ext cx="1841400" cy="673200"/>
          </a:xfrm>
          <a:prstGeom xmlns:a="http://schemas.openxmlformats.org/drawingml/2006/main" prst="roundRect">
            <a:avLst>
              <a:gd name="adj" fmla="val 16667"/>
            </a:avLst>
          </a:prstGeom>
          <a:solidFill xmlns:a="http://schemas.openxmlformats.org/drawingml/2006/main">
            <a:srgbClr val="E3F7E8"/>
          </a:solidFill>
          <a:ln xmlns:a="http://schemas.openxmlformats.org/drawingml/2006/main" w="12700" cap="flat" cmpd="sng">
            <a:solidFill>
              <a:srgbClr val="9EA8BD"/>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6" name="Google Shape;186;p10">
            <a:extLst xmlns:a="http://schemas.openxmlformats.org/drawingml/2006/main">
              <a:ext uri="{FF2B5EF4-FFF2-40B4-BE49-F238E27FC236}">
                <a16:creationId xmlns:a16="http://schemas.microsoft.com/office/drawing/2014/main" id="{022EBFA7-D338-472F-81E2-BF7A734F8221}"/>
              </a:ext>
            </a:extLst>
          </p:cNvPr>
          <p:cNvSpPr>
            <a:spLocks xmlns:a="http://schemas.openxmlformats.org/drawingml/2006/main" noGrp="1"/>
          </p:cNvSpPr>
          <p:nvPr/>
        </p:nvSpPr>
        <p:spPr>
          <a:xfrm xmlns:a="http://schemas.openxmlformats.org/drawingml/2006/main">
            <a:off x="9588500" y="4940300"/>
            <a:ext cx="16638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L2-normalized</a:t>
            </a:r>
            <a:endParaRPr sz="1150" b="1" i="0" u="none" strike="noStrike" cap="none">
              <a:solidFill>
                <a:srgbClr val="212936"/>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150"/>
              <a:buFont typeface="Arial"/>
              <a:buNone/>
            </a:pPr>
            <a:r>
              <a:rPr sz="1150" b="1" i="0" u="none" strike="noStrike" cap="none">
                <a:solidFill>
                  <a:srgbClr val="212936"/>
                </a:solidFill>
                <a:latin typeface="Arial"/>
                <a:ea typeface="Arial"/>
                <a:cs typeface="Arial"/>
              </a:rPr>
              <a:t>768-D vector</a:t>
            </a:r>
            <a:endParaRPr sz="1150" b="1" i="0" u="none" strike="noStrike" cap="none">
              <a:solidFill>
                <a:srgbClr val="212936"/>
              </a:solidFill>
              <a:latin typeface="Arial"/>
              <a:ea typeface="Arial"/>
              <a:cs typeface="Arial"/>
            </a:endParaRPr>
          </a:p>
        </p:txBody>
      </p:sp>
      <p:sp>
        <p:nvSpPr>
          <p:cNvPr id="187" name="Google Shape;187;p10">
            <a:extLst xmlns:a="http://schemas.openxmlformats.org/drawingml/2006/main">
              <a:ext uri="{FF2B5EF4-FFF2-40B4-BE49-F238E27FC236}">
                <a16:creationId xmlns:a16="http://schemas.microsoft.com/office/drawing/2014/main" id="{BB912A32-C5B7-4A19-872B-D41EED508601}"/>
              </a:ext>
            </a:extLst>
          </p:cNvPr>
          <p:cNvSpPr>
            <a:spLocks xmlns:a="http://schemas.openxmlformats.org/drawingml/2006/main" noGrp="1"/>
          </p:cNvSpPr>
          <p:nvPr/>
        </p:nvSpPr>
        <p:spPr>
          <a:xfrm xmlns:a="http://schemas.openxmlformats.org/drawingml/2006/main">
            <a:off x="508000" y="5676900"/>
            <a:ext cx="11175900" cy="609600"/>
          </a:xfrm>
          <a:prstGeom xmlns:a="http://schemas.openxmlformats.org/drawingml/2006/main" prst="roundRect">
            <a:avLst>
              <a:gd name="adj" fmla="val 16667"/>
            </a:avLst>
          </a:prstGeom>
          <a:solidFill xmlns:a="http://schemas.openxmlformats.org/drawingml/2006/main">
            <a:srgbClr val="FFF2F2"/>
          </a:solidFill>
          <a:ln xmlns:a="http://schemas.openxmlformats.org/drawingml/2006/main" w="12700" cap="flat" cmpd="sng">
            <a:solidFill>
              <a:srgbClr val="DB333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88" name="Google Shape;188;p10">
            <a:extLst xmlns:a="http://schemas.openxmlformats.org/drawingml/2006/main">
              <a:ext uri="{FF2B5EF4-FFF2-40B4-BE49-F238E27FC236}">
                <a16:creationId xmlns:a16="http://schemas.microsoft.com/office/drawing/2014/main" id="{73676AF1-31DD-4E3E-82E2-41DB3709E201}"/>
              </a:ext>
            </a:extLst>
          </p:cNvPr>
          <p:cNvSpPr>
            <a:spLocks xmlns:a="http://schemas.openxmlformats.org/drawingml/2006/main" noGrp="1"/>
          </p:cNvSpPr>
          <p:nvPr/>
        </p:nvSpPr>
        <p:spPr>
          <a:xfrm xmlns:a="http://schemas.openxmlformats.org/drawingml/2006/main">
            <a:off x="698500" y="5803900"/>
            <a:ext cx="107949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8C1212"/>
                </a:solidFill>
                <a:latin typeface="Arial"/>
                <a:ea typeface="Arial"/>
                <a:cs typeface="Arial"/>
              </a:rPr>
              <a:t>Do not mix checkpoint IDs. AutoModel alone omits EmbeddingGemma’s pooling/projection head; use SentenceTransformer for retrieval embeddings.</a:t>
            </a:r>
            <a:endParaRPr sz="1200" b="1" i="0" u="none" strike="noStrike" cap="none">
              <a:solidFill>
                <a:srgbClr val="8C1212"/>
              </a:solidFill>
              <a:latin typeface="Arial"/>
              <a:ea typeface="Arial"/>
              <a:cs typeface="Arial"/>
            </a:endParaRPr>
          </a:p>
        </p:txBody>
      </p:sp>
      <p:sp>
        <p:nvSpPr>
          <p:cNvPr id="189" name="Google Shape;189;p10">
            <a:extLst xmlns:a="http://schemas.openxmlformats.org/drawingml/2006/main">
              <a:ext uri="{FF2B5EF4-FFF2-40B4-BE49-F238E27FC236}">
                <a16:creationId xmlns:a16="http://schemas.microsoft.com/office/drawing/2014/main" id="{DCCA7498-D950-4363-B0CC-FAD80B538114}"/>
              </a:ext>
            </a:extLst>
          </p:cNvPr>
          <p:cNvSpPr>
            <a:spLocks xmlns:a="http://schemas.openxmlformats.org/drawingml/2006/main" noGrp="1"/>
          </p:cNvSpPr>
          <p:nvPr/>
        </p:nvSpPr>
        <p:spPr>
          <a:xfrm xmlns:a="http://schemas.openxmlformats.org/drawingml/2006/main">
            <a:off x="508000" y="6477000"/>
            <a:ext cx="11175900" cy="17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850"/>
              <a:buFont typeface="Arial"/>
              <a:buNone/>
            </a:pPr>
            <a:r>
              <a:rPr sz="850" b="0" i="0" u="none" strike="noStrike" cap="none">
                <a:solidFill>
                  <a:srgbClr val="6B707A"/>
                </a:solidFill>
                <a:latin typeface="Arial"/>
                <a:ea typeface="Arial"/>
                <a:cs typeface="Arial"/>
              </a:rPr>
              <a:t>Source: Google DeepMind — google/embeddinggemma-300m · 2,048-token context · 768 dimensions (MRL: 512 / 256 / 128)</a:t>
            </a:r>
            <a:endParaRPr sz="850" b="0" i="0" u="none" strike="noStrike" cap="none">
              <a:solidFill>
                <a:srgbClr val="6B707A"/>
              </a:solidFill>
              <a:latin typeface="Arial"/>
              <a:ea typeface="Arial"/>
              <a:cs typeface="Arial"/>
            </a:endParaRPr>
          </a:p>
        </p:txBody>
      </p:sp>
    </p:spTree>
    <p:extLst>
      <p:ext uri="{BB962C8B-B14F-4D97-AF65-F5344CB8AC3E}">
        <p14:creationId xmlns:p14="http://schemas.microsoft.com/office/powerpoint/2010/main" val="42458769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95" name="Google Shape;195;p11">
            <a:extLst xmlns:a="http://schemas.openxmlformats.org/drawingml/2006/main">
              <a:ext uri="{FF2B5EF4-FFF2-40B4-BE49-F238E27FC236}">
                <a16:creationId xmlns:a16="http://schemas.microsoft.com/office/drawing/2014/main" id="{820EE2CF-D061-46BF-A862-2A488D28787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663a5bf95d44e37">
            <a:alphaModFix/>
          </a:blip>
          <a:srcRect xmlns:a="http://schemas.openxmlformats.org/drawingml/2006/main" l="0" t="0" r="0" b="0"/>
          <a:stretch xmlns:a="http://schemas.openxmlformats.org/drawingml/2006/main"/>
        </p:blipFill>
        <p:spPr>
          <a:xfrm xmlns:a="http://schemas.openxmlformats.org/drawingml/2006/main">
            <a:off x="152400" y="152400"/>
            <a:ext cx="11887201" cy="5943601"/>
          </a:xfrm>
          <a:prstGeom xmlns:a="http://schemas.openxmlformats.org/drawingml/2006/main" prst="rect">
            <a:avLst/>
          </a:prstGeom>
          <a:ln xmlns:a="http://schemas.openxmlformats.org/drawingml/2006/main">
            <a:noFill/>
          </a:ln>
        </p:spPr>
      </p:pic>
      <p:sp>
        <p:nvSpPr>
          <p:cNvPr id="196" name="Google Shape;196;p11">
            <a:extLst xmlns:a="http://schemas.openxmlformats.org/drawingml/2006/main">
              <a:ext uri="{FF2B5EF4-FFF2-40B4-BE49-F238E27FC236}">
                <a16:creationId xmlns:a16="http://schemas.microsoft.com/office/drawing/2014/main" id="{D8F8F5E3-A5EB-4D5A-B2F0-29B69473C965}"/>
              </a:ext>
            </a:extLst>
          </p:cNvPr>
          <p:cNvSpPr>
            <a:spLocks xmlns:a="http://schemas.openxmlformats.org/drawingml/2006/main" noGrp="1"/>
          </p:cNvSpPr>
          <p:nvPr/>
        </p:nvSpPr>
        <p:spPr>
          <a:xfrm xmlns:a="http://schemas.openxmlformats.org/drawingml/2006/main">
            <a:off x="979793" y="1102300"/>
            <a:ext cx="3000000" cy="10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“What help is available if I need an expensive dental procedure and want to minimize my out-of-pocket costs?”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1417702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02" name="Google Shape;202;p12">
            <a:extLst xmlns:a="http://schemas.openxmlformats.org/drawingml/2006/main">
              <a:ext uri="{FF2B5EF4-FFF2-40B4-BE49-F238E27FC236}">
                <a16:creationId xmlns:a16="http://schemas.microsoft.com/office/drawing/2014/main" id="{ADD46E4E-0B38-4956-9322-A8842319FCFA}"/>
              </a:ext>
            </a:extLst>
          </p:cNvPr>
          <p:cNvSpPr>
            <a:spLocks xmlns:a="http://schemas.openxmlformats.org/drawingml/2006/main" noGrp="1"/>
          </p:cNvSpPr>
          <p:nvPr/>
        </p:nvSpPr>
        <p:spPr>
          <a:xfrm xmlns:a="http://schemas.openxmlformats.org/drawingml/2006/main">
            <a:off x="300600" y="222700"/>
            <a:ext cx="6412800" cy="456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 Review of RAG architectures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latin typeface="Arial"/>
                <a:ea typeface="Arial"/>
                <a:cs typeface="Arial"/>
              </a:rPr>
              <a:t>Structured search: tables where rows should be filtered. Do the filtering in the db and let the tool present a single result like tavily search. </a:t>
            </a:r>
            <a:endParaRPr sz="14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For unstructured data, doesnt support keywords like a drug code: add BM25</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If short query creates too many chunks which are irrelevant the short query has been padded with nose. Try HyDe.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400"/>
              <a:buFont typeface="Arial"/>
              <a:buNone/>
            </a:pPr>
            <a:r>
              <a:rPr sz="1400" b="0" i="0" u="none" strike="noStrike" cap="none">
                <a:solidFill>
                  <a:srgbClr val="000000"/>
                </a:solidFill>
                <a:latin typeface="Arial"/>
                <a:ea typeface="Arial"/>
                <a:cs typeface="Arial"/>
              </a:rPr>
              <a:t>underspecified query,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 query–document wording gap: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the wrong retrieval method: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15000"/>
              </a:lnSpc>
              <a:spcBef>
                <a:spcPts val="1200"/>
              </a:spcBef>
              <a:spcAft>
                <a:spcPts val="0"/>
              </a:spcAft>
              <a:buClr>
                <a:schemeClr val="dk1"/>
              </a:buClr>
              <a:buSzPts val="1100"/>
              <a:buFont typeface="Arial"/>
              <a:buNone/>
            </a:pPr>
            <a:r>
              <a:rPr sz="1400" b="0" i="0" u="none" strike="noStrike" cap="none">
                <a:solidFill>
                  <a:srgbClr val="000000"/>
                </a:solidFill>
                <a:latin typeface="Arial"/>
                <a:ea typeface="Arial"/>
                <a:cs typeface="Arial"/>
              </a:rPr>
              <a:t>genuinely missing corpus evidence. HyDE only addresses some of those cases.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120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9639607"/>
      </p:ext>
    </p:extLst>
  </p:cSld>
</p:sld>
</file>

<file path=ppt/slides/slide17.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pic>
        <p:nvPicPr>
          <p:cNvPr id="208" name="Google Shape;208;p13">
            <a:extLst xmlns:a="http://schemas.openxmlformats.org/drawingml/2006/main">
              <a:ext uri="{FF2B5EF4-FFF2-40B4-BE49-F238E27FC236}">
                <a16:creationId xmlns:a16="http://schemas.microsoft.com/office/drawing/2014/main" id="{D5E59065-A878-4844-AFBC-86AB09C1295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c724bcf9b846ef">
            <a:alphaModFix/>
          </a:blip>
          <a:srcRect xmlns:a="http://schemas.openxmlformats.org/drawingml/2006/main" l="0" t="0" r="0" b="0"/>
          <a:stretch xmlns:a="http://schemas.openxmlformats.org/drawingml/2006/main"/>
        </p:blipFill>
        <p:spPr>
          <a:xfrm xmlns:a="http://schemas.openxmlformats.org/drawingml/2006/main">
            <a:off x="485775" y="529"/>
            <a:ext cx="11220450" cy="6856942"/>
          </a:xfrm>
          <a:prstGeom xmlns:a="http://schemas.openxmlformats.org/drawingml/2006/main" prst="rect">
            <a:avLst/>
          </a:prstGeom>
          <a:ln xmlns:a="http://schemas.openxmlformats.org/drawingml/2006/main">
            <a:noFill/>
          </a:ln>
        </p:spPr>
      </p:pic>
      <p:sp>
        <p:nvSpPr>
          <p:cNvPr id="209" name="Parent-child parsing-cover">
            <a:extLst xmlns:a="http://schemas.openxmlformats.org/drawingml/2006/main">
              <a:ext uri="{FF2B5EF4-FFF2-40B4-BE49-F238E27FC236}">
                <a16:creationId xmlns:a16="http://schemas.microsoft.com/office/drawing/2014/main" id="{04F50BD2-C623-474D-95D6-027E09C9ACA4}"/>
              </a:ext>
            </a:extLst>
          </p:cNvPr>
          <p:cNvSpPr>
            <a:spLocks xmlns:a="http://schemas.openxmlformats.org/drawingml/2006/main" noGrp="1"/>
          </p:cNvSpPr>
          <p:nvPr/>
        </p:nvSpPr>
        <p:spPr>
          <a:xfrm xmlns:a="http://schemas.openxmlformats.org/drawingml/2006/main">
            <a:off x="6229350" y="2295525"/>
            <a:ext cx="2381250" cy="3238500"/>
          </a:xfrm>
          <a:prstGeom xmlns:a="http://schemas.openxmlformats.org/drawingml/2006/main" prst="rect">
            <a:avLst/>
          </a:prstGeom>
          <a:solidFill xmlns:a="http://schemas.openxmlformats.org/drawingml/2006/main">
            <a:srgbClr val="F6F8F7"/>
          </a:solidFill>
          <a:ln xmlns:a="http://schemas.openxmlformats.org/drawingml/2006/main" w="0">
            <a:solidFill>
              <a:srgbClr val="F6F8F7"/>
            </a:solidFill>
            <a:prstDash val="solid"/>
          </a:ln>
        </p:spPr>
      </p:sp>
      <p:sp>
        <p:nvSpPr>
          <p:cNvPr id="210" name="Parent-child parsing-card">
            <a:extLst xmlns:a="http://schemas.openxmlformats.org/drawingml/2006/main">
              <a:ext uri="{FF2B5EF4-FFF2-40B4-BE49-F238E27FC236}">
                <a16:creationId xmlns:a16="http://schemas.microsoft.com/office/drawing/2014/main" id="{97518184-D0A3-45E0-A446-BB645EEFF0A4}"/>
              </a:ext>
            </a:extLst>
          </p:cNvPr>
          <p:cNvSpPr>
            <a:spLocks xmlns:a="http://schemas.openxmlformats.org/drawingml/2006/main" noGrp="1"/>
          </p:cNvSpPr>
          <p:nvPr/>
        </p:nvSpPr>
        <p:spPr>
          <a:xfrm xmlns:a="http://schemas.openxmlformats.org/drawingml/2006/main">
            <a:off x="6276975" y="2343150"/>
            <a:ext cx="2286000" cy="314325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9050">
            <a:solidFill>
              <a:srgbClr val="1884B7"/>
            </a:solidFill>
            <a:prstDash val="solid"/>
          </a:ln>
        </p:spPr>
      </p:sp>
      <p:sp>
        <p:nvSpPr>
          <p:cNvPr id="211" name="Parent-child parsing-pill">
            <a:extLst xmlns:a="http://schemas.openxmlformats.org/drawingml/2006/main">
              <a:ext uri="{FF2B5EF4-FFF2-40B4-BE49-F238E27FC236}">
                <a16:creationId xmlns:a16="http://schemas.microsoft.com/office/drawing/2014/main" id="{05997308-4F0C-4FC5-AD83-17425F4CF981}"/>
              </a:ext>
            </a:extLst>
          </p:cNvPr>
          <p:cNvSpPr>
            <a:spLocks xmlns:a="http://schemas.openxmlformats.org/drawingml/2006/main" noGrp="1"/>
          </p:cNvSpPr>
          <p:nvPr/>
        </p:nvSpPr>
        <p:spPr>
          <a:xfrm xmlns:a="http://schemas.openxmlformats.org/drawingml/2006/main">
            <a:off x="6419850" y="2476500"/>
            <a:ext cx="1238250" cy="190500"/>
          </a:xfrm>
          <a:prstGeom xmlns:a="http://schemas.openxmlformats.org/drawingml/2006/main" prst="roundRect">
            <a:avLst>
              <a:gd name="adj" fmla="val 50000"/>
            </a:avLst>
          </a:prstGeom>
          <a:solidFill xmlns:a="http://schemas.openxmlformats.org/drawingml/2006/main">
            <a:srgbClr val="DCEFF8"/>
          </a:solidFill>
          <a:ln xmlns:a="http://schemas.openxmlformats.org/drawingml/2006/main" w="0">
            <a:solidFill>
              <a:srgbClr val="DCEFF8"/>
            </a:solidFill>
            <a:prstDash val="solid"/>
          </a:ln>
        </p:spPr>
      </p:sp>
      <p:sp>
        <p:nvSpPr>
          <p:cNvPr id="212" name="Parent-child parsing-label">
            <a:extLst xmlns:a="http://schemas.openxmlformats.org/drawingml/2006/main">
              <a:ext uri="{FF2B5EF4-FFF2-40B4-BE49-F238E27FC236}">
                <a16:creationId xmlns:a16="http://schemas.microsoft.com/office/drawing/2014/main" id="{DFE5E6DF-FEDE-4E45-86B6-BD528C9334E4}"/>
              </a:ext>
            </a:extLst>
          </p:cNvPr>
          <p:cNvSpPr>
            <a:spLocks xmlns:a="http://schemas.openxmlformats.org/drawingml/2006/main" noGrp="1"/>
          </p:cNvSpPr>
          <p:nvPr/>
        </p:nvSpPr>
        <p:spPr>
          <a:xfrm xmlns:a="http://schemas.openxmlformats.org/drawingml/2006/main">
            <a:off x="6505575" y="2533650"/>
            <a:ext cx="1095375"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15" b="1">
                <a:solidFill>
                  <a:srgbClr val="267CA3"/>
                </a:solidFill>
              </a:defRPr>
            </a:defPPr>
            <a:lvl1pPr algn="ctr">
              <a:buNone/>
              <a:defRPr sz="615" b="1">
                <a:solidFill>
                  <a:srgbClr val="267CA3"/>
                </a:solidFill>
              </a:defRPr>
            </a:lvl1pPr>
            <a:lvl2pPr algn="ctr">
              <a:buNone/>
              <a:defRPr sz="615" b="1">
                <a:solidFill>
                  <a:srgbClr val="267CA3"/>
                </a:solidFill>
              </a:defRPr>
            </a:lvl2pPr>
            <a:lvl3pPr algn="ctr">
              <a:buNone/>
              <a:defRPr sz="615" b="1">
                <a:solidFill>
                  <a:srgbClr val="267CA3"/>
                </a:solidFill>
              </a:defRPr>
            </a:lvl3pPr>
            <a:lvl4pPr algn="ctr">
              <a:buNone/>
              <a:defRPr sz="615" b="1">
                <a:solidFill>
                  <a:srgbClr val="267CA3"/>
                </a:solidFill>
              </a:defRPr>
            </a:lvl4pPr>
            <a:lvl5pPr algn="ctr">
              <a:buNone/>
              <a:defRPr sz="615" b="1">
                <a:solidFill>
                  <a:srgbClr val="267CA3"/>
                </a:solidFill>
              </a:defRPr>
            </a:lvl5pPr>
            <a:lvl6pPr algn="ctr">
              <a:buNone/>
              <a:defRPr sz="615" b="1">
                <a:solidFill>
                  <a:srgbClr val="267CA3"/>
                </a:solidFill>
              </a:defRPr>
            </a:lvl6pPr>
            <a:lvl7pPr algn="ctr">
              <a:buNone/>
              <a:defRPr sz="615" b="1">
                <a:solidFill>
                  <a:srgbClr val="267CA3"/>
                </a:solidFill>
              </a:defRPr>
            </a:lvl7pPr>
            <a:lvl8pPr algn="ctr">
              <a:buNone/>
              <a:defRPr sz="615" b="1">
                <a:solidFill>
                  <a:srgbClr val="267CA3"/>
                </a:solidFill>
              </a:defRPr>
            </a:lvl8pPr>
            <a:lvl9pPr algn="ctr">
              <a:buNone/>
              <a:defRPr sz="615" b="1">
                <a:solidFill>
                  <a:srgbClr val="267CA3"/>
                </a:solidFill>
              </a:defRPr>
            </a:lvl9pPr>
          </a:lstStyle>
          <a:p xmlns:a="http://schemas.openxmlformats.org/drawingml/2006/main">
            <a:pPr algn="ctr">
              <a:buNone/>
              <a:defRPr sz="615" b="1">
                <a:solidFill>
                  <a:srgbClr val="267CA3"/>
                </a:solidFill>
              </a:defRPr>
            </a:pPr>
            <a:r>
              <a:rPr sz="615" b="1">
                <a:solidFill>
                  <a:srgbClr val="267CA3"/>
                </a:solidFill>
              </a:rPr>
              <a:t>LANGCHAIN PROVIDED</a:t>
            </a:r>
          </a:p>
        </p:txBody>
      </p:sp>
      <p:sp>
        <p:nvSpPr>
          <p:cNvPr id="213" name="Parent-child parsing-title">
            <a:extLst xmlns:a="http://schemas.openxmlformats.org/drawingml/2006/main">
              <a:ext uri="{FF2B5EF4-FFF2-40B4-BE49-F238E27FC236}">
                <a16:creationId xmlns:a16="http://schemas.microsoft.com/office/drawing/2014/main" id="{1DCCF531-5A37-4C6E-8FB1-5C8A6718AB38}"/>
              </a:ext>
            </a:extLst>
          </p:cNvPr>
          <p:cNvSpPr>
            <a:spLocks xmlns:a="http://schemas.openxmlformats.org/drawingml/2006/main" noGrp="1"/>
          </p:cNvSpPr>
          <p:nvPr/>
        </p:nvSpPr>
        <p:spPr>
          <a:xfrm xmlns:a="http://schemas.openxmlformats.org/drawingml/2006/main">
            <a:off x="6419850" y="2762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8282E"/>
                </a:solidFill>
              </a:defRPr>
            </a:defPPr>
            <a:lvl1pPr>
              <a:buNone/>
              <a:defRPr sz="1275" b="1">
                <a:solidFill>
                  <a:srgbClr val="18282E"/>
                </a:solidFill>
              </a:defRPr>
            </a:lvl1pPr>
            <a:lvl2pPr>
              <a:buNone/>
              <a:defRPr sz="1275" b="1">
                <a:solidFill>
                  <a:srgbClr val="18282E"/>
                </a:solidFill>
              </a:defRPr>
            </a:lvl2pPr>
            <a:lvl3pPr>
              <a:buNone/>
              <a:defRPr sz="1275" b="1">
                <a:solidFill>
                  <a:srgbClr val="18282E"/>
                </a:solidFill>
              </a:defRPr>
            </a:lvl3pPr>
            <a:lvl4pPr>
              <a:buNone/>
              <a:defRPr sz="1275" b="1">
                <a:solidFill>
                  <a:srgbClr val="18282E"/>
                </a:solidFill>
              </a:defRPr>
            </a:lvl4pPr>
            <a:lvl5pPr>
              <a:buNone/>
              <a:defRPr sz="1275" b="1">
                <a:solidFill>
                  <a:srgbClr val="18282E"/>
                </a:solidFill>
              </a:defRPr>
            </a:lvl5pPr>
            <a:lvl6pPr>
              <a:buNone/>
              <a:defRPr sz="1275" b="1">
                <a:solidFill>
                  <a:srgbClr val="18282E"/>
                </a:solidFill>
              </a:defRPr>
            </a:lvl6pPr>
            <a:lvl7pPr>
              <a:buNone/>
              <a:defRPr sz="1275" b="1">
                <a:solidFill>
                  <a:srgbClr val="18282E"/>
                </a:solidFill>
              </a:defRPr>
            </a:lvl7pPr>
            <a:lvl8pPr>
              <a:buNone/>
              <a:defRPr sz="1275" b="1">
                <a:solidFill>
                  <a:srgbClr val="18282E"/>
                </a:solidFill>
              </a:defRPr>
            </a:lvl8pPr>
            <a:lvl9pPr>
              <a:buNone/>
              <a:defRPr sz="1275" b="1">
                <a:solidFill>
                  <a:srgbClr val="18282E"/>
                </a:solidFill>
              </a:defRPr>
            </a:lvl9pPr>
          </a:lstStyle>
          <a:p xmlns:a="http://schemas.openxmlformats.org/drawingml/2006/main">
            <a:pPr>
              <a:buNone/>
              <a:defRPr sz="1275" b="1">
                <a:solidFill>
                  <a:srgbClr val="18282E"/>
                </a:solidFill>
              </a:defRPr>
            </a:pPr>
            <a:r>
              <a:rPr sz="1275" b="1">
                <a:solidFill>
                  <a:srgbClr val="18282E"/>
                </a:solidFill>
              </a:rPr>
              <a:t>Parent-child parsing</a:t>
            </a:r>
          </a:p>
        </p:txBody>
      </p:sp>
      <p:sp>
        <p:nvSpPr>
          <p:cNvPr id="214" name="Parent-child parsing-subtitle">
            <a:extLst xmlns:a="http://schemas.openxmlformats.org/drawingml/2006/main">
              <a:ext uri="{FF2B5EF4-FFF2-40B4-BE49-F238E27FC236}">
                <a16:creationId xmlns:a16="http://schemas.microsoft.com/office/drawing/2014/main" id="{83A81DC7-E2FC-44A0-A592-15E1D2960E27}"/>
              </a:ext>
            </a:extLst>
          </p:cNvPr>
          <p:cNvSpPr>
            <a:spLocks xmlns:a="http://schemas.openxmlformats.org/drawingml/2006/main" noGrp="1"/>
          </p:cNvSpPr>
          <p:nvPr/>
        </p:nvSpPr>
        <p:spPr>
          <a:xfrm xmlns:a="http://schemas.openxmlformats.org/drawingml/2006/main">
            <a:off x="6419850" y="3000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a:solidFill>
                  <a:srgbClr val="62747A"/>
                </a:solidFill>
              </a:defRPr>
            </a:defPPr>
            <a:lvl1pPr>
              <a:buNone/>
              <a:defRPr sz="750">
                <a:solidFill>
                  <a:srgbClr val="62747A"/>
                </a:solidFill>
              </a:defRPr>
            </a:lvl1pPr>
            <a:lvl2pPr>
              <a:buNone/>
              <a:defRPr sz="750">
                <a:solidFill>
                  <a:srgbClr val="62747A"/>
                </a:solidFill>
              </a:defRPr>
            </a:lvl2pPr>
            <a:lvl3pPr>
              <a:buNone/>
              <a:defRPr sz="750">
                <a:solidFill>
                  <a:srgbClr val="62747A"/>
                </a:solidFill>
              </a:defRPr>
            </a:lvl3pPr>
            <a:lvl4pPr>
              <a:buNone/>
              <a:defRPr sz="750">
                <a:solidFill>
                  <a:srgbClr val="62747A"/>
                </a:solidFill>
              </a:defRPr>
            </a:lvl4pPr>
            <a:lvl5pPr>
              <a:buNone/>
              <a:defRPr sz="750">
                <a:solidFill>
                  <a:srgbClr val="62747A"/>
                </a:solidFill>
              </a:defRPr>
            </a:lvl5pPr>
            <a:lvl6pPr>
              <a:buNone/>
              <a:defRPr sz="750">
                <a:solidFill>
                  <a:srgbClr val="62747A"/>
                </a:solidFill>
              </a:defRPr>
            </a:lvl6pPr>
            <a:lvl7pPr>
              <a:buNone/>
              <a:defRPr sz="750">
                <a:solidFill>
                  <a:srgbClr val="62747A"/>
                </a:solidFill>
              </a:defRPr>
            </a:lvl7pPr>
            <a:lvl8pPr>
              <a:buNone/>
              <a:defRPr sz="750">
                <a:solidFill>
                  <a:srgbClr val="62747A"/>
                </a:solidFill>
              </a:defRPr>
            </a:lvl8pPr>
            <a:lvl9pPr>
              <a:buNone/>
              <a:defRPr sz="750">
                <a:solidFill>
                  <a:srgbClr val="62747A"/>
                </a:solidFill>
              </a:defRPr>
            </a:lvl9pPr>
          </a:lstStyle>
          <a:p xmlns:a="http://schemas.openxmlformats.org/drawingml/2006/main">
            <a:pPr>
              <a:buNone/>
              <a:defRPr sz="750">
                <a:solidFill>
                  <a:srgbClr val="62747A"/>
                </a:solidFill>
              </a:defRPr>
            </a:pPr>
            <a:r>
              <a:rPr sz="750">
                <a:solidFill>
                  <a:srgbClr val="62747A"/>
                </a:solidFill>
              </a:rPr>
              <a:t>Match a child; return its parent</a:t>
            </a:r>
          </a:p>
        </p:txBody>
      </p:sp>
      <p:sp>
        <p:nvSpPr>
          <p:cNvPr id="215" name="Parent-child parsing-step-0">
            <a:extLst xmlns:a="http://schemas.openxmlformats.org/drawingml/2006/main">
              <a:ext uri="{FF2B5EF4-FFF2-40B4-BE49-F238E27FC236}">
                <a16:creationId xmlns:a16="http://schemas.microsoft.com/office/drawing/2014/main" id="{B7E6DB99-C913-444D-800A-689B036EC7F4}"/>
              </a:ext>
            </a:extLst>
          </p:cNvPr>
          <p:cNvSpPr>
            <a:spLocks xmlns:a="http://schemas.openxmlformats.org/drawingml/2006/main" noGrp="1"/>
          </p:cNvSpPr>
          <p:nvPr/>
        </p:nvSpPr>
        <p:spPr>
          <a:xfrm xmlns:a="http://schemas.openxmlformats.org/drawingml/2006/main">
            <a:off x="6467475" y="32766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16" name="Parent-child parsing-step-0-heading">
            <a:extLst xmlns:a="http://schemas.openxmlformats.org/drawingml/2006/main">
              <a:ext uri="{FF2B5EF4-FFF2-40B4-BE49-F238E27FC236}">
                <a16:creationId xmlns:a16="http://schemas.microsoft.com/office/drawing/2014/main" id="{1D85A43D-1450-4F32-8F34-48C10D9FF6DA}"/>
              </a:ext>
            </a:extLst>
          </p:cNvPr>
          <p:cNvSpPr>
            <a:spLocks xmlns:a="http://schemas.openxmlformats.org/drawingml/2006/main" noGrp="1"/>
          </p:cNvSpPr>
          <p:nvPr/>
        </p:nvSpPr>
        <p:spPr>
          <a:xfrm xmlns:a="http://schemas.openxmlformats.org/drawingml/2006/main">
            <a:off x="6591300" y="33718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1. Create parent chunks</a:t>
            </a:r>
          </a:p>
        </p:txBody>
      </p:sp>
      <p:sp>
        <p:nvSpPr>
          <p:cNvPr id="217" name="Parent-child parsing-step-0-body">
            <a:extLst xmlns:a="http://schemas.openxmlformats.org/drawingml/2006/main">
              <a:ext uri="{FF2B5EF4-FFF2-40B4-BE49-F238E27FC236}">
                <a16:creationId xmlns:a16="http://schemas.microsoft.com/office/drawing/2014/main" id="{4E39F766-15BA-4A3C-A506-D5308143617C}"/>
              </a:ext>
            </a:extLst>
          </p:cNvPr>
          <p:cNvSpPr>
            <a:spLocks xmlns:a="http://schemas.openxmlformats.org/drawingml/2006/main" noGrp="1"/>
          </p:cNvSpPr>
          <p:nvPr/>
        </p:nvSpPr>
        <p:spPr>
          <a:xfrm xmlns:a="http://schemas.openxmlformats.org/drawingml/2006/main">
            <a:off x="6591300" y="35718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Sections preserve broad context</a:t>
            </a:r>
          </a:p>
        </p:txBody>
      </p:sp>
      <p:sp>
        <p:nvSpPr>
          <p:cNvPr id="218" name="Parent-child parsing-arrow-0-line">
            <a:extLst xmlns:a="http://schemas.openxmlformats.org/drawingml/2006/main">
              <a:ext uri="{FF2B5EF4-FFF2-40B4-BE49-F238E27FC236}">
                <a16:creationId xmlns:a16="http://schemas.microsoft.com/office/drawing/2014/main" id="{F6B7B7EA-F3DA-412C-A863-DD63156FB357}"/>
              </a:ext>
            </a:extLst>
          </p:cNvPr>
          <p:cNvSpPr>
            <a:spLocks xmlns:a="http://schemas.openxmlformats.org/drawingml/2006/main" noGrp="1"/>
          </p:cNvSpPr>
          <p:nvPr/>
        </p:nvSpPr>
        <p:spPr>
          <a:xfrm xmlns:a="http://schemas.openxmlformats.org/drawingml/2006/main">
            <a:off x="7419975" y="3752850"/>
            <a:ext cx="0" cy="142875"/>
          </a:xfrm>
          <a:prstGeom xmlns:a="http://schemas.openxmlformats.org/drawingml/2006/main" prst="line">
            <a:avLst/>
          </a:prstGeom>
          <a:ln xmlns:a="http://schemas.openxmlformats.org/drawingml/2006/main" w="19050">
            <a:solidFill>
              <a:srgbClr val="4C666A"/>
            </a:solidFill>
            <a:prstDash val="solid"/>
          </a:ln>
        </p:spPr>
      </p:sp>
      <p:sp>
        <p:nvSpPr>
          <p:cNvPr id="219" name="Parent-child parsing-arrow-0-head">
            <a:extLst xmlns:a="http://schemas.openxmlformats.org/drawingml/2006/main">
              <a:ext uri="{FF2B5EF4-FFF2-40B4-BE49-F238E27FC236}">
                <a16:creationId xmlns:a16="http://schemas.microsoft.com/office/drawing/2014/main" id="{EB7670C0-7525-4304-8BE5-0B58B4D9983A}"/>
              </a:ext>
            </a:extLst>
          </p:cNvPr>
          <p:cNvSpPr>
            <a:spLocks xmlns:a="http://schemas.openxmlformats.org/drawingml/2006/main" noGrp="1"/>
          </p:cNvSpPr>
          <p:nvPr/>
        </p:nvSpPr>
        <p:spPr>
          <a:xfrm xmlns:a="http://schemas.openxmlformats.org/drawingml/2006/main">
            <a:off x="7353300" y="3857625"/>
            <a:ext cx="133350" cy="95250"/>
          </a:xfrm>
          <a:prstGeom xmlns:a="http://schemas.openxmlformats.org/drawingml/2006/main" prst="triangle">
            <a:avLst/>
          </a:prstGeom>
          <a:solidFill xmlns:a="http://schemas.openxmlformats.org/drawingml/2006/main">
            <a:srgbClr val="4C666A"/>
          </a:solidFill>
          <a:ln xmlns:a="http://schemas.openxmlformats.org/drawingml/2006/main" w="0">
            <a:solidFill>
              <a:srgbClr val="4C666A"/>
            </a:solidFill>
            <a:prstDash val="solid"/>
          </a:ln>
        </p:spPr>
      </p:sp>
      <p:sp>
        <p:nvSpPr>
          <p:cNvPr id="220" name="Parent-child parsing-step-1">
            <a:extLst xmlns:a="http://schemas.openxmlformats.org/drawingml/2006/main">
              <a:ext uri="{FF2B5EF4-FFF2-40B4-BE49-F238E27FC236}">
                <a16:creationId xmlns:a16="http://schemas.microsoft.com/office/drawing/2014/main" id="{C8CE2A1E-23B7-43A9-9B5B-FE9E20AB68E3}"/>
              </a:ext>
            </a:extLst>
          </p:cNvPr>
          <p:cNvSpPr>
            <a:spLocks xmlns:a="http://schemas.openxmlformats.org/drawingml/2006/main" noGrp="1"/>
          </p:cNvSpPr>
          <p:nvPr/>
        </p:nvSpPr>
        <p:spPr>
          <a:xfrm xmlns:a="http://schemas.openxmlformats.org/drawingml/2006/main">
            <a:off x="6467475" y="39624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21" name="Parent-child parsing-step-1-heading">
            <a:extLst xmlns:a="http://schemas.openxmlformats.org/drawingml/2006/main">
              <a:ext uri="{FF2B5EF4-FFF2-40B4-BE49-F238E27FC236}">
                <a16:creationId xmlns:a16="http://schemas.microsoft.com/office/drawing/2014/main" id="{58FDF3BB-6484-453D-B733-335A16AE88EC}"/>
              </a:ext>
            </a:extLst>
          </p:cNvPr>
          <p:cNvSpPr>
            <a:spLocks xmlns:a="http://schemas.openxmlformats.org/drawingml/2006/main" noGrp="1"/>
          </p:cNvSpPr>
          <p:nvPr/>
        </p:nvSpPr>
        <p:spPr>
          <a:xfrm xmlns:a="http://schemas.openxmlformats.org/drawingml/2006/main">
            <a:off x="6591300" y="40576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2. Index child chunks</a:t>
            </a:r>
          </a:p>
        </p:txBody>
      </p:sp>
      <p:sp>
        <p:nvSpPr>
          <p:cNvPr id="222" name="Parent-child parsing-step-1-body">
            <a:extLst xmlns:a="http://schemas.openxmlformats.org/drawingml/2006/main">
              <a:ext uri="{FF2B5EF4-FFF2-40B4-BE49-F238E27FC236}">
                <a16:creationId xmlns:a16="http://schemas.microsoft.com/office/drawing/2014/main" id="{6CC282B2-E98F-46BA-94B2-1A79AFEACEF2}"/>
              </a:ext>
            </a:extLst>
          </p:cNvPr>
          <p:cNvSpPr>
            <a:spLocks xmlns:a="http://schemas.openxmlformats.org/drawingml/2006/main" noGrp="1"/>
          </p:cNvSpPr>
          <p:nvPr/>
        </p:nvSpPr>
        <p:spPr>
          <a:xfrm xmlns:a="http://schemas.openxmlformats.org/drawingml/2006/main">
            <a:off x="6591300" y="42576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Fine-grained passages are embedded</a:t>
            </a:r>
          </a:p>
        </p:txBody>
      </p:sp>
      <p:sp>
        <p:nvSpPr>
          <p:cNvPr id="223" name="Parent-child parsing-arrow-1-line">
            <a:extLst xmlns:a="http://schemas.openxmlformats.org/drawingml/2006/main">
              <a:ext uri="{FF2B5EF4-FFF2-40B4-BE49-F238E27FC236}">
                <a16:creationId xmlns:a16="http://schemas.microsoft.com/office/drawing/2014/main" id="{C2F06AFD-13C0-4BCC-82EA-D5DAAF445B3C}"/>
              </a:ext>
            </a:extLst>
          </p:cNvPr>
          <p:cNvSpPr>
            <a:spLocks xmlns:a="http://schemas.openxmlformats.org/drawingml/2006/main" noGrp="1"/>
          </p:cNvSpPr>
          <p:nvPr/>
        </p:nvSpPr>
        <p:spPr>
          <a:xfrm xmlns:a="http://schemas.openxmlformats.org/drawingml/2006/main">
            <a:off x="7419975" y="4438650"/>
            <a:ext cx="0" cy="142875"/>
          </a:xfrm>
          <a:prstGeom xmlns:a="http://schemas.openxmlformats.org/drawingml/2006/main" prst="line">
            <a:avLst/>
          </a:prstGeom>
          <a:ln xmlns:a="http://schemas.openxmlformats.org/drawingml/2006/main" w="19050">
            <a:solidFill>
              <a:srgbClr val="4C666A"/>
            </a:solidFill>
            <a:prstDash val="solid"/>
          </a:ln>
        </p:spPr>
      </p:sp>
      <p:sp>
        <p:nvSpPr>
          <p:cNvPr id="224" name="Parent-child parsing-arrow-1-head">
            <a:extLst xmlns:a="http://schemas.openxmlformats.org/drawingml/2006/main">
              <a:ext uri="{FF2B5EF4-FFF2-40B4-BE49-F238E27FC236}">
                <a16:creationId xmlns:a16="http://schemas.microsoft.com/office/drawing/2014/main" id="{C62E5EE9-0085-4DEA-993E-82B2BB023B86}"/>
              </a:ext>
            </a:extLst>
          </p:cNvPr>
          <p:cNvSpPr>
            <a:spLocks xmlns:a="http://schemas.openxmlformats.org/drawingml/2006/main" noGrp="1"/>
          </p:cNvSpPr>
          <p:nvPr/>
        </p:nvSpPr>
        <p:spPr>
          <a:xfrm xmlns:a="http://schemas.openxmlformats.org/drawingml/2006/main">
            <a:off x="7353300" y="4543425"/>
            <a:ext cx="133350" cy="95250"/>
          </a:xfrm>
          <a:prstGeom xmlns:a="http://schemas.openxmlformats.org/drawingml/2006/main" prst="triangle">
            <a:avLst/>
          </a:prstGeom>
          <a:solidFill xmlns:a="http://schemas.openxmlformats.org/drawingml/2006/main">
            <a:srgbClr val="4C666A"/>
          </a:solidFill>
          <a:ln xmlns:a="http://schemas.openxmlformats.org/drawingml/2006/main" w="0">
            <a:solidFill>
              <a:srgbClr val="4C666A"/>
            </a:solidFill>
            <a:prstDash val="solid"/>
          </a:ln>
        </p:spPr>
      </p:sp>
      <p:sp>
        <p:nvSpPr>
          <p:cNvPr id="225" name="Parent-child parsing-step-2">
            <a:extLst xmlns:a="http://schemas.openxmlformats.org/drawingml/2006/main">
              <a:ext uri="{FF2B5EF4-FFF2-40B4-BE49-F238E27FC236}">
                <a16:creationId xmlns:a16="http://schemas.microsoft.com/office/drawing/2014/main" id="{CEDBD0B5-1A77-4F95-B866-9E9208D959F3}"/>
              </a:ext>
            </a:extLst>
          </p:cNvPr>
          <p:cNvSpPr>
            <a:spLocks xmlns:a="http://schemas.openxmlformats.org/drawingml/2006/main" noGrp="1"/>
          </p:cNvSpPr>
          <p:nvPr/>
        </p:nvSpPr>
        <p:spPr>
          <a:xfrm xmlns:a="http://schemas.openxmlformats.org/drawingml/2006/main">
            <a:off x="6467475" y="46482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26" name="Parent-child parsing-step-2-heading">
            <a:extLst xmlns:a="http://schemas.openxmlformats.org/drawingml/2006/main">
              <a:ext uri="{FF2B5EF4-FFF2-40B4-BE49-F238E27FC236}">
                <a16:creationId xmlns:a16="http://schemas.microsoft.com/office/drawing/2014/main" id="{F7F478A4-8599-4855-AA7D-885765197A8B}"/>
              </a:ext>
            </a:extLst>
          </p:cNvPr>
          <p:cNvSpPr>
            <a:spLocks xmlns:a="http://schemas.openxmlformats.org/drawingml/2006/main" noGrp="1"/>
          </p:cNvSpPr>
          <p:nvPr/>
        </p:nvSpPr>
        <p:spPr>
          <a:xfrm xmlns:a="http://schemas.openxmlformats.org/drawingml/2006/main">
            <a:off x="6591300" y="47434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3. Return the parent</a:t>
            </a:r>
          </a:p>
        </p:txBody>
      </p:sp>
      <p:sp>
        <p:nvSpPr>
          <p:cNvPr id="227" name="Parent-child parsing-step-2-body">
            <a:extLst xmlns:a="http://schemas.openxmlformats.org/drawingml/2006/main">
              <a:ext uri="{FF2B5EF4-FFF2-40B4-BE49-F238E27FC236}">
                <a16:creationId xmlns:a16="http://schemas.microsoft.com/office/drawing/2014/main" id="{15F99736-9DD1-4336-B8F0-53226EA17EA3}"/>
              </a:ext>
            </a:extLst>
          </p:cNvPr>
          <p:cNvSpPr>
            <a:spLocks xmlns:a="http://schemas.openxmlformats.org/drawingml/2006/main" noGrp="1"/>
          </p:cNvSpPr>
          <p:nvPr/>
        </p:nvSpPr>
        <p:spPr>
          <a:xfrm xmlns:a="http://schemas.openxmlformats.org/drawingml/2006/main">
            <a:off x="6591300" y="49434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Expand each child hit to its section</a:t>
            </a:r>
          </a:p>
        </p:txBody>
      </p:sp>
      <p:sp>
        <p:nvSpPr>
          <p:cNvPr id="228" name="Parent-child parsing-footer">
            <a:extLst xmlns:a="http://schemas.openxmlformats.org/drawingml/2006/main">
              <a:ext uri="{FF2B5EF4-FFF2-40B4-BE49-F238E27FC236}">
                <a16:creationId xmlns:a16="http://schemas.microsoft.com/office/drawing/2014/main" id="{EC9321F7-9B06-43D3-ACF1-135B99D8E10E}"/>
              </a:ext>
            </a:extLst>
          </p:cNvPr>
          <p:cNvSpPr>
            <a:spLocks xmlns:a="http://schemas.openxmlformats.org/drawingml/2006/main" noGrp="1"/>
          </p:cNvSpPr>
          <p:nvPr/>
        </p:nvSpPr>
        <p:spPr>
          <a:xfrm xmlns:a="http://schemas.openxmlformats.org/drawingml/2006/main">
            <a:off x="6419850" y="5238750"/>
            <a:ext cx="2000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53">
                <a:solidFill>
                  <a:srgbClr val="62747A"/>
                </a:solidFill>
              </a:defRPr>
            </a:defPPr>
            <a:lvl1pPr algn="ctr">
              <a:buNone/>
              <a:defRPr sz="653">
                <a:solidFill>
                  <a:srgbClr val="62747A"/>
                </a:solidFill>
              </a:defRPr>
            </a:lvl1pPr>
            <a:lvl2pPr algn="ctr">
              <a:buNone/>
              <a:defRPr sz="653">
                <a:solidFill>
                  <a:srgbClr val="62747A"/>
                </a:solidFill>
              </a:defRPr>
            </a:lvl2pPr>
            <a:lvl3pPr algn="ctr">
              <a:buNone/>
              <a:defRPr sz="653">
                <a:solidFill>
                  <a:srgbClr val="62747A"/>
                </a:solidFill>
              </a:defRPr>
            </a:lvl3pPr>
            <a:lvl4pPr algn="ctr">
              <a:buNone/>
              <a:defRPr sz="653">
                <a:solidFill>
                  <a:srgbClr val="62747A"/>
                </a:solidFill>
              </a:defRPr>
            </a:lvl4pPr>
            <a:lvl5pPr algn="ctr">
              <a:buNone/>
              <a:defRPr sz="653">
                <a:solidFill>
                  <a:srgbClr val="62747A"/>
                </a:solidFill>
              </a:defRPr>
            </a:lvl5pPr>
            <a:lvl6pPr algn="ctr">
              <a:buNone/>
              <a:defRPr sz="653">
                <a:solidFill>
                  <a:srgbClr val="62747A"/>
                </a:solidFill>
              </a:defRPr>
            </a:lvl6pPr>
            <a:lvl7pPr algn="ctr">
              <a:buNone/>
              <a:defRPr sz="653">
                <a:solidFill>
                  <a:srgbClr val="62747A"/>
                </a:solidFill>
              </a:defRPr>
            </a:lvl7pPr>
            <a:lvl8pPr algn="ctr">
              <a:buNone/>
              <a:defRPr sz="653">
                <a:solidFill>
                  <a:srgbClr val="62747A"/>
                </a:solidFill>
              </a:defRPr>
            </a:lvl8pPr>
            <a:lvl9pPr algn="ctr">
              <a:buNone/>
              <a:defRPr sz="653">
                <a:solidFill>
                  <a:srgbClr val="62747A"/>
                </a:solidFill>
              </a:defRPr>
            </a:lvl9pPr>
          </a:lstStyle>
          <a:p xmlns:a="http://schemas.openxmlformats.org/drawingml/2006/main">
            <a:pPr algn="ctr">
              <a:buNone/>
              <a:defRPr sz="653">
                <a:solidFill>
                  <a:srgbClr val="62747A"/>
                </a:solidFill>
              </a:defRPr>
            </a:pPr>
            <a:r>
              <a:rPr sz="653">
                <a:solidFill>
                  <a:srgbClr val="62747A"/>
                </a:solidFill>
              </a:rPr>
              <a:t>Precise matching · richer context</a:t>
            </a:r>
          </a:p>
        </p:txBody>
      </p:sp>
      <p:sp>
        <p:nvSpPr>
          <p:cNvPr id="229" name="BM25 retrieval-cover">
            <a:extLst xmlns:a="http://schemas.openxmlformats.org/drawingml/2006/main">
              <a:ext uri="{FF2B5EF4-FFF2-40B4-BE49-F238E27FC236}">
                <a16:creationId xmlns:a16="http://schemas.microsoft.com/office/drawing/2014/main" id="{F0FF710B-BA28-415D-A08F-2381E23D206B}"/>
              </a:ext>
            </a:extLst>
          </p:cNvPr>
          <p:cNvSpPr>
            <a:spLocks xmlns:a="http://schemas.openxmlformats.org/drawingml/2006/main" noGrp="1"/>
          </p:cNvSpPr>
          <p:nvPr/>
        </p:nvSpPr>
        <p:spPr>
          <a:xfrm xmlns:a="http://schemas.openxmlformats.org/drawingml/2006/main">
            <a:off x="8915400" y="2295525"/>
            <a:ext cx="2381250" cy="3238500"/>
          </a:xfrm>
          <a:prstGeom xmlns:a="http://schemas.openxmlformats.org/drawingml/2006/main" prst="rect">
            <a:avLst/>
          </a:prstGeom>
          <a:solidFill xmlns:a="http://schemas.openxmlformats.org/drawingml/2006/main">
            <a:srgbClr val="F6F8F7"/>
          </a:solidFill>
          <a:ln xmlns:a="http://schemas.openxmlformats.org/drawingml/2006/main" w="0">
            <a:solidFill>
              <a:srgbClr val="F6F8F7"/>
            </a:solidFill>
            <a:prstDash val="solid"/>
          </a:ln>
        </p:spPr>
      </p:sp>
      <p:sp>
        <p:nvSpPr>
          <p:cNvPr id="230" name="BM25 retrieval-card">
            <a:extLst xmlns:a="http://schemas.openxmlformats.org/drawingml/2006/main">
              <a:ext uri="{FF2B5EF4-FFF2-40B4-BE49-F238E27FC236}">
                <a16:creationId xmlns:a16="http://schemas.microsoft.com/office/drawing/2014/main" id="{230B619C-C3A6-4564-A98E-75F6DEB31DDE}"/>
              </a:ext>
            </a:extLst>
          </p:cNvPr>
          <p:cNvSpPr>
            <a:spLocks xmlns:a="http://schemas.openxmlformats.org/drawingml/2006/main" noGrp="1"/>
          </p:cNvSpPr>
          <p:nvPr/>
        </p:nvSpPr>
        <p:spPr>
          <a:xfrm xmlns:a="http://schemas.openxmlformats.org/drawingml/2006/main">
            <a:off x="8963025" y="2343150"/>
            <a:ext cx="2286000" cy="314325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9050">
            <a:solidFill>
              <a:srgbClr val="1884B7"/>
            </a:solidFill>
            <a:prstDash val="solid"/>
          </a:ln>
        </p:spPr>
      </p:sp>
      <p:sp>
        <p:nvSpPr>
          <p:cNvPr id="231" name="BM25 retrieval-pill">
            <a:extLst xmlns:a="http://schemas.openxmlformats.org/drawingml/2006/main">
              <a:ext uri="{FF2B5EF4-FFF2-40B4-BE49-F238E27FC236}">
                <a16:creationId xmlns:a16="http://schemas.microsoft.com/office/drawing/2014/main" id="{9411514F-3E71-4D35-B24F-7551724AEBE0}"/>
              </a:ext>
            </a:extLst>
          </p:cNvPr>
          <p:cNvSpPr>
            <a:spLocks xmlns:a="http://schemas.openxmlformats.org/drawingml/2006/main" noGrp="1"/>
          </p:cNvSpPr>
          <p:nvPr/>
        </p:nvSpPr>
        <p:spPr>
          <a:xfrm xmlns:a="http://schemas.openxmlformats.org/drawingml/2006/main">
            <a:off x="9105900" y="2476500"/>
            <a:ext cx="723900" cy="190500"/>
          </a:xfrm>
          <a:prstGeom xmlns:a="http://schemas.openxmlformats.org/drawingml/2006/main" prst="roundRect">
            <a:avLst>
              <a:gd name="adj" fmla="val 50000"/>
            </a:avLst>
          </a:prstGeom>
          <a:solidFill xmlns:a="http://schemas.openxmlformats.org/drawingml/2006/main">
            <a:srgbClr val="DCEFF8"/>
          </a:solidFill>
          <a:ln xmlns:a="http://schemas.openxmlformats.org/drawingml/2006/main" w="0">
            <a:solidFill>
              <a:srgbClr val="DCEFF8"/>
            </a:solidFill>
            <a:prstDash val="solid"/>
          </a:ln>
        </p:spPr>
      </p:sp>
      <p:sp>
        <p:nvSpPr>
          <p:cNvPr id="232" name="BM25 retrieval-label">
            <a:extLst xmlns:a="http://schemas.openxmlformats.org/drawingml/2006/main">
              <a:ext uri="{FF2B5EF4-FFF2-40B4-BE49-F238E27FC236}">
                <a16:creationId xmlns:a16="http://schemas.microsoft.com/office/drawing/2014/main" id="{278D8C44-F0C2-4816-8B2C-E8CA4A9D4003}"/>
              </a:ext>
            </a:extLst>
          </p:cNvPr>
          <p:cNvSpPr>
            <a:spLocks xmlns:a="http://schemas.openxmlformats.org/drawingml/2006/main" noGrp="1"/>
          </p:cNvSpPr>
          <p:nvPr/>
        </p:nvSpPr>
        <p:spPr>
          <a:xfrm xmlns:a="http://schemas.openxmlformats.org/drawingml/2006/main">
            <a:off x="9191625" y="2533650"/>
            <a:ext cx="552450" cy="104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15" b="1">
                <a:solidFill>
                  <a:srgbClr val="267CA3"/>
                </a:solidFill>
              </a:defRPr>
            </a:defPPr>
            <a:lvl1pPr algn="ctr">
              <a:buNone/>
              <a:defRPr sz="615" b="1">
                <a:solidFill>
                  <a:srgbClr val="267CA3"/>
                </a:solidFill>
              </a:defRPr>
            </a:lvl1pPr>
            <a:lvl2pPr algn="ctr">
              <a:buNone/>
              <a:defRPr sz="615" b="1">
                <a:solidFill>
                  <a:srgbClr val="267CA3"/>
                </a:solidFill>
              </a:defRPr>
            </a:lvl2pPr>
            <a:lvl3pPr algn="ctr">
              <a:buNone/>
              <a:defRPr sz="615" b="1">
                <a:solidFill>
                  <a:srgbClr val="267CA3"/>
                </a:solidFill>
              </a:defRPr>
            </a:lvl3pPr>
            <a:lvl4pPr algn="ctr">
              <a:buNone/>
              <a:defRPr sz="615" b="1">
                <a:solidFill>
                  <a:srgbClr val="267CA3"/>
                </a:solidFill>
              </a:defRPr>
            </a:lvl4pPr>
            <a:lvl5pPr algn="ctr">
              <a:buNone/>
              <a:defRPr sz="615" b="1">
                <a:solidFill>
                  <a:srgbClr val="267CA3"/>
                </a:solidFill>
              </a:defRPr>
            </a:lvl5pPr>
            <a:lvl6pPr algn="ctr">
              <a:buNone/>
              <a:defRPr sz="615" b="1">
                <a:solidFill>
                  <a:srgbClr val="267CA3"/>
                </a:solidFill>
              </a:defRPr>
            </a:lvl6pPr>
            <a:lvl7pPr algn="ctr">
              <a:buNone/>
              <a:defRPr sz="615" b="1">
                <a:solidFill>
                  <a:srgbClr val="267CA3"/>
                </a:solidFill>
              </a:defRPr>
            </a:lvl7pPr>
            <a:lvl8pPr algn="ctr">
              <a:buNone/>
              <a:defRPr sz="615" b="1">
                <a:solidFill>
                  <a:srgbClr val="267CA3"/>
                </a:solidFill>
              </a:defRPr>
            </a:lvl8pPr>
            <a:lvl9pPr algn="ctr">
              <a:buNone/>
              <a:defRPr sz="615" b="1">
                <a:solidFill>
                  <a:srgbClr val="267CA3"/>
                </a:solidFill>
              </a:defRPr>
            </a:lvl9pPr>
          </a:lstStyle>
          <a:p xmlns:a="http://schemas.openxmlformats.org/drawingml/2006/main">
            <a:pPr algn="ctr">
              <a:buNone/>
              <a:defRPr sz="615" b="1">
                <a:solidFill>
                  <a:srgbClr val="267CA3"/>
                </a:solidFill>
              </a:defRPr>
            </a:pPr>
            <a:r>
              <a:rPr sz="615" b="1">
                <a:solidFill>
                  <a:srgbClr val="267CA3"/>
                </a:solidFill>
              </a:rPr>
              <a:t>BASELINE</a:t>
            </a:r>
          </a:p>
        </p:txBody>
      </p:sp>
      <p:sp>
        <p:nvSpPr>
          <p:cNvPr id="233" name="BM25 retrieval-title">
            <a:extLst xmlns:a="http://schemas.openxmlformats.org/drawingml/2006/main">
              <a:ext uri="{FF2B5EF4-FFF2-40B4-BE49-F238E27FC236}">
                <a16:creationId xmlns:a16="http://schemas.microsoft.com/office/drawing/2014/main" id="{5B3E8FBF-4F3C-468F-B7C0-46FDE5932EE3}"/>
              </a:ext>
            </a:extLst>
          </p:cNvPr>
          <p:cNvSpPr>
            <a:spLocks xmlns:a="http://schemas.openxmlformats.org/drawingml/2006/main" noGrp="1"/>
          </p:cNvSpPr>
          <p:nvPr/>
        </p:nvSpPr>
        <p:spPr>
          <a:xfrm xmlns:a="http://schemas.openxmlformats.org/drawingml/2006/main">
            <a:off x="9105900" y="27622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8282E"/>
                </a:solidFill>
              </a:defRPr>
            </a:defPPr>
            <a:lvl1pPr>
              <a:buNone/>
              <a:defRPr sz="1275" b="1">
                <a:solidFill>
                  <a:srgbClr val="18282E"/>
                </a:solidFill>
              </a:defRPr>
            </a:lvl1pPr>
            <a:lvl2pPr>
              <a:buNone/>
              <a:defRPr sz="1275" b="1">
                <a:solidFill>
                  <a:srgbClr val="18282E"/>
                </a:solidFill>
              </a:defRPr>
            </a:lvl2pPr>
            <a:lvl3pPr>
              <a:buNone/>
              <a:defRPr sz="1275" b="1">
                <a:solidFill>
                  <a:srgbClr val="18282E"/>
                </a:solidFill>
              </a:defRPr>
            </a:lvl3pPr>
            <a:lvl4pPr>
              <a:buNone/>
              <a:defRPr sz="1275" b="1">
                <a:solidFill>
                  <a:srgbClr val="18282E"/>
                </a:solidFill>
              </a:defRPr>
            </a:lvl4pPr>
            <a:lvl5pPr>
              <a:buNone/>
              <a:defRPr sz="1275" b="1">
                <a:solidFill>
                  <a:srgbClr val="18282E"/>
                </a:solidFill>
              </a:defRPr>
            </a:lvl5pPr>
            <a:lvl6pPr>
              <a:buNone/>
              <a:defRPr sz="1275" b="1">
                <a:solidFill>
                  <a:srgbClr val="18282E"/>
                </a:solidFill>
              </a:defRPr>
            </a:lvl6pPr>
            <a:lvl7pPr>
              <a:buNone/>
              <a:defRPr sz="1275" b="1">
                <a:solidFill>
                  <a:srgbClr val="18282E"/>
                </a:solidFill>
              </a:defRPr>
            </a:lvl7pPr>
            <a:lvl8pPr>
              <a:buNone/>
              <a:defRPr sz="1275" b="1">
                <a:solidFill>
                  <a:srgbClr val="18282E"/>
                </a:solidFill>
              </a:defRPr>
            </a:lvl8pPr>
            <a:lvl9pPr>
              <a:buNone/>
              <a:defRPr sz="1275" b="1">
                <a:solidFill>
                  <a:srgbClr val="18282E"/>
                </a:solidFill>
              </a:defRPr>
            </a:lvl9pPr>
          </a:lstStyle>
          <a:p xmlns:a="http://schemas.openxmlformats.org/drawingml/2006/main">
            <a:pPr>
              <a:buNone/>
              <a:defRPr sz="1275" b="1">
                <a:solidFill>
                  <a:srgbClr val="18282E"/>
                </a:solidFill>
              </a:defRPr>
            </a:pPr>
            <a:r>
              <a:rPr sz="1275" b="1">
                <a:solidFill>
                  <a:srgbClr val="18282E"/>
                </a:solidFill>
              </a:rPr>
              <a:t>BM25 retrieval</a:t>
            </a:r>
          </a:p>
        </p:txBody>
      </p:sp>
      <p:sp>
        <p:nvSpPr>
          <p:cNvPr id="234" name="BM25 retrieval-subtitle">
            <a:extLst xmlns:a="http://schemas.openxmlformats.org/drawingml/2006/main">
              <a:ext uri="{FF2B5EF4-FFF2-40B4-BE49-F238E27FC236}">
                <a16:creationId xmlns:a16="http://schemas.microsoft.com/office/drawing/2014/main" id="{EF092B98-B1DA-4035-965F-3CBFE4E44721}"/>
              </a:ext>
            </a:extLst>
          </p:cNvPr>
          <p:cNvSpPr>
            <a:spLocks xmlns:a="http://schemas.openxmlformats.org/drawingml/2006/main" noGrp="1"/>
          </p:cNvSpPr>
          <p:nvPr/>
        </p:nvSpPr>
        <p:spPr>
          <a:xfrm xmlns:a="http://schemas.openxmlformats.org/drawingml/2006/main">
            <a:off x="9105900" y="3000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a:solidFill>
                  <a:srgbClr val="62747A"/>
                </a:solidFill>
              </a:defRPr>
            </a:defPPr>
            <a:lvl1pPr>
              <a:buNone/>
              <a:defRPr sz="750">
                <a:solidFill>
                  <a:srgbClr val="62747A"/>
                </a:solidFill>
              </a:defRPr>
            </a:lvl1pPr>
            <a:lvl2pPr>
              <a:buNone/>
              <a:defRPr sz="750">
                <a:solidFill>
                  <a:srgbClr val="62747A"/>
                </a:solidFill>
              </a:defRPr>
            </a:lvl2pPr>
            <a:lvl3pPr>
              <a:buNone/>
              <a:defRPr sz="750">
                <a:solidFill>
                  <a:srgbClr val="62747A"/>
                </a:solidFill>
              </a:defRPr>
            </a:lvl3pPr>
            <a:lvl4pPr>
              <a:buNone/>
              <a:defRPr sz="750">
                <a:solidFill>
                  <a:srgbClr val="62747A"/>
                </a:solidFill>
              </a:defRPr>
            </a:lvl4pPr>
            <a:lvl5pPr>
              <a:buNone/>
              <a:defRPr sz="750">
                <a:solidFill>
                  <a:srgbClr val="62747A"/>
                </a:solidFill>
              </a:defRPr>
            </a:lvl5pPr>
            <a:lvl6pPr>
              <a:buNone/>
              <a:defRPr sz="750">
                <a:solidFill>
                  <a:srgbClr val="62747A"/>
                </a:solidFill>
              </a:defRPr>
            </a:lvl6pPr>
            <a:lvl7pPr>
              <a:buNone/>
              <a:defRPr sz="750">
                <a:solidFill>
                  <a:srgbClr val="62747A"/>
                </a:solidFill>
              </a:defRPr>
            </a:lvl7pPr>
            <a:lvl8pPr>
              <a:buNone/>
              <a:defRPr sz="750">
                <a:solidFill>
                  <a:srgbClr val="62747A"/>
                </a:solidFill>
              </a:defRPr>
            </a:lvl8pPr>
            <a:lvl9pPr>
              <a:buNone/>
              <a:defRPr sz="750">
                <a:solidFill>
                  <a:srgbClr val="62747A"/>
                </a:solidFill>
              </a:defRPr>
            </a:lvl9pPr>
          </a:lstStyle>
          <a:p xmlns:a="http://schemas.openxmlformats.org/drawingml/2006/main">
            <a:pPr>
              <a:buNone/>
              <a:defRPr sz="750">
                <a:solidFill>
                  <a:srgbClr val="62747A"/>
                </a:solidFill>
              </a:defRPr>
            </a:pPr>
            <a:r>
              <a:rPr sz="750">
                <a:solidFill>
                  <a:srgbClr val="62747A"/>
                </a:solidFill>
              </a:rPr>
              <a:t>Lexical relevance scoring</a:t>
            </a:r>
          </a:p>
        </p:txBody>
      </p:sp>
      <p:sp>
        <p:nvSpPr>
          <p:cNvPr id="235" name="BM25 retrieval-step-0">
            <a:extLst xmlns:a="http://schemas.openxmlformats.org/drawingml/2006/main">
              <a:ext uri="{FF2B5EF4-FFF2-40B4-BE49-F238E27FC236}">
                <a16:creationId xmlns:a16="http://schemas.microsoft.com/office/drawing/2014/main" id="{FF12BD8C-C33D-4AA4-A3E0-A29E470DFF18}"/>
              </a:ext>
            </a:extLst>
          </p:cNvPr>
          <p:cNvSpPr>
            <a:spLocks xmlns:a="http://schemas.openxmlformats.org/drawingml/2006/main" noGrp="1"/>
          </p:cNvSpPr>
          <p:nvPr/>
        </p:nvSpPr>
        <p:spPr>
          <a:xfrm xmlns:a="http://schemas.openxmlformats.org/drawingml/2006/main">
            <a:off x="9153525" y="32766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36" name="BM25 retrieval-step-0-heading">
            <a:extLst xmlns:a="http://schemas.openxmlformats.org/drawingml/2006/main">
              <a:ext uri="{FF2B5EF4-FFF2-40B4-BE49-F238E27FC236}">
                <a16:creationId xmlns:a16="http://schemas.microsoft.com/office/drawing/2014/main" id="{EB9910E6-F430-4DC5-81F9-DA3F92A0EEB2}"/>
              </a:ext>
            </a:extLst>
          </p:cNvPr>
          <p:cNvSpPr>
            <a:spLocks xmlns:a="http://schemas.openxmlformats.org/drawingml/2006/main" noGrp="1"/>
          </p:cNvSpPr>
          <p:nvPr/>
        </p:nvSpPr>
        <p:spPr>
          <a:xfrm xmlns:a="http://schemas.openxmlformats.org/drawingml/2006/main">
            <a:off x="9277350" y="33718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1. Tokenize chunks</a:t>
            </a:r>
          </a:p>
        </p:txBody>
      </p:sp>
      <p:sp>
        <p:nvSpPr>
          <p:cNvPr id="237" name="BM25 retrieval-step-0-body">
            <a:extLst xmlns:a="http://schemas.openxmlformats.org/drawingml/2006/main">
              <a:ext uri="{FF2B5EF4-FFF2-40B4-BE49-F238E27FC236}">
                <a16:creationId xmlns:a16="http://schemas.microsoft.com/office/drawing/2014/main" id="{B5AABD64-6872-4521-A56D-25454DA10E6D}"/>
              </a:ext>
            </a:extLst>
          </p:cNvPr>
          <p:cNvSpPr>
            <a:spLocks xmlns:a="http://schemas.openxmlformats.org/drawingml/2006/main" noGrp="1"/>
          </p:cNvSpPr>
          <p:nvPr/>
        </p:nvSpPr>
        <p:spPr>
          <a:xfrm xmlns:a="http://schemas.openxmlformats.org/drawingml/2006/main">
            <a:off x="9277350" y="35718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Normalize terms and vocabulary</a:t>
            </a:r>
          </a:p>
        </p:txBody>
      </p:sp>
      <p:sp>
        <p:nvSpPr>
          <p:cNvPr id="238" name="BM25 retrieval-arrow-0-line">
            <a:extLst xmlns:a="http://schemas.openxmlformats.org/drawingml/2006/main">
              <a:ext uri="{FF2B5EF4-FFF2-40B4-BE49-F238E27FC236}">
                <a16:creationId xmlns:a16="http://schemas.microsoft.com/office/drawing/2014/main" id="{22314301-F82C-4313-8C83-6A6B63B7F5A7}"/>
              </a:ext>
            </a:extLst>
          </p:cNvPr>
          <p:cNvSpPr>
            <a:spLocks xmlns:a="http://schemas.openxmlformats.org/drawingml/2006/main" noGrp="1"/>
          </p:cNvSpPr>
          <p:nvPr/>
        </p:nvSpPr>
        <p:spPr>
          <a:xfrm xmlns:a="http://schemas.openxmlformats.org/drawingml/2006/main">
            <a:off x="10106025" y="3752850"/>
            <a:ext cx="0" cy="142875"/>
          </a:xfrm>
          <a:prstGeom xmlns:a="http://schemas.openxmlformats.org/drawingml/2006/main" prst="line">
            <a:avLst/>
          </a:prstGeom>
          <a:ln xmlns:a="http://schemas.openxmlformats.org/drawingml/2006/main" w="19050">
            <a:solidFill>
              <a:srgbClr val="4C666A"/>
            </a:solidFill>
            <a:prstDash val="solid"/>
          </a:ln>
        </p:spPr>
      </p:sp>
      <p:sp>
        <p:nvSpPr>
          <p:cNvPr id="239" name="BM25 retrieval-arrow-0-head">
            <a:extLst xmlns:a="http://schemas.openxmlformats.org/drawingml/2006/main">
              <a:ext uri="{FF2B5EF4-FFF2-40B4-BE49-F238E27FC236}">
                <a16:creationId xmlns:a16="http://schemas.microsoft.com/office/drawing/2014/main" id="{AF6C2A76-2672-41CF-B979-644D5487267C}"/>
              </a:ext>
            </a:extLst>
          </p:cNvPr>
          <p:cNvSpPr>
            <a:spLocks xmlns:a="http://schemas.openxmlformats.org/drawingml/2006/main" noGrp="1"/>
          </p:cNvSpPr>
          <p:nvPr/>
        </p:nvSpPr>
        <p:spPr>
          <a:xfrm xmlns:a="http://schemas.openxmlformats.org/drawingml/2006/main">
            <a:off x="10039350" y="3857625"/>
            <a:ext cx="133350" cy="95250"/>
          </a:xfrm>
          <a:prstGeom xmlns:a="http://schemas.openxmlformats.org/drawingml/2006/main" prst="triangle">
            <a:avLst/>
          </a:prstGeom>
          <a:solidFill xmlns:a="http://schemas.openxmlformats.org/drawingml/2006/main">
            <a:srgbClr val="4C666A"/>
          </a:solidFill>
          <a:ln xmlns:a="http://schemas.openxmlformats.org/drawingml/2006/main" w="0">
            <a:solidFill>
              <a:srgbClr val="4C666A"/>
            </a:solidFill>
            <a:prstDash val="solid"/>
          </a:ln>
        </p:spPr>
      </p:sp>
      <p:sp>
        <p:nvSpPr>
          <p:cNvPr id="240" name="BM25 retrieval-step-1">
            <a:extLst xmlns:a="http://schemas.openxmlformats.org/drawingml/2006/main">
              <a:ext uri="{FF2B5EF4-FFF2-40B4-BE49-F238E27FC236}">
                <a16:creationId xmlns:a16="http://schemas.microsoft.com/office/drawing/2014/main" id="{4AAC7119-5957-40E4-A404-1D5E2847BC7F}"/>
              </a:ext>
            </a:extLst>
          </p:cNvPr>
          <p:cNvSpPr>
            <a:spLocks xmlns:a="http://schemas.openxmlformats.org/drawingml/2006/main" noGrp="1"/>
          </p:cNvSpPr>
          <p:nvPr/>
        </p:nvSpPr>
        <p:spPr>
          <a:xfrm xmlns:a="http://schemas.openxmlformats.org/drawingml/2006/main">
            <a:off x="9153525" y="39624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41" name="BM25 retrieval-step-1-heading">
            <a:extLst xmlns:a="http://schemas.openxmlformats.org/drawingml/2006/main">
              <a:ext uri="{FF2B5EF4-FFF2-40B4-BE49-F238E27FC236}">
                <a16:creationId xmlns:a16="http://schemas.microsoft.com/office/drawing/2014/main" id="{F3344933-D967-4168-B1FF-0CC09B4A59FB}"/>
              </a:ext>
            </a:extLst>
          </p:cNvPr>
          <p:cNvSpPr>
            <a:spLocks xmlns:a="http://schemas.openxmlformats.org/drawingml/2006/main" noGrp="1"/>
          </p:cNvSpPr>
          <p:nvPr/>
        </p:nvSpPr>
        <p:spPr>
          <a:xfrm xmlns:a="http://schemas.openxmlformats.org/drawingml/2006/main">
            <a:off x="9277350" y="40576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2. Score with BM25</a:t>
            </a:r>
          </a:p>
        </p:txBody>
      </p:sp>
      <p:sp>
        <p:nvSpPr>
          <p:cNvPr id="242" name="BM25 retrieval-step-1-body">
            <a:extLst xmlns:a="http://schemas.openxmlformats.org/drawingml/2006/main">
              <a:ext uri="{FF2B5EF4-FFF2-40B4-BE49-F238E27FC236}">
                <a16:creationId xmlns:a16="http://schemas.microsoft.com/office/drawing/2014/main" id="{72370193-BEAE-4AA8-B13E-4F62710C7CBD}"/>
              </a:ext>
            </a:extLst>
          </p:cNvPr>
          <p:cNvSpPr>
            <a:spLocks xmlns:a="http://schemas.openxmlformats.org/drawingml/2006/main" noGrp="1"/>
          </p:cNvSpPr>
          <p:nvPr/>
        </p:nvSpPr>
        <p:spPr>
          <a:xfrm xmlns:a="http://schemas.openxmlformats.org/drawingml/2006/main">
            <a:off x="9277350" y="42576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Balance term frequency and rarity</a:t>
            </a:r>
          </a:p>
        </p:txBody>
      </p:sp>
      <p:sp>
        <p:nvSpPr>
          <p:cNvPr id="243" name="BM25 retrieval-arrow-1-line">
            <a:extLst xmlns:a="http://schemas.openxmlformats.org/drawingml/2006/main">
              <a:ext uri="{FF2B5EF4-FFF2-40B4-BE49-F238E27FC236}">
                <a16:creationId xmlns:a16="http://schemas.microsoft.com/office/drawing/2014/main" id="{DA354223-B9F0-44E8-AF6E-A965C4A55720}"/>
              </a:ext>
            </a:extLst>
          </p:cNvPr>
          <p:cNvSpPr>
            <a:spLocks xmlns:a="http://schemas.openxmlformats.org/drawingml/2006/main" noGrp="1"/>
          </p:cNvSpPr>
          <p:nvPr/>
        </p:nvSpPr>
        <p:spPr>
          <a:xfrm xmlns:a="http://schemas.openxmlformats.org/drawingml/2006/main">
            <a:off x="10106025" y="4438650"/>
            <a:ext cx="0" cy="142875"/>
          </a:xfrm>
          <a:prstGeom xmlns:a="http://schemas.openxmlformats.org/drawingml/2006/main" prst="line">
            <a:avLst/>
          </a:prstGeom>
          <a:ln xmlns:a="http://schemas.openxmlformats.org/drawingml/2006/main" w="19050">
            <a:solidFill>
              <a:srgbClr val="4C666A"/>
            </a:solidFill>
            <a:prstDash val="solid"/>
          </a:ln>
        </p:spPr>
      </p:sp>
      <p:sp>
        <p:nvSpPr>
          <p:cNvPr id="244" name="BM25 retrieval-arrow-1-head">
            <a:extLst xmlns:a="http://schemas.openxmlformats.org/drawingml/2006/main">
              <a:ext uri="{FF2B5EF4-FFF2-40B4-BE49-F238E27FC236}">
                <a16:creationId xmlns:a16="http://schemas.microsoft.com/office/drawing/2014/main" id="{CB29146B-4768-4736-A391-50B9999CA64D}"/>
              </a:ext>
            </a:extLst>
          </p:cNvPr>
          <p:cNvSpPr>
            <a:spLocks xmlns:a="http://schemas.openxmlformats.org/drawingml/2006/main" noGrp="1"/>
          </p:cNvSpPr>
          <p:nvPr/>
        </p:nvSpPr>
        <p:spPr>
          <a:xfrm xmlns:a="http://schemas.openxmlformats.org/drawingml/2006/main">
            <a:off x="10039350" y="4543425"/>
            <a:ext cx="133350" cy="95250"/>
          </a:xfrm>
          <a:prstGeom xmlns:a="http://schemas.openxmlformats.org/drawingml/2006/main" prst="triangle">
            <a:avLst/>
          </a:prstGeom>
          <a:solidFill xmlns:a="http://schemas.openxmlformats.org/drawingml/2006/main">
            <a:srgbClr val="4C666A"/>
          </a:solidFill>
          <a:ln xmlns:a="http://schemas.openxmlformats.org/drawingml/2006/main" w="0">
            <a:solidFill>
              <a:srgbClr val="4C666A"/>
            </a:solidFill>
            <a:prstDash val="solid"/>
          </a:ln>
        </p:spPr>
      </p:sp>
      <p:sp>
        <p:nvSpPr>
          <p:cNvPr id="245" name="BM25 retrieval-step-2">
            <a:extLst xmlns:a="http://schemas.openxmlformats.org/drawingml/2006/main">
              <a:ext uri="{FF2B5EF4-FFF2-40B4-BE49-F238E27FC236}">
                <a16:creationId xmlns:a16="http://schemas.microsoft.com/office/drawing/2014/main" id="{7BBF7B2A-5F0F-4A7C-B67C-9261E355961C}"/>
              </a:ext>
            </a:extLst>
          </p:cNvPr>
          <p:cNvSpPr>
            <a:spLocks xmlns:a="http://schemas.openxmlformats.org/drawingml/2006/main" noGrp="1"/>
          </p:cNvSpPr>
          <p:nvPr/>
        </p:nvSpPr>
        <p:spPr>
          <a:xfrm xmlns:a="http://schemas.openxmlformats.org/drawingml/2006/main">
            <a:off x="9153525" y="4648200"/>
            <a:ext cx="1905000" cy="476250"/>
          </a:xfrm>
          <a:prstGeom xmlns:a="http://schemas.openxmlformats.org/drawingml/2006/main" prst="roundRect">
            <a:avLst>
              <a:gd name="adj" fmla="val 14000"/>
            </a:avLst>
          </a:prstGeom>
          <a:solidFill xmlns:a="http://schemas.openxmlformats.org/drawingml/2006/main">
            <a:srgbClr val="EAF5FB"/>
          </a:solidFill>
          <a:ln xmlns:a="http://schemas.openxmlformats.org/drawingml/2006/main" w="9525">
            <a:solidFill>
              <a:srgbClr val="9CCFE6"/>
            </a:solidFill>
            <a:prstDash val="solid"/>
          </a:ln>
        </p:spPr>
      </p:sp>
      <p:sp>
        <p:nvSpPr>
          <p:cNvPr id="246" name="BM25 retrieval-step-2-heading">
            <a:extLst xmlns:a="http://schemas.openxmlformats.org/drawingml/2006/main">
              <a:ext uri="{FF2B5EF4-FFF2-40B4-BE49-F238E27FC236}">
                <a16:creationId xmlns:a16="http://schemas.microsoft.com/office/drawing/2014/main" id="{9EA29F69-724C-40B2-ACD6-D83E5225F64F}"/>
              </a:ext>
            </a:extLst>
          </p:cNvPr>
          <p:cNvSpPr>
            <a:spLocks xmlns:a="http://schemas.openxmlformats.org/drawingml/2006/main" noGrp="1"/>
          </p:cNvSpPr>
          <p:nvPr/>
        </p:nvSpPr>
        <p:spPr>
          <a:xfrm xmlns:a="http://schemas.openxmlformats.org/drawingml/2006/main">
            <a:off x="9277350" y="4743450"/>
            <a:ext cx="16573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b="1">
                <a:solidFill>
                  <a:srgbClr val="18282E"/>
                </a:solidFill>
              </a:defRPr>
            </a:defPPr>
            <a:lvl1pPr>
              <a:buNone/>
              <a:defRPr sz="863" b="1">
                <a:solidFill>
                  <a:srgbClr val="18282E"/>
                </a:solidFill>
              </a:defRPr>
            </a:lvl1pPr>
            <a:lvl2pPr>
              <a:buNone/>
              <a:defRPr sz="863" b="1">
                <a:solidFill>
                  <a:srgbClr val="18282E"/>
                </a:solidFill>
              </a:defRPr>
            </a:lvl2pPr>
            <a:lvl3pPr>
              <a:buNone/>
              <a:defRPr sz="863" b="1">
                <a:solidFill>
                  <a:srgbClr val="18282E"/>
                </a:solidFill>
              </a:defRPr>
            </a:lvl3pPr>
            <a:lvl4pPr>
              <a:buNone/>
              <a:defRPr sz="863" b="1">
                <a:solidFill>
                  <a:srgbClr val="18282E"/>
                </a:solidFill>
              </a:defRPr>
            </a:lvl4pPr>
            <a:lvl5pPr>
              <a:buNone/>
              <a:defRPr sz="863" b="1">
                <a:solidFill>
                  <a:srgbClr val="18282E"/>
                </a:solidFill>
              </a:defRPr>
            </a:lvl5pPr>
            <a:lvl6pPr>
              <a:buNone/>
              <a:defRPr sz="863" b="1">
                <a:solidFill>
                  <a:srgbClr val="18282E"/>
                </a:solidFill>
              </a:defRPr>
            </a:lvl6pPr>
            <a:lvl7pPr>
              <a:buNone/>
              <a:defRPr sz="863" b="1">
                <a:solidFill>
                  <a:srgbClr val="18282E"/>
                </a:solidFill>
              </a:defRPr>
            </a:lvl7pPr>
            <a:lvl8pPr>
              <a:buNone/>
              <a:defRPr sz="863" b="1">
                <a:solidFill>
                  <a:srgbClr val="18282E"/>
                </a:solidFill>
              </a:defRPr>
            </a:lvl8pPr>
            <a:lvl9pPr>
              <a:buNone/>
              <a:defRPr sz="863" b="1">
                <a:solidFill>
                  <a:srgbClr val="18282E"/>
                </a:solidFill>
              </a:defRPr>
            </a:lvl9pPr>
          </a:lstStyle>
          <a:p xmlns:a="http://schemas.openxmlformats.org/drawingml/2006/main">
            <a:pPr>
              <a:buNone/>
              <a:defRPr sz="863" b="1">
                <a:solidFill>
                  <a:srgbClr val="18282E"/>
                </a:solidFill>
              </a:defRPr>
            </a:pPr>
            <a:r>
              <a:rPr sz="863" b="1">
                <a:solidFill>
                  <a:srgbClr val="18282E"/>
                </a:solidFill>
              </a:rPr>
              <a:t>3. Rank lexical matches</a:t>
            </a:r>
          </a:p>
        </p:txBody>
      </p:sp>
      <p:sp>
        <p:nvSpPr>
          <p:cNvPr id="247" name="BM25 retrieval-step-2-body">
            <a:extLst xmlns:a="http://schemas.openxmlformats.org/drawingml/2006/main">
              <a:ext uri="{FF2B5EF4-FFF2-40B4-BE49-F238E27FC236}">
                <a16:creationId xmlns:a16="http://schemas.microsoft.com/office/drawing/2014/main" id="{3892BD9F-7688-4CEB-9EDA-F19F13A9DD17}"/>
              </a:ext>
            </a:extLst>
          </p:cNvPr>
          <p:cNvSpPr>
            <a:spLocks xmlns:a="http://schemas.openxmlformats.org/drawingml/2006/main" noGrp="1"/>
          </p:cNvSpPr>
          <p:nvPr/>
        </p:nvSpPr>
        <p:spPr>
          <a:xfrm xmlns:a="http://schemas.openxmlformats.org/drawingml/2006/main">
            <a:off x="9277350" y="4943475"/>
            <a:ext cx="165735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638">
                <a:solidFill>
                  <a:srgbClr val="62747A"/>
                </a:solidFill>
              </a:defRPr>
            </a:defPPr>
            <a:lvl1pPr>
              <a:buNone/>
              <a:defRPr sz="638">
                <a:solidFill>
                  <a:srgbClr val="62747A"/>
                </a:solidFill>
              </a:defRPr>
            </a:lvl1pPr>
            <a:lvl2pPr>
              <a:buNone/>
              <a:defRPr sz="638">
                <a:solidFill>
                  <a:srgbClr val="62747A"/>
                </a:solidFill>
              </a:defRPr>
            </a:lvl2pPr>
            <a:lvl3pPr>
              <a:buNone/>
              <a:defRPr sz="638">
                <a:solidFill>
                  <a:srgbClr val="62747A"/>
                </a:solidFill>
              </a:defRPr>
            </a:lvl3pPr>
            <a:lvl4pPr>
              <a:buNone/>
              <a:defRPr sz="638">
                <a:solidFill>
                  <a:srgbClr val="62747A"/>
                </a:solidFill>
              </a:defRPr>
            </a:lvl4pPr>
            <a:lvl5pPr>
              <a:buNone/>
              <a:defRPr sz="638">
                <a:solidFill>
                  <a:srgbClr val="62747A"/>
                </a:solidFill>
              </a:defRPr>
            </a:lvl5pPr>
            <a:lvl6pPr>
              <a:buNone/>
              <a:defRPr sz="638">
                <a:solidFill>
                  <a:srgbClr val="62747A"/>
                </a:solidFill>
              </a:defRPr>
            </a:lvl6pPr>
            <a:lvl7pPr>
              <a:buNone/>
              <a:defRPr sz="638">
                <a:solidFill>
                  <a:srgbClr val="62747A"/>
                </a:solidFill>
              </a:defRPr>
            </a:lvl7pPr>
            <a:lvl8pPr>
              <a:buNone/>
              <a:defRPr sz="638">
                <a:solidFill>
                  <a:srgbClr val="62747A"/>
                </a:solidFill>
              </a:defRPr>
            </a:lvl8pPr>
            <a:lvl9pPr>
              <a:buNone/>
              <a:defRPr sz="638">
                <a:solidFill>
                  <a:srgbClr val="62747A"/>
                </a:solidFill>
              </a:defRPr>
            </a:lvl9pPr>
          </a:lstStyle>
          <a:p xmlns:a="http://schemas.openxmlformats.org/drawingml/2006/main">
            <a:pPr>
              <a:buNone/>
              <a:defRPr sz="638">
                <a:solidFill>
                  <a:srgbClr val="62747A"/>
                </a:solidFill>
              </a:defRPr>
            </a:pPr>
            <a:r>
              <a:rPr sz="638">
                <a:solidFill>
                  <a:srgbClr val="62747A"/>
                </a:solidFill>
              </a:rPr>
              <a:t>Return top-k keyword matches</a:t>
            </a:r>
          </a:p>
        </p:txBody>
      </p:sp>
      <p:sp>
        <p:nvSpPr>
          <p:cNvPr id="248" name="BM25 retrieval-footer">
            <a:extLst xmlns:a="http://schemas.openxmlformats.org/drawingml/2006/main">
              <a:ext uri="{FF2B5EF4-FFF2-40B4-BE49-F238E27FC236}">
                <a16:creationId xmlns:a16="http://schemas.microsoft.com/office/drawing/2014/main" id="{8EB13385-DE55-4687-939B-A1609BEA1C61}"/>
              </a:ext>
            </a:extLst>
          </p:cNvPr>
          <p:cNvSpPr>
            <a:spLocks xmlns:a="http://schemas.openxmlformats.org/drawingml/2006/main" noGrp="1"/>
          </p:cNvSpPr>
          <p:nvPr/>
        </p:nvSpPr>
        <p:spPr>
          <a:xfrm xmlns:a="http://schemas.openxmlformats.org/drawingml/2006/main">
            <a:off x="9105900" y="5238750"/>
            <a:ext cx="20002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653">
                <a:solidFill>
                  <a:srgbClr val="62747A"/>
                </a:solidFill>
              </a:defRPr>
            </a:defPPr>
            <a:lvl1pPr algn="ctr">
              <a:buNone/>
              <a:defRPr sz="653">
                <a:solidFill>
                  <a:srgbClr val="62747A"/>
                </a:solidFill>
              </a:defRPr>
            </a:lvl1pPr>
            <a:lvl2pPr algn="ctr">
              <a:buNone/>
              <a:defRPr sz="653">
                <a:solidFill>
                  <a:srgbClr val="62747A"/>
                </a:solidFill>
              </a:defRPr>
            </a:lvl2pPr>
            <a:lvl3pPr algn="ctr">
              <a:buNone/>
              <a:defRPr sz="653">
                <a:solidFill>
                  <a:srgbClr val="62747A"/>
                </a:solidFill>
              </a:defRPr>
            </a:lvl3pPr>
            <a:lvl4pPr algn="ctr">
              <a:buNone/>
              <a:defRPr sz="653">
                <a:solidFill>
                  <a:srgbClr val="62747A"/>
                </a:solidFill>
              </a:defRPr>
            </a:lvl4pPr>
            <a:lvl5pPr algn="ctr">
              <a:buNone/>
              <a:defRPr sz="653">
                <a:solidFill>
                  <a:srgbClr val="62747A"/>
                </a:solidFill>
              </a:defRPr>
            </a:lvl5pPr>
            <a:lvl6pPr algn="ctr">
              <a:buNone/>
              <a:defRPr sz="653">
                <a:solidFill>
                  <a:srgbClr val="62747A"/>
                </a:solidFill>
              </a:defRPr>
            </a:lvl6pPr>
            <a:lvl7pPr algn="ctr">
              <a:buNone/>
              <a:defRPr sz="653">
                <a:solidFill>
                  <a:srgbClr val="62747A"/>
                </a:solidFill>
              </a:defRPr>
            </a:lvl7pPr>
            <a:lvl8pPr algn="ctr">
              <a:buNone/>
              <a:defRPr sz="653">
                <a:solidFill>
                  <a:srgbClr val="62747A"/>
                </a:solidFill>
              </a:defRPr>
            </a:lvl8pPr>
            <a:lvl9pPr algn="ctr">
              <a:buNone/>
              <a:defRPr sz="653">
                <a:solidFill>
                  <a:srgbClr val="62747A"/>
                </a:solidFill>
              </a:defRPr>
            </a:lvl9pPr>
          </a:lstStyle>
          <a:p xmlns:a="http://schemas.openxmlformats.org/drawingml/2006/main">
            <a:pPr algn="ctr">
              <a:buNone/>
              <a:defRPr sz="653">
                <a:solidFill>
                  <a:srgbClr val="62747A"/>
                </a:solidFill>
              </a:defRPr>
            </a:pPr>
            <a:r>
              <a:rPr sz="653">
                <a:solidFill>
                  <a:srgbClr val="62747A"/>
                </a:solidFill>
              </a:rPr>
              <a:t>Transparent · exact-term friendly</a:t>
            </a:r>
          </a:p>
        </p:txBody>
      </p:sp>
    </p:spTree>
    <p:extLst>
      <p:ext uri="{BB962C8B-B14F-4D97-AF65-F5344CB8AC3E}">
        <p14:creationId xmlns:p14="http://schemas.microsoft.com/office/powerpoint/2010/main" val="180643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title">
            <a:extLst xmlns:a="http://schemas.openxmlformats.org/drawingml/2006/main">
              <a:ext uri="{FF2B5EF4-FFF2-40B4-BE49-F238E27FC236}">
                <a16:creationId xmlns:a16="http://schemas.microsoft.com/office/drawing/2014/main" id="{77A4E976-CE1B-4A63-AB14-7AB59CCCCF49}"/>
              </a:ext>
            </a:extLst>
          </p:cNvPr>
          <p:cNvSpPr>
            <a:spLocks xmlns:a="http://schemas.openxmlformats.org/drawingml/2006/main" noGrp="1"/>
          </p:cNvSpPr>
          <p:nvPr/>
        </p:nvSpPr>
        <p:spPr>
          <a:xfrm xmlns:a="http://schemas.openxmlformats.org/drawingml/2006/main">
            <a:off x="590550" y="4000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Hierarchy-aware retrieval fixes fragments that flat chunking cannot</a:t>
            </a:r>
          </a:p>
        </p:txBody>
      </p:sp>
      <p:sp>
        <p:nvSpPr>
          <p:cNvPr id="2" name="subtitle">
            <a:extLst xmlns:a="http://schemas.openxmlformats.org/drawingml/2006/main">
              <a:ext uri="{FF2B5EF4-FFF2-40B4-BE49-F238E27FC236}">
                <a16:creationId xmlns:a16="http://schemas.microsoft.com/office/drawing/2014/main" id="{D379DE53-BB42-4504-9614-DBDDFAE27BA5}"/>
              </a:ext>
            </a:extLst>
          </p:cNvPr>
          <p:cNvSpPr>
            <a:spLocks xmlns:a="http://schemas.openxmlformats.org/drawingml/2006/main" noGrp="1"/>
          </p:cNvSpPr>
          <p:nvPr/>
        </p:nvSpPr>
        <p:spPr>
          <a:xfrm xmlns:a="http://schemas.openxmlformats.org/drawingml/2006/main">
            <a:off x="590550" y="895350"/>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Current state: full-document Docling and HybridChunker are complete. Table parent/row-child retrieval works separately. Figure and section parent expansion remain to be integrated.</a:t>
            </a:r>
          </a:p>
        </p:txBody>
      </p:sp>
      <p:sp>
        <p:nvSpPr>
          <p:cNvPr id="3" name="status-heading">
            <a:extLst xmlns:a="http://schemas.openxmlformats.org/drawingml/2006/main">
              <a:ext uri="{FF2B5EF4-FFF2-40B4-BE49-F238E27FC236}">
                <a16:creationId xmlns:a16="http://schemas.microsoft.com/office/drawing/2014/main" id="{036886B8-4890-4AB5-BD71-26351F42F327}"/>
              </a:ext>
            </a:extLst>
          </p:cNvPr>
          <p:cNvSpPr>
            <a:spLocks xmlns:a="http://schemas.openxmlformats.org/drawingml/2006/main" noGrp="1"/>
          </p:cNvSpPr>
          <p:nvPr/>
        </p:nvSpPr>
        <p:spPr>
          <a:xfrm xmlns:a="http://schemas.openxmlformats.org/drawingml/2006/main">
            <a:off x="590550" y="1466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49717D"/>
                </a:solidFill>
              </a:defRPr>
            </a:defPPr>
            <a:lvl1pPr>
              <a:buNone/>
              <a:defRPr sz="900" b="1">
                <a:solidFill>
                  <a:srgbClr val="49717D"/>
                </a:solidFill>
              </a:defRPr>
            </a:lvl1pPr>
            <a:lvl2pPr>
              <a:buNone/>
              <a:defRPr sz="900" b="1">
                <a:solidFill>
                  <a:srgbClr val="49717D"/>
                </a:solidFill>
              </a:defRPr>
            </a:lvl2pPr>
            <a:lvl3pPr>
              <a:buNone/>
              <a:defRPr sz="900" b="1">
                <a:solidFill>
                  <a:srgbClr val="49717D"/>
                </a:solidFill>
              </a:defRPr>
            </a:lvl3pPr>
            <a:lvl4pPr>
              <a:buNone/>
              <a:defRPr sz="900" b="1">
                <a:solidFill>
                  <a:srgbClr val="49717D"/>
                </a:solidFill>
              </a:defRPr>
            </a:lvl4pPr>
            <a:lvl5pPr>
              <a:buNone/>
              <a:defRPr sz="900" b="1">
                <a:solidFill>
                  <a:srgbClr val="49717D"/>
                </a:solidFill>
              </a:defRPr>
            </a:lvl5pPr>
            <a:lvl6pPr>
              <a:buNone/>
              <a:defRPr sz="900" b="1">
                <a:solidFill>
                  <a:srgbClr val="49717D"/>
                </a:solidFill>
              </a:defRPr>
            </a:lvl6pPr>
            <a:lvl7pPr>
              <a:buNone/>
              <a:defRPr sz="900" b="1">
                <a:solidFill>
                  <a:srgbClr val="49717D"/>
                </a:solidFill>
              </a:defRPr>
            </a:lvl7pPr>
            <a:lvl8pPr>
              <a:buNone/>
              <a:defRPr sz="900" b="1">
                <a:solidFill>
                  <a:srgbClr val="49717D"/>
                </a:solidFill>
              </a:defRPr>
            </a:lvl8pPr>
            <a:lvl9pPr>
              <a:buNone/>
              <a:defRPr sz="900" b="1">
                <a:solidFill>
                  <a:srgbClr val="49717D"/>
                </a:solidFill>
              </a:defRPr>
            </a:lvl9pPr>
          </a:lstStyle>
          <a:p xmlns:a="http://schemas.openxmlformats.org/drawingml/2006/main">
            <a:pPr>
              <a:buNone/>
              <a:defRPr sz="900" b="1">
                <a:solidFill>
                  <a:srgbClr val="49717D"/>
                </a:solidFill>
              </a:defRPr>
            </a:pPr>
            <a:r>
              <a:rPr sz="900" b="1">
                <a:solidFill>
                  <a:srgbClr val="49717D"/>
                </a:solidFill>
              </a:rPr>
              <a:t>IMPLEMENTATION STATUS</a:t>
            </a:r>
          </a:p>
        </p:txBody>
      </p:sp>
      <p:sp>
        <p:nvSpPr>
          <p:cNvPr id="4" name="docling-root">
            <a:extLst xmlns:a="http://schemas.openxmlformats.org/drawingml/2006/main">
              <a:ext uri="{FF2B5EF4-FFF2-40B4-BE49-F238E27FC236}">
                <a16:creationId xmlns:a16="http://schemas.microsoft.com/office/drawing/2014/main" id="{CBA80E0F-7443-42B0-9F30-B3F0C1485EA3}"/>
              </a:ext>
            </a:extLst>
          </p:cNvPr>
          <p:cNvSpPr>
            <a:spLocks xmlns:a="http://schemas.openxmlformats.org/drawingml/2006/main" noGrp="1"/>
          </p:cNvSpPr>
          <p:nvPr/>
        </p:nvSpPr>
        <p:spPr>
          <a:xfrm xmlns:a="http://schemas.openxmlformats.org/drawingml/2006/main">
            <a:off x="762000" y="1771650"/>
            <a:ext cx="4286250" cy="400050"/>
          </a:xfrm>
          <a:prstGeom xmlns:a="http://schemas.openxmlformats.org/drawingml/2006/main" prst="roundRect">
            <a:avLst>
              <a:gd name="adj" fmla="val 19048"/>
            </a:avLst>
          </a:prstGeom>
          <a:solidFill xmlns:a="http://schemas.openxmlformats.org/drawingml/2006/main">
            <a:srgbClr val="102B35"/>
          </a:solidFill>
          <a:ln xmlns:a="http://schemas.openxmlformats.org/drawingml/2006/main" w="9525">
            <a:solidFill>
              <a:srgbClr val="102B35"/>
            </a:solidFill>
            <a:prstDash val="solid"/>
          </a:ln>
        </p:spPr>
        <p:txBody>
          <a:bodyPr xmlns:a="http://schemas.openxmlformats.org/drawingml/2006/main"/>
          <a:lstStyle xmlns:a="http://schemas.openxmlformats.org/drawingml/2006/main">
            <a:defPPr>
              <a:defRPr sz="1350" b="1">
                <a:solidFill>
                  <a:srgbClr val="FFFFFF"/>
                </a:solidFill>
              </a:defRPr>
            </a:defPPr>
            <a:lvl1pPr>
              <a:buNone/>
              <a:defRPr sz="1350" b="1">
                <a:solidFill>
                  <a:srgbClr val="FFFFFF"/>
                </a:solidFill>
              </a:defRPr>
            </a:lvl1pPr>
            <a:lvl2pPr>
              <a:buNone/>
              <a:defRPr sz="1350" b="1">
                <a:solidFill>
                  <a:srgbClr val="FFFFFF"/>
                </a:solidFill>
              </a:defRPr>
            </a:lvl2pPr>
            <a:lvl3pPr>
              <a:buNone/>
              <a:defRPr sz="1350" b="1">
                <a:solidFill>
                  <a:srgbClr val="FFFFFF"/>
                </a:solidFill>
              </a:defRPr>
            </a:lvl3pPr>
            <a:lvl4pPr>
              <a:buNone/>
              <a:defRPr sz="1350" b="1">
                <a:solidFill>
                  <a:srgbClr val="FFFFFF"/>
                </a:solidFill>
              </a:defRPr>
            </a:lvl4pPr>
            <a:lvl5pPr>
              <a:buNone/>
              <a:defRPr sz="1350" b="1">
                <a:solidFill>
                  <a:srgbClr val="FFFFFF"/>
                </a:solidFill>
              </a:defRPr>
            </a:lvl5pPr>
            <a:lvl6pPr>
              <a:buNone/>
              <a:defRPr sz="1350" b="1">
                <a:solidFill>
                  <a:srgbClr val="FFFFFF"/>
                </a:solidFill>
              </a:defRPr>
            </a:lvl6pPr>
            <a:lvl7pPr>
              <a:buNone/>
              <a:defRPr sz="1350" b="1">
                <a:solidFill>
                  <a:srgbClr val="FFFFFF"/>
                </a:solidFill>
              </a:defRPr>
            </a:lvl7pPr>
            <a:lvl8pPr>
              <a:buNone/>
              <a:defRPr sz="1350" b="1">
                <a:solidFill>
                  <a:srgbClr val="FFFFFF"/>
                </a:solidFill>
              </a:defRPr>
            </a:lvl8pPr>
            <a:lvl9pPr>
              <a:buNone/>
              <a:defRPr sz="1350" b="1">
                <a:solidFill>
                  <a:srgbClr val="FFFFFF"/>
                </a:solidFill>
              </a:defRPr>
            </a:lvl9pPr>
          </a:lstStyle>
          <a:p xmlns:a="http://schemas.openxmlformats.org/drawingml/2006/main">
            <a:pPr>
              <a:buNone/>
              <a:defRPr sz="1350" b="1">
                <a:solidFill>
                  <a:srgbClr val="FFFFFF"/>
                </a:solidFill>
              </a:defRPr>
            </a:pPr>
            <a:r>
              <a:rPr sz="1350" b="1">
                <a:solidFill>
                  <a:srgbClr val="FFFFFF"/>
                </a:solidFill>
              </a:rPr>
              <a:t>Full PDF  →  DoclingDocument</a:t>
            </a:r>
          </a:p>
        </p:txBody>
      </p:sp>
      <p:sp>
        <p:nvSpPr>
          <p:cNvPr id="5" name="branch-0">
            <a:extLst xmlns:a="http://schemas.openxmlformats.org/drawingml/2006/main">
              <a:ext uri="{FF2B5EF4-FFF2-40B4-BE49-F238E27FC236}">
                <a16:creationId xmlns:a16="http://schemas.microsoft.com/office/drawing/2014/main" id="{85BD6C15-5FC7-4826-8D9D-90A6E58171A8}"/>
              </a:ext>
            </a:extLst>
          </p:cNvPr>
          <p:cNvSpPr>
            <a:spLocks xmlns:a="http://schemas.openxmlformats.org/drawingml/2006/main" noGrp="1"/>
          </p:cNvSpPr>
          <p:nvPr/>
        </p:nvSpPr>
        <p:spPr>
          <a:xfrm xmlns:a="http://schemas.openxmlformats.org/drawingml/2006/main">
            <a:off x="914400" y="2171700"/>
            <a:ext cx="0" cy="36195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6" name="branch-arm-0">
            <a:extLst xmlns:a="http://schemas.openxmlformats.org/drawingml/2006/main">
              <a:ext uri="{FF2B5EF4-FFF2-40B4-BE49-F238E27FC236}">
                <a16:creationId xmlns:a16="http://schemas.microsoft.com/office/drawing/2014/main" id="{8D05F3A5-A6E5-4C6A-9FCA-17F413A34B72}"/>
              </a:ext>
            </a:extLst>
          </p:cNvPr>
          <p:cNvSpPr>
            <a:spLocks xmlns:a="http://schemas.openxmlformats.org/drawingml/2006/main" noGrp="1"/>
          </p:cNvSpPr>
          <p:nvPr/>
        </p:nvSpPr>
        <p:spPr>
          <a:xfrm xmlns:a="http://schemas.openxmlformats.org/drawingml/2006/main">
            <a:off x="914400" y="2533650"/>
            <a:ext cx="209550" cy="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7" name="branch-label-0">
            <a:extLst xmlns:a="http://schemas.openxmlformats.org/drawingml/2006/main">
              <a:ext uri="{FF2B5EF4-FFF2-40B4-BE49-F238E27FC236}">
                <a16:creationId xmlns:a16="http://schemas.microsoft.com/office/drawing/2014/main" id="{984B309B-3B3A-4B1F-A06A-CCA54B51D169}"/>
              </a:ext>
            </a:extLst>
          </p:cNvPr>
          <p:cNvSpPr>
            <a:spLocks xmlns:a="http://schemas.openxmlformats.org/drawingml/2006/main" noGrp="1"/>
          </p:cNvSpPr>
          <p:nvPr/>
        </p:nvSpPr>
        <p:spPr>
          <a:xfrm xmlns:a="http://schemas.openxmlformats.org/drawingml/2006/main">
            <a:off x="1190625" y="2362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102B35"/>
                </a:solidFill>
              </a:defRPr>
            </a:defPPr>
            <a:lvl1pPr>
              <a:buNone/>
              <a:defRPr sz="1125" b="1">
                <a:solidFill>
                  <a:srgbClr val="102B35"/>
                </a:solidFill>
              </a:defRPr>
            </a:lvl1pPr>
            <a:lvl2pPr>
              <a:buNone/>
              <a:defRPr sz="1125" b="1">
                <a:solidFill>
                  <a:srgbClr val="102B35"/>
                </a:solidFill>
              </a:defRPr>
            </a:lvl2pPr>
            <a:lvl3pPr>
              <a:buNone/>
              <a:defRPr sz="1125" b="1">
                <a:solidFill>
                  <a:srgbClr val="102B35"/>
                </a:solidFill>
              </a:defRPr>
            </a:lvl3pPr>
            <a:lvl4pPr>
              <a:buNone/>
              <a:defRPr sz="1125" b="1">
                <a:solidFill>
                  <a:srgbClr val="102B35"/>
                </a:solidFill>
              </a:defRPr>
            </a:lvl4pPr>
            <a:lvl5pPr>
              <a:buNone/>
              <a:defRPr sz="1125" b="1">
                <a:solidFill>
                  <a:srgbClr val="102B35"/>
                </a:solidFill>
              </a:defRPr>
            </a:lvl5pPr>
            <a:lvl6pPr>
              <a:buNone/>
              <a:defRPr sz="1125" b="1">
                <a:solidFill>
                  <a:srgbClr val="102B35"/>
                </a:solidFill>
              </a:defRPr>
            </a:lvl6pPr>
            <a:lvl7pPr>
              <a:buNone/>
              <a:defRPr sz="1125" b="1">
                <a:solidFill>
                  <a:srgbClr val="102B35"/>
                </a:solidFill>
              </a:defRPr>
            </a:lvl7pPr>
            <a:lvl8pPr>
              <a:buNone/>
              <a:defRPr sz="1125" b="1">
                <a:solidFill>
                  <a:srgbClr val="102B35"/>
                </a:solidFill>
              </a:defRPr>
            </a:lvl8pPr>
            <a:lvl9pPr>
              <a:buNone/>
              <a:defRPr sz="1125" b="1">
                <a:solidFill>
                  <a:srgbClr val="102B35"/>
                </a:solidFill>
              </a:defRPr>
            </a:lvl9pPr>
          </a:lstStyle>
          <a:p xmlns:a="http://schemas.openxmlformats.org/drawingml/2006/main">
            <a:pPr>
              <a:buNone/>
              <a:defRPr sz="1125" b="1">
                <a:solidFill>
                  <a:srgbClr val="102B35"/>
                </a:solidFill>
              </a:defRPr>
            </a:pPr>
            <a:r>
              <a:rPr sz="1125" b="1">
                <a:solidFill>
                  <a:srgbClr val="102B35"/>
                </a:solidFill>
              </a:rPr>
              <a:t>Normal text</a:t>
            </a:r>
          </a:p>
        </p:txBody>
      </p:sp>
      <p:sp>
        <p:nvSpPr>
          <p:cNvPr id="8" name="branch-detail-0">
            <a:extLst xmlns:a="http://schemas.openxmlformats.org/drawingml/2006/main">
              <a:ext uri="{FF2B5EF4-FFF2-40B4-BE49-F238E27FC236}">
                <a16:creationId xmlns:a16="http://schemas.microsoft.com/office/drawing/2014/main" id="{92C93C09-4FAC-439E-B9F1-77A2C8B421D1}"/>
              </a:ext>
            </a:extLst>
          </p:cNvPr>
          <p:cNvSpPr>
            <a:spLocks xmlns:a="http://schemas.openxmlformats.org/drawingml/2006/main" noGrp="1"/>
          </p:cNvSpPr>
          <p:nvPr/>
        </p:nvSpPr>
        <p:spPr>
          <a:xfrm xmlns:a="http://schemas.openxmlformats.org/drawingml/2006/main">
            <a:off x="2333625" y="23622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a:solidFill>
                  <a:srgbClr val="4D606A"/>
                </a:solidFill>
              </a:defRPr>
            </a:defPPr>
            <a:lvl1pPr>
              <a:buNone/>
              <a:defRPr sz="1050">
                <a:solidFill>
                  <a:srgbClr val="4D606A"/>
                </a:solidFill>
              </a:defRPr>
            </a:lvl1pPr>
            <a:lvl2pPr>
              <a:buNone/>
              <a:defRPr sz="1050">
                <a:solidFill>
                  <a:srgbClr val="4D606A"/>
                </a:solidFill>
              </a:defRPr>
            </a:lvl2pPr>
            <a:lvl3pPr>
              <a:buNone/>
              <a:defRPr sz="1050">
                <a:solidFill>
                  <a:srgbClr val="4D606A"/>
                </a:solidFill>
              </a:defRPr>
            </a:lvl3pPr>
            <a:lvl4pPr>
              <a:buNone/>
              <a:defRPr sz="1050">
                <a:solidFill>
                  <a:srgbClr val="4D606A"/>
                </a:solidFill>
              </a:defRPr>
            </a:lvl4pPr>
            <a:lvl5pPr>
              <a:buNone/>
              <a:defRPr sz="1050">
                <a:solidFill>
                  <a:srgbClr val="4D606A"/>
                </a:solidFill>
              </a:defRPr>
            </a:lvl5pPr>
            <a:lvl6pPr>
              <a:buNone/>
              <a:defRPr sz="1050">
                <a:solidFill>
                  <a:srgbClr val="4D606A"/>
                </a:solidFill>
              </a:defRPr>
            </a:lvl6pPr>
            <a:lvl7pPr>
              <a:buNone/>
              <a:defRPr sz="1050">
                <a:solidFill>
                  <a:srgbClr val="4D606A"/>
                </a:solidFill>
              </a:defRPr>
            </a:lvl7pPr>
            <a:lvl8pPr>
              <a:buNone/>
              <a:defRPr sz="1050">
                <a:solidFill>
                  <a:srgbClr val="4D606A"/>
                </a:solidFill>
              </a:defRPr>
            </a:lvl8pPr>
            <a:lvl9pPr>
              <a:buNone/>
              <a:defRPr sz="1050">
                <a:solidFill>
                  <a:srgbClr val="4D606A"/>
                </a:solidFill>
              </a:defRPr>
            </a:lvl9pPr>
          </a:lstStyle>
          <a:p xmlns:a="http://schemas.openxmlformats.org/drawingml/2006/main">
            <a:pPr>
              <a:buNone/>
              <a:defRPr sz="1050">
                <a:solidFill>
                  <a:srgbClr val="4D606A"/>
                </a:solidFill>
              </a:defRPr>
            </a:pPr>
            <a:r>
              <a:rPr sz="1050">
                <a:solidFill>
                  <a:srgbClr val="4D606A"/>
                </a:solidFill>
              </a:rPr>
              <a:t>HybridChunker</a:t>
            </a:r>
          </a:p>
        </p:txBody>
      </p:sp>
      <p:sp>
        <p:nvSpPr>
          <p:cNvPr id="9" name="branch-status-0">
            <a:extLst xmlns:a="http://schemas.openxmlformats.org/drawingml/2006/main">
              <a:ext uri="{FF2B5EF4-FFF2-40B4-BE49-F238E27FC236}">
                <a16:creationId xmlns:a16="http://schemas.microsoft.com/office/drawing/2014/main" id="{638795C5-ACEE-498D-8E74-30C0AB7AA18C}"/>
              </a:ext>
            </a:extLst>
          </p:cNvPr>
          <p:cNvSpPr>
            <a:spLocks xmlns:a="http://schemas.openxmlformats.org/drawingml/2006/main" noGrp="1"/>
          </p:cNvSpPr>
          <p:nvPr/>
        </p:nvSpPr>
        <p:spPr>
          <a:xfrm xmlns:a="http://schemas.openxmlformats.org/drawingml/2006/main">
            <a:off x="3714750" y="26193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168C78"/>
                </a:solidFill>
              </a:defRPr>
            </a:defPPr>
            <a:lvl1pPr>
              <a:buNone/>
              <a:defRPr sz="750" b="1">
                <a:solidFill>
                  <a:srgbClr val="168C78"/>
                </a:solidFill>
              </a:defRPr>
            </a:lvl1pPr>
            <a:lvl2pPr>
              <a:buNone/>
              <a:defRPr sz="750" b="1">
                <a:solidFill>
                  <a:srgbClr val="168C78"/>
                </a:solidFill>
              </a:defRPr>
            </a:lvl2pPr>
            <a:lvl3pPr>
              <a:buNone/>
              <a:defRPr sz="750" b="1">
                <a:solidFill>
                  <a:srgbClr val="168C78"/>
                </a:solidFill>
              </a:defRPr>
            </a:lvl3pPr>
            <a:lvl4pPr>
              <a:buNone/>
              <a:defRPr sz="750" b="1">
                <a:solidFill>
                  <a:srgbClr val="168C78"/>
                </a:solidFill>
              </a:defRPr>
            </a:lvl4pPr>
            <a:lvl5pPr>
              <a:buNone/>
              <a:defRPr sz="750" b="1">
                <a:solidFill>
                  <a:srgbClr val="168C78"/>
                </a:solidFill>
              </a:defRPr>
            </a:lvl5pPr>
            <a:lvl6pPr>
              <a:buNone/>
              <a:defRPr sz="750" b="1">
                <a:solidFill>
                  <a:srgbClr val="168C78"/>
                </a:solidFill>
              </a:defRPr>
            </a:lvl6pPr>
            <a:lvl7pPr>
              <a:buNone/>
              <a:defRPr sz="750" b="1">
                <a:solidFill>
                  <a:srgbClr val="168C78"/>
                </a:solidFill>
              </a:defRPr>
            </a:lvl7pPr>
            <a:lvl8pPr>
              <a:buNone/>
              <a:defRPr sz="750" b="1">
                <a:solidFill>
                  <a:srgbClr val="168C78"/>
                </a:solidFill>
              </a:defRPr>
            </a:lvl8pPr>
            <a:lvl9pPr>
              <a:buNone/>
              <a:defRPr sz="750" b="1">
                <a:solidFill>
                  <a:srgbClr val="168C78"/>
                </a:solidFill>
              </a:defRPr>
            </a:lvl9pPr>
          </a:lstStyle>
          <a:p xmlns:a="http://schemas.openxmlformats.org/drawingml/2006/main">
            <a:pPr>
              <a:buNone/>
              <a:defRPr sz="750" b="1">
                <a:solidFill>
                  <a:srgbClr val="168C78"/>
                </a:solidFill>
              </a:defRPr>
            </a:pPr>
            <a:r>
              <a:rPr sz="750" b="1">
                <a:solidFill>
                  <a:srgbClr val="168C78"/>
                </a:solidFill>
              </a:rPr>
              <a:t>COMPLETE</a:t>
            </a:r>
          </a:p>
        </p:txBody>
      </p:sp>
      <p:sp>
        <p:nvSpPr>
          <p:cNvPr id="10" name="branch-1">
            <a:extLst xmlns:a="http://schemas.openxmlformats.org/drawingml/2006/main">
              <a:ext uri="{FF2B5EF4-FFF2-40B4-BE49-F238E27FC236}">
                <a16:creationId xmlns:a16="http://schemas.microsoft.com/office/drawing/2014/main" id="{911C5214-88AE-4B3F-8CD1-AE5FA8417D67}"/>
              </a:ext>
            </a:extLst>
          </p:cNvPr>
          <p:cNvSpPr>
            <a:spLocks xmlns:a="http://schemas.openxmlformats.org/drawingml/2006/main" noGrp="1"/>
          </p:cNvSpPr>
          <p:nvPr/>
        </p:nvSpPr>
        <p:spPr>
          <a:xfrm xmlns:a="http://schemas.openxmlformats.org/drawingml/2006/main">
            <a:off x="914400" y="2638425"/>
            <a:ext cx="0" cy="36195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11" name="branch-arm-1">
            <a:extLst xmlns:a="http://schemas.openxmlformats.org/drawingml/2006/main">
              <a:ext uri="{FF2B5EF4-FFF2-40B4-BE49-F238E27FC236}">
                <a16:creationId xmlns:a16="http://schemas.microsoft.com/office/drawing/2014/main" id="{3381F409-16BB-4B13-B000-89AEBDB44391}"/>
              </a:ext>
            </a:extLst>
          </p:cNvPr>
          <p:cNvSpPr>
            <a:spLocks xmlns:a="http://schemas.openxmlformats.org/drawingml/2006/main" noGrp="1"/>
          </p:cNvSpPr>
          <p:nvPr/>
        </p:nvSpPr>
        <p:spPr>
          <a:xfrm xmlns:a="http://schemas.openxmlformats.org/drawingml/2006/main">
            <a:off x="914400" y="3000375"/>
            <a:ext cx="209550" cy="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12" name="branch-label-1">
            <a:extLst xmlns:a="http://schemas.openxmlformats.org/drawingml/2006/main">
              <a:ext uri="{FF2B5EF4-FFF2-40B4-BE49-F238E27FC236}">
                <a16:creationId xmlns:a16="http://schemas.microsoft.com/office/drawing/2014/main" id="{C25BD092-DAD4-4F76-8E70-418C17CE3301}"/>
              </a:ext>
            </a:extLst>
          </p:cNvPr>
          <p:cNvSpPr>
            <a:spLocks xmlns:a="http://schemas.openxmlformats.org/drawingml/2006/main" noGrp="1"/>
          </p:cNvSpPr>
          <p:nvPr/>
        </p:nvSpPr>
        <p:spPr>
          <a:xfrm xmlns:a="http://schemas.openxmlformats.org/drawingml/2006/main">
            <a:off x="1190625" y="28289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102B35"/>
                </a:solidFill>
              </a:defRPr>
            </a:defPPr>
            <a:lvl1pPr>
              <a:buNone/>
              <a:defRPr sz="1125" b="1">
                <a:solidFill>
                  <a:srgbClr val="102B35"/>
                </a:solidFill>
              </a:defRPr>
            </a:lvl1pPr>
            <a:lvl2pPr>
              <a:buNone/>
              <a:defRPr sz="1125" b="1">
                <a:solidFill>
                  <a:srgbClr val="102B35"/>
                </a:solidFill>
              </a:defRPr>
            </a:lvl2pPr>
            <a:lvl3pPr>
              <a:buNone/>
              <a:defRPr sz="1125" b="1">
                <a:solidFill>
                  <a:srgbClr val="102B35"/>
                </a:solidFill>
              </a:defRPr>
            </a:lvl3pPr>
            <a:lvl4pPr>
              <a:buNone/>
              <a:defRPr sz="1125" b="1">
                <a:solidFill>
                  <a:srgbClr val="102B35"/>
                </a:solidFill>
              </a:defRPr>
            </a:lvl4pPr>
            <a:lvl5pPr>
              <a:buNone/>
              <a:defRPr sz="1125" b="1">
                <a:solidFill>
                  <a:srgbClr val="102B35"/>
                </a:solidFill>
              </a:defRPr>
            </a:lvl5pPr>
            <a:lvl6pPr>
              <a:buNone/>
              <a:defRPr sz="1125" b="1">
                <a:solidFill>
                  <a:srgbClr val="102B35"/>
                </a:solidFill>
              </a:defRPr>
            </a:lvl6pPr>
            <a:lvl7pPr>
              <a:buNone/>
              <a:defRPr sz="1125" b="1">
                <a:solidFill>
                  <a:srgbClr val="102B35"/>
                </a:solidFill>
              </a:defRPr>
            </a:lvl7pPr>
            <a:lvl8pPr>
              <a:buNone/>
              <a:defRPr sz="1125" b="1">
                <a:solidFill>
                  <a:srgbClr val="102B35"/>
                </a:solidFill>
              </a:defRPr>
            </a:lvl8pPr>
            <a:lvl9pPr>
              <a:buNone/>
              <a:defRPr sz="1125" b="1">
                <a:solidFill>
                  <a:srgbClr val="102B35"/>
                </a:solidFill>
              </a:defRPr>
            </a:lvl9pPr>
          </a:lstStyle>
          <a:p xmlns:a="http://schemas.openxmlformats.org/drawingml/2006/main">
            <a:pPr>
              <a:buNone/>
              <a:defRPr sz="1125" b="1">
                <a:solidFill>
                  <a:srgbClr val="102B35"/>
                </a:solidFill>
              </a:defRPr>
            </a:pPr>
            <a:r>
              <a:rPr sz="1125" b="1">
                <a:solidFill>
                  <a:srgbClr val="102B35"/>
                </a:solidFill>
              </a:rPr>
              <a:t>Tables</a:t>
            </a:r>
          </a:p>
        </p:txBody>
      </p:sp>
      <p:sp>
        <p:nvSpPr>
          <p:cNvPr id="13" name="branch-detail-1">
            <a:extLst xmlns:a="http://schemas.openxmlformats.org/drawingml/2006/main">
              <a:ext uri="{FF2B5EF4-FFF2-40B4-BE49-F238E27FC236}">
                <a16:creationId xmlns:a16="http://schemas.microsoft.com/office/drawing/2014/main" id="{EC838D63-22DB-43ED-932B-6DBB392B9C55}"/>
              </a:ext>
            </a:extLst>
          </p:cNvPr>
          <p:cNvSpPr>
            <a:spLocks xmlns:a="http://schemas.openxmlformats.org/drawingml/2006/main" noGrp="1"/>
          </p:cNvSpPr>
          <p:nvPr/>
        </p:nvSpPr>
        <p:spPr>
          <a:xfrm xmlns:a="http://schemas.openxmlformats.org/drawingml/2006/main">
            <a:off x="2333625" y="282892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a:solidFill>
                  <a:srgbClr val="4D606A"/>
                </a:solidFill>
              </a:defRPr>
            </a:defPPr>
            <a:lvl1pPr>
              <a:buNone/>
              <a:defRPr sz="1050">
                <a:solidFill>
                  <a:srgbClr val="4D606A"/>
                </a:solidFill>
              </a:defRPr>
            </a:lvl1pPr>
            <a:lvl2pPr>
              <a:buNone/>
              <a:defRPr sz="1050">
                <a:solidFill>
                  <a:srgbClr val="4D606A"/>
                </a:solidFill>
              </a:defRPr>
            </a:lvl2pPr>
            <a:lvl3pPr>
              <a:buNone/>
              <a:defRPr sz="1050">
                <a:solidFill>
                  <a:srgbClr val="4D606A"/>
                </a:solidFill>
              </a:defRPr>
            </a:lvl3pPr>
            <a:lvl4pPr>
              <a:buNone/>
              <a:defRPr sz="1050">
                <a:solidFill>
                  <a:srgbClr val="4D606A"/>
                </a:solidFill>
              </a:defRPr>
            </a:lvl4pPr>
            <a:lvl5pPr>
              <a:buNone/>
              <a:defRPr sz="1050">
                <a:solidFill>
                  <a:srgbClr val="4D606A"/>
                </a:solidFill>
              </a:defRPr>
            </a:lvl5pPr>
            <a:lvl6pPr>
              <a:buNone/>
              <a:defRPr sz="1050">
                <a:solidFill>
                  <a:srgbClr val="4D606A"/>
                </a:solidFill>
              </a:defRPr>
            </a:lvl6pPr>
            <a:lvl7pPr>
              <a:buNone/>
              <a:defRPr sz="1050">
                <a:solidFill>
                  <a:srgbClr val="4D606A"/>
                </a:solidFill>
              </a:defRPr>
            </a:lvl7pPr>
            <a:lvl8pPr>
              <a:buNone/>
              <a:defRPr sz="1050">
                <a:solidFill>
                  <a:srgbClr val="4D606A"/>
                </a:solidFill>
              </a:defRPr>
            </a:lvl8pPr>
            <a:lvl9pPr>
              <a:buNone/>
              <a:defRPr sz="1050">
                <a:solidFill>
                  <a:srgbClr val="4D606A"/>
                </a:solidFill>
              </a:defRPr>
            </a:lvl9pPr>
          </a:lstStyle>
          <a:p xmlns:a="http://schemas.openxmlformats.org/drawingml/2006/main">
            <a:pPr>
              <a:buNone/>
              <a:defRPr sz="1050">
                <a:solidFill>
                  <a:srgbClr val="4D606A"/>
                </a:solidFill>
              </a:defRPr>
            </a:pPr>
            <a:r>
              <a:rPr sz="1050">
                <a:solidFill>
                  <a:srgbClr val="4D606A"/>
                </a:solidFill>
              </a:rPr>
              <a:t>table parent + row children</a:t>
            </a:r>
          </a:p>
        </p:txBody>
      </p:sp>
      <p:sp>
        <p:nvSpPr>
          <p:cNvPr id="14" name="branch-status-1">
            <a:extLst xmlns:a="http://schemas.openxmlformats.org/drawingml/2006/main">
              <a:ext uri="{FF2B5EF4-FFF2-40B4-BE49-F238E27FC236}">
                <a16:creationId xmlns:a16="http://schemas.microsoft.com/office/drawing/2014/main" id="{EE6E2C26-F3C8-45B7-BFE1-57B271935B06}"/>
              </a:ext>
            </a:extLst>
          </p:cNvPr>
          <p:cNvSpPr>
            <a:spLocks xmlns:a="http://schemas.openxmlformats.org/drawingml/2006/main" noGrp="1"/>
          </p:cNvSpPr>
          <p:nvPr/>
        </p:nvSpPr>
        <p:spPr>
          <a:xfrm xmlns:a="http://schemas.openxmlformats.org/drawingml/2006/main">
            <a:off x="3714750" y="30861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168C78"/>
                </a:solidFill>
              </a:defRPr>
            </a:defPPr>
            <a:lvl1pPr>
              <a:buNone/>
              <a:defRPr sz="750" b="1">
                <a:solidFill>
                  <a:srgbClr val="168C78"/>
                </a:solidFill>
              </a:defRPr>
            </a:lvl1pPr>
            <a:lvl2pPr>
              <a:buNone/>
              <a:defRPr sz="750" b="1">
                <a:solidFill>
                  <a:srgbClr val="168C78"/>
                </a:solidFill>
              </a:defRPr>
            </a:lvl2pPr>
            <a:lvl3pPr>
              <a:buNone/>
              <a:defRPr sz="750" b="1">
                <a:solidFill>
                  <a:srgbClr val="168C78"/>
                </a:solidFill>
              </a:defRPr>
            </a:lvl3pPr>
            <a:lvl4pPr>
              <a:buNone/>
              <a:defRPr sz="750" b="1">
                <a:solidFill>
                  <a:srgbClr val="168C78"/>
                </a:solidFill>
              </a:defRPr>
            </a:lvl4pPr>
            <a:lvl5pPr>
              <a:buNone/>
              <a:defRPr sz="750" b="1">
                <a:solidFill>
                  <a:srgbClr val="168C78"/>
                </a:solidFill>
              </a:defRPr>
            </a:lvl5pPr>
            <a:lvl6pPr>
              <a:buNone/>
              <a:defRPr sz="750" b="1">
                <a:solidFill>
                  <a:srgbClr val="168C78"/>
                </a:solidFill>
              </a:defRPr>
            </a:lvl6pPr>
            <a:lvl7pPr>
              <a:buNone/>
              <a:defRPr sz="750" b="1">
                <a:solidFill>
                  <a:srgbClr val="168C78"/>
                </a:solidFill>
              </a:defRPr>
            </a:lvl7pPr>
            <a:lvl8pPr>
              <a:buNone/>
              <a:defRPr sz="750" b="1">
                <a:solidFill>
                  <a:srgbClr val="168C78"/>
                </a:solidFill>
              </a:defRPr>
            </a:lvl8pPr>
            <a:lvl9pPr>
              <a:buNone/>
              <a:defRPr sz="750" b="1">
                <a:solidFill>
                  <a:srgbClr val="168C78"/>
                </a:solidFill>
              </a:defRPr>
            </a:lvl9pPr>
          </a:lstStyle>
          <a:p xmlns:a="http://schemas.openxmlformats.org/drawingml/2006/main">
            <a:pPr>
              <a:buNone/>
              <a:defRPr sz="750" b="1">
                <a:solidFill>
                  <a:srgbClr val="168C78"/>
                </a:solidFill>
              </a:defRPr>
            </a:pPr>
            <a:r>
              <a:rPr sz="750" b="1">
                <a:solidFill>
                  <a:srgbClr val="168C78"/>
                </a:solidFill>
              </a:rPr>
              <a:t>WORKING SEPARATELY</a:t>
            </a:r>
          </a:p>
        </p:txBody>
      </p:sp>
      <p:sp>
        <p:nvSpPr>
          <p:cNvPr id="15" name="branch-2">
            <a:extLst xmlns:a="http://schemas.openxmlformats.org/drawingml/2006/main">
              <a:ext uri="{FF2B5EF4-FFF2-40B4-BE49-F238E27FC236}">
                <a16:creationId xmlns:a16="http://schemas.microsoft.com/office/drawing/2014/main" id="{F7CB43E6-4919-4F85-9388-45E41A84EE19}"/>
              </a:ext>
            </a:extLst>
          </p:cNvPr>
          <p:cNvSpPr>
            <a:spLocks xmlns:a="http://schemas.openxmlformats.org/drawingml/2006/main" noGrp="1"/>
          </p:cNvSpPr>
          <p:nvPr/>
        </p:nvSpPr>
        <p:spPr>
          <a:xfrm xmlns:a="http://schemas.openxmlformats.org/drawingml/2006/main">
            <a:off x="914400" y="3105150"/>
            <a:ext cx="0" cy="36195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16" name="branch-arm-2">
            <a:extLst xmlns:a="http://schemas.openxmlformats.org/drawingml/2006/main">
              <a:ext uri="{FF2B5EF4-FFF2-40B4-BE49-F238E27FC236}">
                <a16:creationId xmlns:a16="http://schemas.microsoft.com/office/drawing/2014/main" id="{33E3F80F-350C-44D0-9839-96F90CD2B28A}"/>
              </a:ext>
            </a:extLst>
          </p:cNvPr>
          <p:cNvSpPr>
            <a:spLocks xmlns:a="http://schemas.openxmlformats.org/drawingml/2006/main" noGrp="1"/>
          </p:cNvSpPr>
          <p:nvPr/>
        </p:nvSpPr>
        <p:spPr>
          <a:xfrm xmlns:a="http://schemas.openxmlformats.org/drawingml/2006/main">
            <a:off x="914400" y="3467100"/>
            <a:ext cx="209550" cy="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17" name="branch-label-2">
            <a:extLst xmlns:a="http://schemas.openxmlformats.org/drawingml/2006/main">
              <a:ext uri="{FF2B5EF4-FFF2-40B4-BE49-F238E27FC236}">
                <a16:creationId xmlns:a16="http://schemas.microsoft.com/office/drawing/2014/main" id="{2A16F4F1-0328-4EED-A03D-0E5B5308AAEC}"/>
              </a:ext>
            </a:extLst>
          </p:cNvPr>
          <p:cNvSpPr>
            <a:spLocks xmlns:a="http://schemas.openxmlformats.org/drawingml/2006/main" noGrp="1"/>
          </p:cNvSpPr>
          <p:nvPr/>
        </p:nvSpPr>
        <p:spPr>
          <a:xfrm xmlns:a="http://schemas.openxmlformats.org/drawingml/2006/main">
            <a:off x="1190625"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102B35"/>
                </a:solidFill>
              </a:defRPr>
            </a:defPPr>
            <a:lvl1pPr>
              <a:buNone/>
              <a:defRPr sz="1125" b="1">
                <a:solidFill>
                  <a:srgbClr val="102B35"/>
                </a:solidFill>
              </a:defRPr>
            </a:lvl1pPr>
            <a:lvl2pPr>
              <a:buNone/>
              <a:defRPr sz="1125" b="1">
                <a:solidFill>
                  <a:srgbClr val="102B35"/>
                </a:solidFill>
              </a:defRPr>
            </a:lvl2pPr>
            <a:lvl3pPr>
              <a:buNone/>
              <a:defRPr sz="1125" b="1">
                <a:solidFill>
                  <a:srgbClr val="102B35"/>
                </a:solidFill>
              </a:defRPr>
            </a:lvl3pPr>
            <a:lvl4pPr>
              <a:buNone/>
              <a:defRPr sz="1125" b="1">
                <a:solidFill>
                  <a:srgbClr val="102B35"/>
                </a:solidFill>
              </a:defRPr>
            </a:lvl4pPr>
            <a:lvl5pPr>
              <a:buNone/>
              <a:defRPr sz="1125" b="1">
                <a:solidFill>
                  <a:srgbClr val="102B35"/>
                </a:solidFill>
              </a:defRPr>
            </a:lvl5pPr>
            <a:lvl6pPr>
              <a:buNone/>
              <a:defRPr sz="1125" b="1">
                <a:solidFill>
                  <a:srgbClr val="102B35"/>
                </a:solidFill>
              </a:defRPr>
            </a:lvl6pPr>
            <a:lvl7pPr>
              <a:buNone/>
              <a:defRPr sz="1125" b="1">
                <a:solidFill>
                  <a:srgbClr val="102B35"/>
                </a:solidFill>
              </a:defRPr>
            </a:lvl7pPr>
            <a:lvl8pPr>
              <a:buNone/>
              <a:defRPr sz="1125" b="1">
                <a:solidFill>
                  <a:srgbClr val="102B35"/>
                </a:solidFill>
              </a:defRPr>
            </a:lvl8pPr>
            <a:lvl9pPr>
              <a:buNone/>
              <a:defRPr sz="1125" b="1">
                <a:solidFill>
                  <a:srgbClr val="102B35"/>
                </a:solidFill>
              </a:defRPr>
            </a:lvl9pPr>
          </a:lstStyle>
          <a:p xmlns:a="http://schemas.openxmlformats.org/drawingml/2006/main">
            <a:pPr>
              <a:buNone/>
              <a:defRPr sz="1125" b="1">
                <a:solidFill>
                  <a:srgbClr val="102B35"/>
                </a:solidFill>
              </a:defRPr>
            </a:pPr>
            <a:r>
              <a:rPr sz="1125" b="1">
                <a:solidFill>
                  <a:srgbClr val="102B35"/>
                </a:solidFill>
              </a:rPr>
              <a:t>Figures</a:t>
            </a:r>
          </a:p>
        </p:txBody>
      </p:sp>
      <p:sp>
        <p:nvSpPr>
          <p:cNvPr id="18" name="branch-detail-2">
            <a:extLst xmlns:a="http://schemas.openxmlformats.org/drawingml/2006/main">
              <a:ext uri="{FF2B5EF4-FFF2-40B4-BE49-F238E27FC236}">
                <a16:creationId xmlns:a16="http://schemas.microsoft.com/office/drawing/2014/main" id="{907AC5A9-385C-4C0A-B377-DF285EF4AA40}"/>
              </a:ext>
            </a:extLst>
          </p:cNvPr>
          <p:cNvSpPr>
            <a:spLocks xmlns:a="http://schemas.openxmlformats.org/drawingml/2006/main" noGrp="1"/>
          </p:cNvSpPr>
          <p:nvPr/>
        </p:nvSpPr>
        <p:spPr>
          <a:xfrm xmlns:a="http://schemas.openxmlformats.org/drawingml/2006/main">
            <a:off x="2333625" y="3295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a:solidFill>
                  <a:srgbClr val="4D606A"/>
                </a:solidFill>
              </a:defRPr>
            </a:defPPr>
            <a:lvl1pPr>
              <a:buNone/>
              <a:defRPr sz="1050">
                <a:solidFill>
                  <a:srgbClr val="4D606A"/>
                </a:solidFill>
              </a:defRPr>
            </a:lvl1pPr>
            <a:lvl2pPr>
              <a:buNone/>
              <a:defRPr sz="1050">
                <a:solidFill>
                  <a:srgbClr val="4D606A"/>
                </a:solidFill>
              </a:defRPr>
            </a:lvl2pPr>
            <a:lvl3pPr>
              <a:buNone/>
              <a:defRPr sz="1050">
                <a:solidFill>
                  <a:srgbClr val="4D606A"/>
                </a:solidFill>
              </a:defRPr>
            </a:lvl3pPr>
            <a:lvl4pPr>
              <a:buNone/>
              <a:defRPr sz="1050">
                <a:solidFill>
                  <a:srgbClr val="4D606A"/>
                </a:solidFill>
              </a:defRPr>
            </a:lvl4pPr>
            <a:lvl5pPr>
              <a:buNone/>
              <a:defRPr sz="1050">
                <a:solidFill>
                  <a:srgbClr val="4D606A"/>
                </a:solidFill>
              </a:defRPr>
            </a:lvl5pPr>
            <a:lvl6pPr>
              <a:buNone/>
              <a:defRPr sz="1050">
                <a:solidFill>
                  <a:srgbClr val="4D606A"/>
                </a:solidFill>
              </a:defRPr>
            </a:lvl6pPr>
            <a:lvl7pPr>
              <a:buNone/>
              <a:defRPr sz="1050">
                <a:solidFill>
                  <a:srgbClr val="4D606A"/>
                </a:solidFill>
              </a:defRPr>
            </a:lvl7pPr>
            <a:lvl8pPr>
              <a:buNone/>
              <a:defRPr sz="1050">
                <a:solidFill>
                  <a:srgbClr val="4D606A"/>
                </a:solidFill>
              </a:defRPr>
            </a:lvl8pPr>
            <a:lvl9pPr>
              <a:buNone/>
              <a:defRPr sz="1050">
                <a:solidFill>
                  <a:srgbClr val="4D606A"/>
                </a:solidFill>
              </a:defRPr>
            </a:lvl9pPr>
          </a:lstStyle>
          <a:p xmlns:a="http://schemas.openxmlformats.org/drawingml/2006/main">
            <a:pPr>
              <a:buNone/>
              <a:defRPr sz="1050">
                <a:solidFill>
                  <a:srgbClr val="4D606A"/>
                </a:solidFill>
              </a:defRPr>
            </a:pPr>
            <a:r>
              <a:rPr sz="1050">
                <a:solidFill>
                  <a:srgbClr val="4D606A"/>
                </a:solidFill>
              </a:rPr>
              <a:t>parent + caption / OCR / description children</a:t>
            </a:r>
          </a:p>
        </p:txBody>
      </p:sp>
      <p:sp>
        <p:nvSpPr>
          <p:cNvPr id="19" name="branch-status-2">
            <a:extLst xmlns:a="http://schemas.openxmlformats.org/drawingml/2006/main">
              <a:ext uri="{FF2B5EF4-FFF2-40B4-BE49-F238E27FC236}">
                <a16:creationId xmlns:a16="http://schemas.microsoft.com/office/drawing/2014/main" id="{E1671D41-B724-4447-93D4-984D5DB068BF}"/>
              </a:ext>
            </a:extLst>
          </p:cNvPr>
          <p:cNvSpPr>
            <a:spLocks xmlns:a="http://schemas.openxmlformats.org/drawingml/2006/main" noGrp="1"/>
          </p:cNvSpPr>
          <p:nvPr/>
        </p:nvSpPr>
        <p:spPr>
          <a:xfrm xmlns:a="http://schemas.openxmlformats.org/drawingml/2006/main">
            <a:off x="3714750" y="355282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D8872F"/>
                </a:solidFill>
              </a:defRPr>
            </a:defPPr>
            <a:lvl1pPr>
              <a:buNone/>
              <a:defRPr sz="750" b="1">
                <a:solidFill>
                  <a:srgbClr val="D8872F"/>
                </a:solidFill>
              </a:defRPr>
            </a:lvl1pPr>
            <a:lvl2pPr>
              <a:buNone/>
              <a:defRPr sz="750" b="1">
                <a:solidFill>
                  <a:srgbClr val="D8872F"/>
                </a:solidFill>
              </a:defRPr>
            </a:lvl2pPr>
            <a:lvl3pPr>
              <a:buNone/>
              <a:defRPr sz="750" b="1">
                <a:solidFill>
                  <a:srgbClr val="D8872F"/>
                </a:solidFill>
              </a:defRPr>
            </a:lvl3pPr>
            <a:lvl4pPr>
              <a:buNone/>
              <a:defRPr sz="750" b="1">
                <a:solidFill>
                  <a:srgbClr val="D8872F"/>
                </a:solidFill>
              </a:defRPr>
            </a:lvl4pPr>
            <a:lvl5pPr>
              <a:buNone/>
              <a:defRPr sz="750" b="1">
                <a:solidFill>
                  <a:srgbClr val="D8872F"/>
                </a:solidFill>
              </a:defRPr>
            </a:lvl5pPr>
            <a:lvl6pPr>
              <a:buNone/>
              <a:defRPr sz="750" b="1">
                <a:solidFill>
                  <a:srgbClr val="D8872F"/>
                </a:solidFill>
              </a:defRPr>
            </a:lvl6pPr>
            <a:lvl7pPr>
              <a:buNone/>
              <a:defRPr sz="750" b="1">
                <a:solidFill>
                  <a:srgbClr val="D8872F"/>
                </a:solidFill>
              </a:defRPr>
            </a:lvl7pPr>
            <a:lvl8pPr>
              <a:buNone/>
              <a:defRPr sz="750" b="1">
                <a:solidFill>
                  <a:srgbClr val="D8872F"/>
                </a:solidFill>
              </a:defRPr>
            </a:lvl8pPr>
            <a:lvl9pPr>
              <a:buNone/>
              <a:defRPr sz="750" b="1">
                <a:solidFill>
                  <a:srgbClr val="D8872F"/>
                </a:solidFill>
              </a:defRPr>
            </a:lvl9pPr>
          </a:lstStyle>
          <a:p xmlns:a="http://schemas.openxmlformats.org/drawingml/2006/main">
            <a:pPr>
              <a:buNone/>
              <a:defRPr sz="750" b="1">
                <a:solidFill>
                  <a:srgbClr val="D8872F"/>
                </a:solidFill>
              </a:defRPr>
            </a:pPr>
            <a:r>
              <a:rPr sz="750" b="1">
                <a:solidFill>
                  <a:srgbClr val="D8872F"/>
                </a:solidFill>
              </a:rPr>
              <a:t>PARTIAL</a:t>
            </a:r>
          </a:p>
        </p:txBody>
      </p:sp>
      <p:sp>
        <p:nvSpPr>
          <p:cNvPr id="20" name="branch-3">
            <a:extLst xmlns:a="http://schemas.openxmlformats.org/drawingml/2006/main">
              <a:ext uri="{FF2B5EF4-FFF2-40B4-BE49-F238E27FC236}">
                <a16:creationId xmlns:a16="http://schemas.microsoft.com/office/drawing/2014/main" id="{5391D2AF-FCB7-4956-A644-05496D8D1870}"/>
              </a:ext>
            </a:extLst>
          </p:cNvPr>
          <p:cNvSpPr>
            <a:spLocks xmlns:a="http://schemas.openxmlformats.org/drawingml/2006/main" noGrp="1"/>
          </p:cNvSpPr>
          <p:nvPr/>
        </p:nvSpPr>
        <p:spPr>
          <a:xfrm xmlns:a="http://schemas.openxmlformats.org/drawingml/2006/main">
            <a:off x="914400" y="3571875"/>
            <a:ext cx="0" cy="36195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21" name="branch-arm-3">
            <a:extLst xmlns:a="http://schemas.openxmlformats.org/drawingml/2006/main">
              <a:ext uri="{FF2B5EF4-FFF2-40B4-BE49-F238E27FC236}">
                <a16:creationId xmlns:a16="http://schemas.microsoft.com/office/drawing/2014/main" id="{2841D2CE-7400-4BF7-8B31-A2D409621722}"/>
              </a:ext>
            </a:extLst>
          </p:cNvPr>
          <p:cNvSpPr>
            <a:spLocks xmlns:a="http://schemas.openxmlformats.org/drawingml/2006/main" noGrp="1"/>
          </p:cNvSpPr>
          <p:nvPr/>
        </p:nvSpPr>
        <p:spPr>
          <a:xfrm xmlns:a="http://schemas.openxmlformats.org/drawingml/2006/main">
            <a:off x="914400" y="3933825"/>
            <a:ext cx="209550" cy="0"/>
          </a:xfrm>
          <a:prstGeom xmlns:a="http://schemas.openxmlformats.org/drawingml/2006/main" prst="line">
            <a:avLst/>
          </a:prstGeom>
          <a:noFill xmlns:a="http://schemas.openxmlformats.org/drawingml/2006/main"/>
          <a:ln xmlns:a="http://schemas.openxmlformats.org/drawingml/2006/main" w="19050">
            <a:solidFill>
              <a:srgbClr val="B7C4CA"/>
            </a:solidFill>
            <a:prstDash val="solid"/>
          </a:ln>
        </p:spPr>
      </p:sp>
      <p:sp>
        <p:nvSpPr>
          <p:cNvPr id="22" name="branch-label-3">
            <a:extLst xmlns:a="http://schemas.openxmlformats.org/drawingml/2006/main">
              <a:ext uri="{FF2B5EF4-FFF2-40B4-BE49-F238E27FC236}">
                <a16:creationId xmlns:a16="http://schemas.microsoft.com/office/drawing/2014/main" id="{5FE01E30-C8DE-4369-AAD6-183ED8249D9E}"/>
              </a:ext>
            </a:extLst>
          </p:cNvPr>
          <p:cNvSpPr>
            <a:spLocks xmlns:a="http://schemas.openxmlformats.org/drawingml/2006/main" noGrp="1"/>
          </p:cNvSpPr>
          <p:nvPr/>
        </p:nvSpPr>
        <p:spPr>
          <a:xfrm xmlns:a="http://schemas.openxmlformats.org/drawingml/2006/main">
            <a:off x="1190625" y="3762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102B35"/>
                </a:solidFill>
              </a:defRPr>
            </a:defPPr>
            <a:lvl1pPr>
              <a:buNone/>
              <a:defRPr sz="1125" b="1">
                <a:solidFill>
                  <a:srgbClr val="102B35"/>
                </a:solidFill>
              </a:defRPr>
            </a:lvl1pPr>
            <a:lvl2pPr>
              <a:buNone/>
              <a:defRPr sz="1125" b="1">
                <a:solidFill>
                  <a:srgbClr val="102B35"/>
                </a:solidFill>
              </a:defRPr>
            </a:lvl2pPr>
            <a:lvl3pPr>
              <a:buNone/>
              <a:defRPr sz="1125" b="1">
                <a:solidFill>
                  <a:srgbClr val="102B35"/>
                </a:solidFill>
              </a:defRPr>
            </a:lvl3pPr>
            <a:lvl4pPr>
              <a:buNone/>
              <a:defRPr sz="1125" b="1">
                <a:solidFill>
                  <a:srgbClr val="102B35"/>
                </a:solidFill>
              </a:defRPr>
            </a:lvl4pPr>
            <a:lvl5pPr>
              <a:buNone/>
              <a:defRPr sz="1125" b="1">
                <a:solidFill>
                  <a:srgbClr val="102B35"/>
                </a:solidFill>
              </a:defRPr>
            </a:lvl5pPr>
            <a:lvl6pPr>
              <a:buNone/>
              <a:defRPr sz="1125" b="1">
                <a:solidFill>
                  <a:srgbClr val="102B35"/>
                </a:solidFill>
              </a:defRPr>
            </a:lvl6pPr>
            <a:lvl7pPr>
              <a:buNone/>
              <a:defRPr sz="1125" b="1">
                <a:solidFill>
                  <a:srgbClr val="102B35"/>
                </a:solidFill>
              </a:defRPr>
            </a:lvl7pPr>
            <a:lvl8pPr>
              <a:buNone/>
              <a:defRPr sz="1125" b="1">
                <a:solidFill>
                  <a:srgbClr val="102B35"/>
                </a:solidFill>
              </a:defRPr>
            </a:lvl8pPr>
            <a:lvl9pPr>
              <a:buNone/>
              <a:defRPr sz="1125" b="1">
                <a:solidFill>
                  <a:srgbClr val="102B35"/>
                </a:solidFill>
              </a:defRPr>
            </a:lvl9pPr>
          </a:lstStyle>
          <a:p xmlns:a="http://schemas.openxmlformats.org/drawingml/2006/main">
            <a:pPr>
              <a:buNone/>
              <a:defRPr sz="1125" b="1">
                <a:solidFill>
                  <a:srgbClr val="102B35"/>
                </a:solidFill>
              </a:defRPr>
            </a:pPr>
            <a:r>
              <a:rPr sz="1125" b="1">
                <a:solidFill>
                  <a:srgbClr val="102B35"/>
                </a:solidFill>
              </a:rPr>
              <a:t>Sections / lists</a:t>
            </a:r>
          </a:p>
        </p:txBody>
      </p:sp>
      <p:sp>
        <p:nvSpPr>
          <p:cNvPr id="23" name="branch-detail-3">
            <a:extLst xmlns:a="http://schemas.openxmlformats.org/drawingml/2006/main">
              <a:ext uri="{FF2B5EF4-FFF2-40B4-BE49-F238E27FC236}">
                <a16:creationId xmlns:a16="http://schemas.microsoft.com/office/drawing/2014/main" id="{9149837D-DFB0-4EA9-815E-8582171BF142}"/>
              </a:ext>
            </a:extLst>
          </p:cNvPr>
          <p:cNvSpPr>
            <a:spLocks xmlns:a="http://schemas.openxmlformats.org/drawingml/2006/main" noGrp="1"/>
          </p:cNvSpPr>
          <p:nvPr/>
        </p:nvSpPr>
        <p:spPr>
          <a:xfrm xmlns:a="http://schemas.openxmlformats.org/drawingml/2006/main">
            <a:off x="2333625" y="3762375"/>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a:solidFill>
                  <a:srgbClr val="4D606A"/>
                </a:solidFill>
              </a:defRPr>
            </a:defPPr>
            <a:lvl1pPr>
              <a:buNone/>
              <a:defRPr sz="1050">
                <a:solidFill>
                  <a:srgbClr val="4D606A"/>
                </a:solidFill>
              </a:defRPr>
            </a:lvl1pPr>
            <a:lvl2pPr>
              <a:buNone/>
              <a:defRPr sz="1050">
                <a:solidFill>
                  <a:srgbClr val="4D606A"/>
                </a:solidFill>
              </a:defRPr>
            </a:lvl2pPr>
            <a:lvl3pPr>
              <a:buNone/>
              <a:defRPr sz="1050">
                <a:solidFill>
                  <a:srgbClr val="4D606A"/>
                </a:solidFill>
              </a:defRPr>
            </a:lvl3pPr>
            <a:lvl4pPr>
              <a:buNone/>
              <a:defRPr sz="1050">
                <a:solidFill>
                  <a:srgbClr val="4D606A"/>
                </a:solidFill>
              </a:defRPr>
            </a:lvl4pPr>
            <a:lvl5pPr>
              <a:buNone/>
              <a:defRPr sz="1050">
                <a:solidFill>
                  <a:srgbClr val="4D606A"/>
                </a:solidFill>
              </a:defRPr>
            </a:lvl5pPr>
            <a:lvl6pPr>
              <a:buNone/>
              <a:defRPr sz="1050">
                <a:solidFill>
                  <a:srgbClr val="4D606A"/>
                </a:solidFill>
              </a:defRPr>
            </a:lvl6pPr>
            <a:lvl7pPr>
              <a:buNone/>
              <a:defRPr sz="1050">
                <a:solidFill>
                  <a:srgbClr val="4D606A"/>
                </a:solidFill>
              </a:defRPr>
            </a:lvl7pPr>
            <a:lvl8pPr>
              <a:buNone/>
              <a:defRPr sz="1050">
                <a:solidFill>
                  <a:srgbClr val="4D606A"/>
                </a:solidFill>
              </a:defRPr>
            </a:lvl8pPr>
            <a:lvl9pPr>
              <a:buNone/>
              <a:defRPr sz="1050">
                <a:solidFill>
                  <a:srgbClr val="4D606A"/>
                </a:solidFill>
              </a:defRPr>
            </a:lvl9pPr>
          </a:lstStyle>
          <a:p xmlns:a="http://schemas.openxmlformats.org/drawingml/2006/main">
            <a:pPr>
              <a:buNone/>
              <a:defRPr sz="1050">
                <a:solidFill>
                  <a:srgbClr val="4D606A"/>
                </a:solidFill>
              </a:defRPr>
            </a:pPr>
            <a:r>
              <a:rPr sz="1050">
                <a:solidFill>
                  <a:srgbClr val="4D606A"/>
                </a:solidFill>
              </a:rPr>
              <a:t>section parent + text / list children</a:t>
            </a:r>
          </a:p>
        </p:txBody>
      </p:sp>
      <p:sp>
        <p:nvSpPr>
          <p:cNvPr id="24" name="branch-status-3">
            <a:extLst xmlns:a="http://schemas.openxmlformats.org/drawingml/2006/main">
              <a:ext uri="{FF2B5EF4-FFF2-40B4-BE49-F238E27FC236}">
                <a16:creationId xmlns:a16="http://schemas.microsoft.com/office/drawing/2014/main" id="{8B257104-8838-4E9E-BAE1-74862B603710}"/>
              </a:ext>
            </a:extLst>
          </p:cNvPr>
          <p:cNvSpPr>
            <a:spLocks xmlns:a="http://schemas.openxmlformats.org/drawingml/2006/main" noGrp="1"/>
          </p:cNvSpPr>
          <p:nvPr/>
        </p:nvSpPr>
        <p:spPr>
          <a:xfrm xmlns:a="http://schemas.openxmlformats.org/drawingml/2006/main">
            <a:off x="3714750" y="40195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D8872F"/>
                </a:solidFill>
              </a:defRPr>
            </a:defPPr>
            <a:lvl1pPr>
              <a:buNone/>
              <a:defRPr sz="750" b="1">
                <a:solidFill>
                  <a:srgbClr val="D8872F"/>
                </a:solidFill>
              </a:defRPr>
            </a:lvl1pPr>
            <a:lvl2pPr>
              <a:buNone/>
              <a:defRPr sz="750" b="1">
                <a:solidFill>
                  <a:srgbClr val="D8872F"/>
                </a:solidFill>
              </a:defRPr>
            </a:lvl2pPr>
            <a:lvl3pPr>
              <a:buNone/>
              <a:defRPr sz="750" b="1">
                <a:solidFill>
                  <a:srgbClr val="D8872F"/>
                </a:solidFill>
              </a:defRPr>
            </a:lvl3pPr>
            <a:lvl4pPr>
              <a:buNone/>
              <a:defRPr sz="750" b="1">
                <a:solidFill>
                  <a:srgbClr val="D8872F"/>
                </a:solidFill>
              </a:defRPr>
            </a:lvl4pPr>
            <a:lvl5pPr>
              <a:buNone/>
              <a:defRPr sz="750" b="1">
                <a:solidFill>
                  <a:srgbClr val="D8872F"/>
                </a:solidFill>
              </a:defRPr>
            </a:lvl5pPr>
            <a:lvl6pPr>
              <a:buNone/>
              <a:defRPr sz="750" b="1">
                <a:solidFill>
                  <a:srgbClr val="D8872F"/>
                </a:solidFill>
              </a:defRPr>
            </a:lvl6pPr>
            <a:lvl7pPr>
              <a:buNone/>
              <a:defRPr sz="750" b="1">
                <a:solidFill>
                  <a:srgbClr val="D8872F"/>
                </a:solidFill>
              </a:defRPr>
            </a:lvl7pPr>
            <a:lvl8pPr>
              <a:buNone/>
              <a:defRPr sz="750" b="1">
                <a:solidFill>
                  <a:srgbClr val="D8872F"/>
                </a:solidFill>
              </a:defRPr>
            </a:lvl8pPr>
            <a:lvl9pPr>
              <a:buNone/>
              <a:defRPr sz="750" b="1">
                <a:solidFill>
                  <a:srgbClr val="D8872F"/>
                </a:solidFill>
              </a:defRPr>
            </a:lvl9pPr>
          </a:lstStyle>
          <a:p xmlns:a="http://schemas.openxmlformats.org/drawingml/2006/main">
            <a:pPr>
              <a:buNone/>
              <a:defRPr sz="750" b="1">
                <a:solidFill>
                  <a:srgbClr val="D8872F"/>
                </a:solidFill>
              </a:defRPr>
            </a:pPr>
            <a:r>
              <a:rPr sz="750" b="1">
                <a:solidFill>
                  <a:srgbClr val="D8872F"/>
                </a:solidFill>
              </a:rPr>
              <a:t>PARTIAL</a:t>
            </a:r>
          </a:p>
        </p:txBody>
      </p:sp>
      <p:sp>
        <p:nvSpPr>
          <p:cNvPr id="25" name="eval-heading">
            <a:extLst xmlns:a="http://schemas.openxmlformats.org/drawingml/2006/main">
              <a:ext uri="{FF2B5EF4-FFF2-40B4-BE49-F238E27FC236}">
                <a16:creationId xmlns:a16="http://schemas.microsoft.com/office/drawing/2014/main" id="{70B94047-98FD-434C-B698-D359B45ACD91}"/>
              </a:ext>
            </a:extLst>
          </p:cNvPr>
          <p:cNvSpPr>
            <a:spLocks xmlns:a="http://schemas.openxmlformats.org/drawingml/2006/main" noGrp="1"/>
          </p:cNvSpPr>
          <p:nvPr/>
        </p:nvSpPr>
        <p:spPr>
          <a:xfrm xmlns:a="http://schemas.openxmlformats.org/drawingml/2006/main">
            <a:off x="6000750" y="1466850"/>
            <a:ext cx="552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49717D"/>
                </a:solidFill>
              </a:defRPr>
            </a:defPPr>
            <a:lvl1pPr>
              <a:buNone/>
              <a:defRPr sz="900" b="1">
                <a:solidFill>
                  <a:srgbClr val="49717D"/>
                </a:solidFill>
              </a:defRPr>
            </a:lvl1pPr>
            <a:lvl2pPr>
              <a:buNone/>
              <a:defRPr sz="900" b="1">
                <a:solidFill>
                  <a:srgbClr val="49717D"/>
                </a:solidFill>
              </a:defRPr>
            </a:lvl2pPr>
            <a:lvl3pPr>
              <a:buNone/>
              <a:defRPr sz="900" b="1">
                <a:solidFill>
                  <a:srgbClr val="49717D"/>
                </a:solidFill>
              </a:defRPr>
            </a:lvl3pPr>
            <a:lvl4pPr>
              <a:buNone/>
              <a:defRPr sz="900" b="1">
                <a:solidFill>
                  <a:srgbClr val="49717D"/>
                </a:solidFill>
              </a:defRPr>
            </a:lvl4pPr>
            <a:lvl5pPr>
              <a:buNone/>
              <a:defRPr sz="900" b="1">
                <a:solidFill>
                  <a:srgbClr val="49717D"/>
                </a:solidFill>
              </a:defRPr>
            </a:lvl5pPr>
            <a:lvl6pPr>
              <a:buNone/>
              <a:defRPr sz="900" b="1">
                <a:solidFill>
                  <a:srgbClr val="49717D"/>
                </a:solidFill>
              </a:defRPr>
            </a:lvl6pPr>
            <a:lvl7pPr>
              <a:buNone/>
              <a:defRPr sz="900" b="1">
                <a:solidFill>
                  <a:srgbClr val="49717D"/>
                </a:solidFill>
              </a:defRPr>
            </a:lvl7pPr>
            <a:lvl8pPr>
              <a:buNone/>
              <a:defRPr sz="900" b="1">
                <a:solidFill>
                  <a:srgbClr val="49717D"/>
                </a:solidFill>
              </a:defRPr>
            </a:lvl8pPr>
            <a:lvl9pPr>
              <a:buNone/>
              <a:defRPr sz="900" b="1">
                <a:solidFill>
                  <a:srgbClr val="49717D"/>
                </a:solidFill>
              </a:defRPr>
            </a:lvl9pPr>
          </a:lstStyle>
          <a:p xmlns:a="http://schemas.openxmlformats.org/drawingml/2006/main">
            <a:pPr>
              <a:buNone/>
              <a:defRPr sz="900" b="1">
                <a:solidFill>
                  <a:srgbClr val="49717D"/>
                </a:solidFill>
              </a:defRPr>
            </a:pPr>
            <a:r>
              <a:rPr sz="900" b="1">
                <a:solidFill>
                  <a:srgbClr val="49717D"/>
                </a:solidFill>
              </a:rPr>
              <a:t>EVALS THE UNIFIED DESIGN SHOULD IMPROVE</a:t>
            </a:r>
          </a:p>
        </p:txBody>
      </p:sp>
      <p:sp>
        <p:nvSpPr>
          <p:cNvPr id="26" name="eval-name-0">
            <a:extLst xmlns:a="http://schemas.openxmlformats.org/drawingml/2006/main">
              <a:ext uri="{FF2B5EF4-FFF2-40B4-BE49-F238E27FC236}">
                <a16:creationId xmlns:a16="http://schemas.microsoft.com/office/drawing/2014/main" id="{53D310D5-8792-42FA-B58F-F72FD3F265FA}"/>
              </a:ext>
            </a:extLst>
          </p:cNvPr>
          <p:cNvSpPr>
            <a:spLocks xmlns:a="http://schemas.openxmlformats.org/drawingml/2006/main" noGrp="1"/>
          </p:cNvSpPr>
          <p:nvPr/>
        </p:nvSpPr>
        <p:spPr>
          <a:xfrm xmlns:a="http://schemas.openxmlformats.org/drawingml/2006/main">
            <a:off x="6000750" y="17811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102B35"/>
                </a:solidFill>
              </a:defRPr>
            </a:defPPr>
            <a:lvl1pPr>
              <a:buNone/>
              <a:defRPr sz="1200" b="1">
                <a:solidFill>
                  <a:srgbClr val="102B35"/>
                </a:solidFill>
              </a:defRPr>
            </a:lvl1pPr>
            <a:lvl2pPr>
              <a:buNone/>
              <a:defRPr sz="1200" b="1">
                <a:solidFill>
                  <a:srgbClr val="102B35"/>
                </a:solidFill>
              </a:defRPr>
            </a:lvl2pPr>
            <a:lvl3pPr>
              <a:buNone/>
              <a:defRPr sz="1200" b="1">
                <a:solidFill>
                  <a:srgbClr val="102B35"/>
                </a:solidFill>
              </a:defRPr>
            </a:lvl3pPr>
            <a:lvl4pPr>
              <a:buNone/>
              <a:defRPr sz="1200" b="1">
                <a:solidFill>
                  <a:srgbClr val="102B35"/>
                </a:solidFill>
              </a:defRPr>
            </a:lvl4pPr>
            <a:lvl5pPr>
              <a:buNone/>
              <a:defRPr sz="1200" b="1">
                <a:solidFill>
                  <a:srgbClr val="102B35"/>
                </a:solidFill>
              </a:defRPr>
            </a:lvl5pPr>
            <a:lvl6pPr>
              <a:buNone/>
              <a:defRPr sz="1200" b="1">
                <a:solidFill>
                  <a:srgbClr val="102B35"/>
                </a:solidFill>
              </a:defRPr>
            </a:lvl6pPr>
            <a:lvl7pPr>
              <a:buNone/>
              <a:defRPr sz="1200" b="1">
                <a:solidFill>
                  <a:srgbClr val="102B35"/>
                </a:solidFill>
              </a:defRPr>
            </a:lvl7pPr>
            <a:lvl8pPr>
              <a:buNone/>
              <a:defRPr sz="1200" b="1">
                <a:solidFill>
                  <a:srgbClr val="102B35"/>
                </a:solidFill>
              </a:defRPr>
            </a:lvl8pPr>
            <a:lvl9pPr>
              <a:buNone/>
              <a:defRPr sz="1200" b="1">
                <a:solidFill>
                  <a:srgbClr val="102B35"/>
                </a:solidFill>
              </a:defRPr>
            </a:lvl9pPr>
          </a:lstStyle>
          <a:p xmlns:a="http://schemas.openxmlformats.org/drawingml/2006/main">
            <a:pPr>
              <a:buNone/>
              <a:defRPr sz="1200" b="1">
                <a:solidFill>
                  <a:srgbClr val="102B35"/>
                </a:solidFill>
              </a:defRPr>
            </a:pPr>
            <a:r>
              <a:rPr sz="1200" b="1">
                <a:solidFill>
                  <a:srgbClr val="102B35"/>
                </a:solidFill>
              </a:rPr>
              <a:t>Parent hit@k</a:t>
            </a:r>
          </a:p>
        </p:txBody>
      </p:sp>
      <p:sp>
        <p:nvSpPr>
          <p:cNvPr id="27" name="eval-body-0">
            <a:extLst xmlns:a="http://schemas.openxmlformats.org/drawingml/2006/main">
              <a:ext uri="{FF2B5EF4-FFF2-40B4-BE49-F238E27FC236}">
                <a16:creationId xmlns:a16="http://schemas.microsoft.com/office/drawing/2014/main" id="{0E6D1D46-DE51-438C-9EB8-969D4E16093D}"/>
              </a:ext>
            </a:extLst>
          </p:cNvPr>
          <p:cNvSpPr>
            <a:spLocks xmlns:a="http://schemas.openxmlformats.org/drawingml/2006/main" noGrp="1"/>
          </p:cNvSpPr>
          <p:nvPr/>
        </p:nvSpPr>
        <p:spPr>
          <a:xfrm xmlns:a="http://schemas.openxmlformats.org/drawingml/2006/main">
            <a:off x="7762875" y="1781175"/>
            <a:ext cx="3638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A matching child expands to the correct table, figure or section parent.</a:t>
            </a:r>
          </a:p>
        </p:txBody>
      </p:sp>
      <p:sp>
        <p:nvSpPr>
          <p:cNvPr id="28" name="eval-rule-0">
            <a:extLst xmlns:a="http://schemas.openxmlformats.org/drawingml/2006/main">
              <a:ext uri="{FF2B5EF4-FFF2-40B4-BE49-F238E27FC236}">
                <a16:creationId xmlns:a16="http://schemas.microsoft.com/office/drawing/2014/main" id="{8CF3066A-C11B-4B87-AF98-14473CF49F99}"/>
              </a:ext>
            </a:extLst>
          </p:cNvPr>
          <p:cNvSpPr>
            <a:spLocks xmlns:a="http://schemas.openxmlformats.org/drawingml/2006/main" noGrp="1"/>
          </p:cNvSpPr>
          <p:nvPr/>
        </p:nvSpPr>
        <p:spPr>
          <a:xfrm xmlns:a="http://schemas.openxmlformats.org/drawingml/2006/main">
            <a:off x="6000750" y="2257425"/>
            <a:ext cx="5400675" cy="0"/>
          </a:xfrm>
          <a:prstGeom xmlns:a="http://schemas.openxmlformats.org/drawingml/2006/main" prst="line">
            <a:avLst/>
          </a:prstGeom>
          <a:noFill xmlns:a="http://schemas.openxmlformats.org/drawingml/2006/main"/>
          <a:ln xmlns:a="http://schemas.openxmlformats.org/drawingml/2006/main" w="9525">
            <a:solidFill>
              <a:srgbClr val="D5DEE4"/>
            </a:solidFill>
            <a:prstDash val="solid"/>
          </a:ln>
        </p:spPr>
      </p:sp>
      <p:sp>
        <p:nvSpPr>
          <p:cNvPr id="29" name="eval-name-1">
            <a:extLst xmlns:a="http://schemas.openxmlformats.org/drawingml/2006/main">
              <a:ext uri="{FF2B5EF4-FFF2-40B4-BE49-F238E27FC236}">
                <a16:creationId xmlns:a16="http://schemas.microsoft.com/office/drawing/2014/main" id="{B10D8227-FF69-4BBF-B9E1-00077F0EDA7E}"/>
              </a:ext>
            </a:extLst>
          </p:cNvPr>
          <p:cNvSpPr>
            <a:spLocks xmlns:a="http://schemas.openxmlformats.org/drawingml/2006/main" noGrp="1"/>
          </p:cNvSpPr>
          <p:nvPr/>
        </p:nvSpPr>
        <p:spPr>
          <a:xfrm xmlns:a="http://schemas.openxmlformats.org/drawingml/2006/main">
            <a:off x="6000750" y="23717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102B35"/>
                </a:solidFill>
              </a:defRPr>
            </a:defPPr>
            <a:lvl1pPr>
              <a:buNone/>
              <a:defRPr sz="1200" b="1">
                <a:solidFill>
                  <a:srgbClr val="102B35"/>
                </a:solidFill>
              </a:defRPr>
            </a:lvl1pPr>
            <a:lvl2pPr>
              <a:buNone/>
              <a:defRPr sz="1200" b="1">
                <a:solidFill>
                  <a:srgbClr val="102B35"/>
                </a:solidFill>
              </a:defRPr>
            </a:lvl2pPr>
            <a:lvl3pPr>
              <a:buNone/>
              <a:defRPr sz="1200" b="1">
                <a:solidFill>
                  <a:srgbClr val="102B35"/>
                </a:solidFill>
              </a:defRPr>
            </a:lvl3pPr>
            <a:lvl4pPr>
              <a:buNone/>
              <a:defRPr sz="1200" b="1">
                <a:solidFill>
                  <a:srgbClr val="102B35"/>
                </a:solidFill>
              </a:defRPr>
            </a:lvl4pPr>
            <a:lvl5pPr>
              <a:buNone/>
              <a:defRPr sz="1200" b="1">
                <a:solidFill>
                  <a:srgbClr val="102B35"/>
                </a:solidFill>
              </a:defRPr>
            </a:lvl5pPr>
            <a:lvl6pPr>
              <a:buNone/>
              <a:defRPr sz="1200" b="1">
                <a:solidFill>
                  <a:srgbClr val="102B35"/>
                </a:solidFill>
              </a:defRPr>
            </a:lvl6pPr>
            <a:lvl7pPr>
              <a:buNone/>
              <a:defRPr sz="1200" b="1">
                <a:solidFill>
                  <a:srgbClr val="102B35"/>
                </a:solidFill>
              </a:defRPr>
            </a:lvl7pPr>
            <a:lvl8pPr>
              <a:buNone/>
              <a:defRPr sz="1200" b="1">
                <a:solidFill>
                  <a:srgbClr val="102B35"/>
                </a:solidFill>
              </a:defRPr>
            </a:lvl8pPr>
            <a:lvl9pPr>
              <a:buNone/>
              <a:defRPr sz="1200" b="1">
                <a:solidFill>
                  <a:srgbClr val="102B35"/>
                </a:solidFill>
              </a:defRPr>
            </a:lvl9pPr>
          </a:lstStyle>
          <a:p xmlns:a="http://schemas.openxmlformats.org/drawingml/2006/main">
            <a:pPr>
              <a:buNone/>
              <a:defRPr sz="1200" b="1">
                <a:solidFill>
                  <a:srgbClr val="102B35"/>
                </a:solidFill>
              </a:defRPr>
            </a:pPr>
            <a:r>
              <a:rPr sz="1200" b="1">
                <a:solidFill>
                  <a:srgbClr val="102B35"/>
                </a:solidFill>
              </a:rPr>
              <a:t>Evidence completeness</a:t>
            </a:r>
          </a:p>
        </p:txBody>
      </p:sp>
      <p:sp>
        <p:nvSpPr>
          <p:cNvPr id="30" name="eval-body-1">
            <a:extLst xmlns:a="http://schemas.openxmlformats.org/drawingml/2006/main">
              <a:ext uri="{FF2B5EF4-FFF2-40B4-BE49-F238E27FC236}">
                <a16:creationId xmlns:a16="http://schemas.microsoft.com/office/drawing/2014/main" id="{6CF89202-50FD-40DF-991C-F4D558ADCDFE}"/>
              </a:ext>
            </a:extLst>
          </p:cNvPr>
          <p:cNvSpPr>
            <a:spLocks xmlns:a="http://schemas.openxmlformats.org/drawingml/2006/main" noGrp="1"/>
          </p:cNvSpPr>
          <p:nvPr/>
        </p:nvSpPr>
        <p:spPr>
          <a:xfrm xmlns:a="http://schemas.openxmlformats.org/drawingml/2006/main">
            <a:off x="7762875" y="2371725"/>
            <a:ext cx="3638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The assembled context contains every fact needed to answer the query.</a:t>
            </a:r>
          </a:p>
        </p:txBody>
      </p:sp>
      <p:sp>
        <p:nvSpPr>
          <p:cNvPr id="31" name="eval-rule-1">
            <a:extLst xmlns:a="http://schemas.openxmlformats.org/drawingml/2006/main">
              <a:ext uri="{FF2B5EF4-FFF2-40B4-BE49-F238E27FC236}">
                <a16:creationId xmlns:a16="http://schemas.microsoft.com/office/drawing/2014/main" id="{87242FD4-F437-4213-A120-43B1940EC397}"/>
              </a:ext>
            </a:extLst>
          </p:cNvPr>
          <p:cNvSpPr>
            <a:spLocks xmlns:a="http://schemas.openxmlformats.org/drawingml/2006/main" noGrp="1"/>
          </p:cNvSpPr>
          <p:nvPr/>
        </p:nvSpPr>
        <p:spPr>
          <a:xfrm xmlns:a="http://schemas.openxmlformats.org/drawingml/2006/main">
            <a:off x="6000750" y="2847975"/>
            <a:ext cx="5400675" cy="0"/>
          </a:xfrm>
          <a:prstGeom xmlns:a="http://schemas.openxmlformats.org/drawingml/2006/main" prst="line">
            <a:avLst/>
          </a:prstGeom>
          <a:noFill xmlns:a="http://schemas.openxmlformats.org/drawingml/2006/main"/>
          <a:ln xmlns:a="http://schemas.openxmlformats.org/drawingml/2006/main" w="9525">
            <a:solidFill>
              <a:srgbClr val="D5DEE4"/>
            </a:solidFill>
            <a:prstDash val="solid"/>
          </a:ln>
        </p:spPr>
      </p:sp>
      <p:sp>
        <p:nvSpPr>
          <p:cNvPr id="32" name="eval-name-2">
            <a:extLst xmlns:a="http://schemas.openxmlformats.org/drawingml/2006/main">
              <a:ext uri="{FF2B5EF4-FFF2-40B4-BE49-F238E27FC236}">
                <a16:creationId xmlns:a16="http://schemas.microsoft.com/office/drawing/2014/main" id="{E88716C9-8584-4414-BE2F-0D84859576A8}"/>
              </a:ext>
            </a:extLst>
          </p:cNvPr>
          <p:cNvSpPr>
            <a:spLocks xmlns:a="http://schemas.openxmlformats.org/drawingml/2006/main" noGrp="1"/>
          </p:cNvSpPr>
          <p:nvPr/>
        </p:nvSpPr>
        <p:spPr>
          <a:xfrm xmlns:a="http://schemas.openxmlformats.org/drawingml/2006/main">
            <a:off x="6000750" y="296227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102B35"/>
                </a:solidFill>
              </a:defRPr>
            </a:defPPr>
            <a:lvl1pPr>
              <a:buNone/>
              <a:defRPr sz="1200" b="1">
                <a:solidFill>
                  <a:srgbClr val="102B35"/>
                </a:solidFill>
              </a:defRPr>
            </a:lvl1pPr>
            <a:lvl2pPr>
              <a:buNone/>
              <a:defRPr sz="1200" b="1">
                <a:solidFill>
                  <a:srgbClr val="102B35"/>
                </a:solidFill>
              </a:defRPr>
            </a:lvl2pPr>
            <a:lvl3pPr>
              <a:buNone/>
              <a:defRPr sz="1200" b="1">
                <a:solidFill>
                  <a:srgbClr val="102B35"/>
                </a:solidFill>
              </a:defRPr>
            </a:lvl3pPr>
            <a:lvl4pPr>
              <a:buNone/>
              <a:defRPr sz="1200" b="1">
                <a:solidFill>
                  <a:srgbClr val="102B35"/>
                </a:solidFill>
              </a:defRPr>
            </a:lvl4pPr>
            <a:lvl5pPr>
              <a:buNone/>
              <a:defRPr sz="1200" b="1">
                <a:solidFill>
                  <a:srgbClr val="102B35"/>
                </a:solidFill>
              </a:defRPr>
            </a:lvl5pPr>
            <a:lvl6pPr>
              <a:buNone/>
              <a:defRPr sz="1200" b="1">
                <a:solidFill>
                  <a:srgbClr val="102B35"/>
                </a:solidFill>
              </a:defRPr>
            </a:lvl6pPr>
            <a:lvl7pPr>
              <a:buNone/>
              <a:defRPr sz="1200" b="1">
                <a:solidFill>
                  <a:srgbClr val="102B35"/>
                </a:solidFill>
              </a:defRPr>
            </a:lvl7pPr>
            <a:lvl8pPr>
              <a:buNone/>
              <a:defRPr sz="1200" b="1">
                <a:solidFill>
                  <a:srgbClr val="102B35"/>
                </a:solidFill>
              </a:defRPr>
            </a:lvl8pPr>
            <a:lvl9pPr>
              <a:buNone/>
              <a:defRPr sz="1200" b="1">
                <a:solidFill>
                  <a:srgbClr val="102B35"/>
                </a:solidFill>
              </a:defRPr>
            </a:lvl9pPr>
          </a:lstStyle>
          <a:p xmlns:a="http://schemas.openxmlformats.org/drawingml/2006/main">
            <a:pPr>
              <a:buNone/>
              <a:defRPr sz="1200" b="1">
                <a:solidFill>
                  <a:srgbClr val="102B35"/>
                </a:solidFill>
              </a:defRPr>
            </a:pPr>
            <a:r>
              <a:rPr sz="1200" b="1">
                <a:solidFill>
                  <a:srgbClr val="102B35"/>
                </a:solidFill>
              </a:rPr>
              <a:t>Table and figure coverage</a:t>
            </a:r>
          </a:p>
        </p:txBody>
      </p:sp>
      <p:sp>
        <p:nvSpPr>
          <p:cNvPr id="33" name="eval-body-2">
            <a:extLst xmlns:a="http://schemas.openxmlformats.org/drawingml/2006/main">
              <a:ext uri="{FF2B5EF4-FFF2-40B4-BE49-F238E27FC236}">
                <a16:creationId xmlns:a16="http://schemas.microsoft.com/office/drawing/2014/main" id="{233EA8A2-2512-44FD-A9CF-3B75F3FE7625}"/>
              </a:ext>
            </a:extLst>
          </p:cNvPr>
          <p:cNvSpPr>
            <a:spLocks xmlns:a="http://schemas.openxmlformats.org/drawingml/2006/main" noGrp="1"/>
          </p:cNvSpPr>
          <p:nvPr/>
        </p:nvSpPr>
        <p:spPr>
          <a:xfrm xmlns:a="http://schemas.openxmlformats.org/drawingml/2006/main">
            <a:off x="7762875" y="2962275"/>
            <a:ext cx="3638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A row or caption hit returns headers, sibling rows and visual description.</a:t>
            </a:r>
          </a:p>
        </p:txBody>
      </p:sp>
      <p:sp>
        <p:nvSpPr>
          <p:cNvPr id="34" name="eval-rule-2">
            <a:extLst xmlns:a="http://schemas.openxmlformats.org/drawingml/2006/main">
              <a:ext uri="{FF2B5EF4-FFF2-40B4-BE49-F238E27FC236}">
                <a16:creationId xmlns:a16="http://schemas.microsoft.com/office/drawing/2014/main" id="{291EDE94-1B59-4FD3-BC78-EC6B1B0AAE65}"/>
              </a:ext>
            </a:extLst>
          </p:cNvPr>
          <p:cNvSpPr>
            <a:spLocks xmlns:a="http://schemas.openxmlformats.org/drawingml/2006/main" noGrp="1"/>
          </p:cNvSpPr>
          <p:nvPr/>
        </p:nvSpPr>
        <p:spPr>
          <a:xfrm xmlns:a="http://schemas.openxmlformats.org/drawingml/2006/main">
            <a:off x="6000750" y="3438525"/>
            <a:ext cx="5400675" cy="0"/>
          </a:xfrm>
          <a:prstGeom xmlns:a="http://schemas.openxmlformats.org/drawingml/2006/main" prst="line">
            <a:avLst/>
          </a:prstGeom>
          <a:noFill xmlns:a="http://schemas.openxmlformats.org/drawingml/2006/main"/>
          <a:ln xmlns:a="http://schemas.openxmlformats.org/drawingml/2006/main" w="9525">
            <a:solidFill>
              <a:srgbClr val="D5DEE4"/>
            </a:solidFill>
            <a:prstDash val="solid"/>
          </a:ln>
        </p:spPr>
      </p:sp>
      <p:sp>
        <p:nvSpPr>
          <p:cNvPr id="35" name="eval-name-3">
            <a:extLst xmlns:a="http://schemas.openxmlformats.org/drawingml/2006/main">
              <a:ext uri="{FF2B5EF4-FFF2-40B4-BE49-F238E27FC236}">
                <a16:creationId xmlns:a16="http://schemas.microsoft.com/office/drawing/2014/main" id="{7AFCC9F5-980E-4B2E-9526-B20634567722}"/>
              </a:ext>
            </a:extLst>
          </p:cNvPr>
          <p:cNvSpPr>
            <a:spLocks xmlns:a="http://schemas.openxmlformats.org/drawingml/2006/main" noGrp="1"/>
          </p:cNvSpPr>
          <p:nvPr/>
        </p:nvSpPr>
        <p:spPr>
          <a:xfrm xmlns:a="http://schemas.openxmlformats.org/drawingml/2006/main">
            <a:off x="6000750" y="3552825"/>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102B35"/>
                </a:solidFill>
              </a:defRPr>
            </a:defPPr>
            <a:lvl1pPr>
              <a:buNone/>
              <a:defRPr sz="1200" b="1">
                <a:solidFill>
                  <a:srgbClr val="102B35"/>
                </a:solidFill>
              </a:defRPr>
            </a:lvl1pPr>
            <a:lvl2pPr>
              <a:buNone/>
              <a:defRPr sz="1200" b="1">
                <a:solidFill>
                  <a:srgbClr val="102B35"/>
                </a:solidFill>
              </a:defRPr>
            </a:lvl2pPr>
            <a:lvl3pPr>
              <a:buNone/>
              <a:defRPr sz="1200" b="1">
                <a:solidFill>
                  <a:srgbClr val="102B35"/>
                </a:solidFill>
              </a:defRPr>
            </a:lvl3pPr>
            <a:lvl4pPr>
              <a:buNone/>
              <a:defRPr sz="1200" b="1">
                <a:solidFill>
                  <a:srgbClr val="102B35"/>
                </a:solidFill>
              </a:defRPr>
            </a:lvl4pPr>
            <a:lvl5pPr>
              <a:buNone/>
              <a:defRPr sz="1200" b="1">
                <a:solidFill>
                  <a:srgbClr val="102B35"/>
                </a:solidFill>
              </a:defRPr>
            </a:lvl5pPr>
            <a:lvl6pPr>
              <a:buNone/>
              <a:defRPr sz="1200" b="1">
                <a:solidFill>
                  <a:srgbClr val="102B35"/>
                </a:solidFill>
              </a:defRPr>
            </a:lvl6pPr>
            <a:lvl7pPr>
              <a:buNone/>
              <a:defRPr sz="1200" b="1">
                <a:solidFill>
                  <a:srgbClr val="102B35"/>
                </a:solidFill>
              </a:defRPr>
            </a:lvl7pPr>
            <a:lvl8pPr>
              <a:buNone/>
              <a:defRPr sz="1200" b="1">
                <a:solidFill>
                  <a:srgbClr val="102B35"/>
                </a:solidFill>
              </a:defRPr>
            </a:lvl8pPr>
            <a:lvl9pPr>
              <a:buNone/>
              <a:defRPr sz="1200" b="1">
                <a:solidFill>
                  <a:srgbClr val="102B35"/>
                </a:solidFill>
              </a:defRPr>
            </a:lvl9pPr>
          </a:lstStyle>
          <a:p xmlns:a="http://schemas.openxmlformats.org/drawingml/2006/main">
            <a:pPr>
              <a:buNone/>
              <a:defRPr sz="1200" b="1">
                <a:solidFill>
                  <a:srgbClr val="102B35"/>
                </a:solidFill>
              </a:defRPr>
            </a:pPr>
            <a:r>
              <a:rPr sz="1200" b="1">
                <a:solidFill>
                  <a:srgbClr val="102B35"/>
                </a:solidFill>
              </a:rPr>
              <a:t>Fragment rate</a:t>
            </a:r>
          </a:p>
        </p:txBody>
      </p:sp>
      <p:sp>
        <p:nvSpPr>
          <p:cNvPr id="36" name="eval-body-3">
            <a:extLst xmlns:a="http://schemas.openxmlformats.org/drawingml/2006/main">
              <a:ext uri="{FF2B5EF4-FFF2-40B4-BE49-F238E27FC236}">
                <a16:creationId xmlns:a16="http://schemas.microsoft.com/office/drawing/2014/main" id="{F6F6DD2A-59E6-424C-AA58-19EE417B9028}"/>
              </a:ext>
            </a:extLst>
          </p:cNvPr>
          <p:cNvSpPr>
            <a:spLocks xmlns:a="http://schemas.openxmlformats.org/drawingml/2006/main" noGrp="1"/>
          </p:cNvSpPr>
          <p:nvPr/>
        </p:nvSpPr>
        <p:spPr>
          <a:xfrm xmlns:a="http://schemas.openxmlformats.org/drawingml/2006/main">
            <a:off x="7762875" y="3552825"/>
            <a:ext cx="3638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Fewer top-k results begin mid-sentence or contain detached values and captions.</a:t>
            </a:r>
          </a:p>
        </p:txBody>
      </p:sp>
      <p:sp>
        <p:nvSpPr>
          <p:cNvPr id="37" name="failure-divider">
            <a:extLst xmlns:a="http://schemas.openxmlformats.org/drawingml/2006/main">
              <a:ext uri="{FF2B5EF4-FFF2-40B4-BE49-F238E27FC236}">
                <a16:creationId xmlns:a16="http://schemas.microsoft.com/office/drawing/2014/main" id="{DA0C366B-7595-4FA5-B09F-6B5B3A2D8465}"/>
              </a:ext>
            </a:extLst>
          </p:cNvPr>
          <p:cNvSpPr>
            <a:spLocks xmlns:a="http://schemas.openxmlformats.org/drawingml/2006/main" noGrp="1"/>
          </p:cNvSpPr>
          <p:nvPr/>
        </p:nvSpPr>
        <p:spPr>
          <a:xfrm xmlns:a="http://schemas.openxmlformats.org/drawingml/2006/main">
            <a:off x="590550" y="4333875"/>
            <a:ext cx="10810875" cy="0"/>
          </a:xfrm>
          <a:prstGeom xmlns:a="http://schemas.openxmlformats.org/drawingml/2006/main" prst="line">
            <a:avLst/>
          </a:prstGeom>
          <a:noFill xmlns:a="http://schemas.openxmlformats.org/drawingml/2006/main"/>
          <a:ln xmlns:a="http://schemas.openxmlformats.org/drawingml/2006/main" w="9525">
            <a:solidFill>
              <a:srgbClr val="AFC0C8"/>
            </a:solidFill>
            <a:prstDash val="solid"/>
          </a:ln>
        </p:spPr>
      </p:sp>
      <p:sp>
        <p:nvSpPr>
          <p:cNvPr id="38" name="failure-heading">
            <a:extLst xmlns:a="http://schemas.openxmlformats.org/drawingml/2006/main">
              <a:ext uri="{FF2B5EF4-FFF2-40B4-BE49-F238E27FC236}">
                <a16:creationId xmlns:a16="http://schemas.microsoft.com/office/drawing/2014/main" id="{B33C4A0B-7BF1-43BF-A6E7-E155E727E36C}"/>
              </a:ext>
            </a:extLst>
          </p:cNvPr>
          <p:cNvSpPr>
            <a:spLocks xmlns:a="http://schemas.openxmlformats.org/drawingml/2006/main" noGrp="1"/>
          </p:cNvSpPr>
          <p:nvPr/>
        </p:nvSpPr>
        <p:spPr>
          <a:xfrm xmlns:a="http://schemas.openxmlformats.org/drawingml/2006/main">
            <a:off x="590550" y="4495800"/>
            <a:ext cx="10810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A54040"/>
                </a:solidFill>
              </a:defRPr>
            </a:defPPr>
            <a:lvl1pPr>
              <a:buNone/>
              <a:defRPr sz="900" b="1">
                <a:solidFill>
                  <a:srgbClr val="A54040"/>
                </a:solidFill>
              </a:defRPr>
            </a:lvl1pPr>
            <a:lvl2pPr>
              <a:buNone/>
              <a:defRPr sz="900" b="1">
                <a:solidFill>
                  <a:srgbClr val="A54040"/>
                </a:solidFill>
              </a:defRPr>
            </a:lvl2pPr>
            <a:lvl3pPr>
              <a:buNone/>
              <a:defRPr sz="900" b="1">
                <a:solidFill>
                  <a:srgbClr val="A54040"/>
                </a:solidFill>
              </a:defRPr>
            </a:lvl3pPr>
            <a:lvl4pPr>
              <a:buNone/>
              <a:defRPr sz="900" b="1">
                <a:solidFill>
                  <a:srgbClr val="A54040"/>
                </a:solidFill>
              </a:defRPr>
            </a:lvl4pPr>
            <a:lvl5pPr>
              <a:buNone/>
              <a:defRPr sz="900" b="1">
                <a:solidFill>
                  <a:srgbClr val="A54040"/>
                </a:solidFill>
              </a:defRPr>
            </a:lvl5pPr>
            <a:lvl6pPr>
              <a:buNone/>
              <a:defRPr sz="900" b="1">
                <a:solidFill>
                  <a:srgbClr val="A54040"/>
                </a:solidFill>
              </a:defRPr>
            </a:lvl6pPr>
            <a:lvl7pPr>
              <a:buNone/>
              <a:defRPr sz="900" b="1">
                <a:solidFill>
                  <a:srgbClr val="A54040"/>
                </a:solidFill>
              </a:defRPr>
            </a:lvl7pPr>
            <a:lvl8pPr>
              <a:buNone/>
              <a:defRPr sz="900" b="1">
                <a:solidFill>
                  <a:srgbClr val="A54040"/>
                </a:solidFill>
              </a:defRPr>
            </a:lvl8pPr>
            <a:lvl9pPr>
              <a:buNone/>
              <a:defRPr sz="900" b="1">
                <a:solidFill>
                  <a:srgbClr val="A54040"/>
                </a:solidFill>
              </a:defRPr>
            </a:lvl9pPr>
          </a:lstStyle>
          <a:p xmlns:a="http://schemas.openxmlformats.org/drawingml/2006/main">
            <a:pPr>
              <a:buNone/>
              <a:defRPr sz="900" b="1">
                <a:solidFill>
                  <a:srgbClr val="A54040"/>
                </a:solidFill>
              </a:defRPr>
            </a:pPr>
            <a:r>
              <a:rPr sz="900" b="1">
                <a:solidFill>
                  <a:srgbClr val="A54040"/>
                </a:solidFill>
              </a:rPr>
              <a:t>ACTUAL FLAT-CHUNK FAILURES FROM THE COMPLETED CORPUS</a:t>
            </a:r>
          </a:p>
        </p:txBody>
      </p:sp>
      <p:sp>
        <p:nvSpPr>
          <p:cNvPr id="39" name="query-0">
            <a:extLst xmlns:a="http://schemas.openxmlformats.org/drawingml/2006/main">
              <a:ext uri="{FF2B5EF4-FFF2-40B4-BE49-F238E27FC236}">
                <a16:creationId xmlns:a16="http://schemas.microsoft.com/office/drawing/2014/main" id="{1C0B044F-9544-4D2A-AEC2-4A45569323F2}"/>
              </a:ext>
            </a:extLst>
          </p:cNvPr>
          <p:cNvSpPr>
            <a:spLocks xmlns:a="http://schemas.openxmlformats.org/drawingml/2006/main" noGrp="1"/>
          </p:cNvSpPr>
          <p:nvPr/>
        </p:nvSpPr>
        <p:spPr>
          <a:xfrm xmlns:a="http://schemas.openxmlformats.org/drawingml/2006/main">
            <a:off x="590550" y="48196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102B35"/>
                </a:solidFill>
              </a:defRPr>
            </a:defPPr>
            <a:lvl1pPr>
              <a:buNone/>
              <a:defRPr sz="975" b="1">
                <a:solidFill>
                  <a:srgbClr val="102B35"/>
                </a:solidFill>
              </a:defRPr>
            </a:lvl1pPr>
            <a:lvl2pPr>
              <a:buNone/>
              <a:defRPr sz="975" b="1">
                <a:solidFill>
                  <a:srgbClr val="102B35"/>
                </a:solidFill>
              </a:defRPr>
            </a:lvl2pPr>
            <a:lvl3pPr>
              <a:buNone/>
              <a:defRPr sz="975" b="1">
                <a:solidFill>
                  <a:srgbClr val="102B35"/>
                </a:solidFill>
              </a:defRPr>
            </a:lvl3pPr>
            <a:lvl4pPr>
              <a:buNone/>
              <a:defRPr sz="975" b="1">
                <a:solidFill>
                  <a:srgbClr val="102B35"/>
                </a:solidFill>
              </a:defRPr>
            </a:lvl4pPr>
            <a:lvl5pPr>
              <a:buNone/>
              <a:defRPr sz="975" b="1">
                <a:solidFill>
                  <a:srgbClr val="102B35"/>
                </a:solidFill>
              </a:defRPr>
            </a:lvl5pPr>
            <a:lvl6pPr>
              <a:buNone/>
              <a:defRPr sz="975" b="1">
                <a:solidFill>
                  <a:srgbClr val="102B35"/>
                </a:solidFill>
              </a:defRPr>
            </a:lvl6pPr>
            <a:lvl7pPr>
              <a:buNone/>
              <a:defRPr sz="975" b="1">
                <a:solidFill>
                  <a:srgbClr val="102B35"/>
                </a:solidFill>
              </a:defRPr>
            </a:lvl7pPr>
            <a:lvl8pPr>
              <a:buNone/>
              <a:defRPr sz="975" b="1">
                <a:solidFill>
                  <a:srgbClr val="102B35"/>
                </a:solidFill>
              </a:defRPr>
            </a:lvl8pPr>
            <a:lvl9pPr>
              <a:buNone/>
              <a:defRPr sz="975" b="1">
                <a:solidFill>
                  <a:srgbClr val="102B35"/>
                </a:solidFill>
              </a:defRPr>
            </a:lvl9pPr>
          </a:lstStyle>
          <a:p xmlns:a="http://schemas.openxmlformats.org/drawingml/2006/main">
            <a:pPr>
              <a:buNone/>
              <a:defRPr sz="975" b="1">
                <a:solidFill>
                  <a:srgbClr val="102B35"/>
                </a:solidFill>
              </a:defRPr>
            </a:pPr>
            <a:r>
              <a:rPr sz="975" b="1">
                <a:solidFill>
                  <a:srgbClr val="102B35"/>
                </a:solidFill>
              </a:rPr>
              <a:t>QUERY  What factors contributed to higher premiums?</a:t>
            </a:r>
          </a:p>
        </p:txBody>
      </p:sp>
      <p:sp>
        <p:nvSpPr>
          <p:cNvPr id="40" name="fragment-0">
            <a:extLst xmlns:a="http://schemas.openxmlformats.org/drawingml/2006/main">
              <a:ext uri="{FF2B5EF4-FFF2-40B4-BE49-F238E27FC236}">
                <a16:creationId xmlns:a16="http://schemas.microsoft.com/office/drawing/2014/main" id="{B780B304-7A30-47B3-9BDB-1B6D549009BE}"/>
              </a:ext>
            </a:extLst>
          </p:cNvPr>
          <p:cNvSpPr>
            <a:spLocks xmlns:a="http://schemas.openxmlformats.org/drawingml/2006/main" noGrp="1"/>
          </p:cNvSpPr>
          <p:nvPr/>
        </p:nvSpPr>
        <p:spPr>
          <a:xfrm xmlns:a="http://schemas.openxmlformats.org/drawingml/2006/main">
            <a:off x="590550" y="525780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i="1">
                <a:solidFill>
                  <a:srgbClr val="A54040"/>
                </a:solidFill>
              </a:defRPr>
            </a:defPPr>
            <a:lvl1pPr>
              <a:buNone/>
              <a:defRPr sz="975" b="1" i="1">
                <a:solidFill>
                  <a:srgbClr val="A54040"/>
                </a:solidFill>
              </a:defRPr>
            </a:lvl1pPr>
            <a:lvl2pPr>
              <a:buNone/>
              <a:defRPr sz="975" b="1" i="1">
                <a:solidFill>
                  <a:srgbClr val="A54040"/>
                </a:solidFill>
              </a:defRPr>
            </a:lvl2pPr>
            <a:lvl3pPr>
              <a:buNone/>
              <a:defRPr sz="975" b="1" i="1">
                <a:solidFill>
                  <a:srgbClr val="A54040"/>
                </a:solidFill>
              </a:defRPr>
            </a:lvl3pPr>
            <a:lvl4pPr>
              <a:buNone/>
              <a:defRPr sz="975" b="1" i="1">
                <a:solidFill>
                  <a:srgbClr val="A54040"/>
                </a:solidFill>
              </a:defRPr>
            </a:lvl4pPr>
            <a:lvl5pPr>
              <a:buNone/>
              <a:defRPr sz="975" b="1" i="1">
                <a:solidFill>
                  <a:srgbClr val="A54040"/>
                </a:solidFill>
              </a:defRPr>
            </a:lvl5pPr>
            <a:lvl6pPr>
              <a:buNone/>
              <a:defRPr sz="975" b="1" i="1">
                <a:solidFill>
                  <a:srgbClr val="A54040"/>
                </a:solidFill>
              </a:defRPr>
            </a:lvl6pPr>
            <a:lvl7pPr>
              <a:buNone/>
              <a:defRPr sz="975" b="1" i="1">
                <a:solidFill>
                  <a:srgbClr val="A54040"/>
                </a:solidFill>
              </a:defRPr>
            </a:lvl7pPr>
            <a:lvl8pPr>
              <a:buNone/>
              <a:defRPr sz="975" b="1" i="1">
                <a:solidFill>
                  <a:srgbClr val="A54040"/>
                </a:solidFill>
              </a:defRPr>
            </a:lvl8pPr>
            <a:lvl9pPr>
              <a:buNone/>
              <a:defRPr sz="975" b="1" i="1">
                <a:solidFill>
                  <a:srgbClr val="A54040"/>
                </a:solidFill>
              </a:defRPr>
            </a:lvl9pPr>
          </a:lstStyle>
          <a:p xmlns:a="http://schemas.openxmlformats.org/drawingml/2006/main">
            <a:pPr>
              <a:buNone/>
              <a:defRPr sz="975" b="1" i="1">
                <a:solidFill>
                  <a:srgbClr val="A54040"/>
                </a:solidFill>
              </a:defRPr>
            </a:pPr>
            <a:r>
              <a:rPr sz="975" b="1" i="1">
                <a:solidFill>
                  <a:srgbClr val="A54040"/>
                </a:solidFill>
              </a:rPr>
              <a:t>RETURNED  ‘very little’ to higher premiums…</a:t>
            </a:r>
          </a:p>
        </p:txBody>
      </p:sp>
      <p:sp>
        <p:nvSpPr>
          <p:cNvPr id="41" name="reason-0">
            <a:extLst xmlns:a="http://schemas.openxmlformats.org/drawingml/2006/main">
              <a:ext uri="{FF2B5EF4-FFF2-40B4-BE49-F238E27FC236}">
                <a16:creationId xmlns:a16="http://schemas.microsoft.com/office/drawing/2014/main" id="{76F275B7-29EB-4FB8-BF05-4E83168DC701}"/>
              </a:ext>
            </a:extLst>
          </p:cNvPr>
          <p:cNvSpPr>
            <a:spLocks xmlns:a="http://schemas.openxmlformats.org/drawingml/2006/main" noGrp="1"/>
          </p:cNvSpPr>
          <p:nvPr/>
        </p:nvSpPr>
        <p:spPr>
          <a:xfrm xmlns:a="http://schemas.openxmlformats.org/drawingml/2006/main">
            <a:off x="590550" y="5715000"/>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A6870"/>
                </a:solidFill>
              </a:defRPr>
            </a:defPPr>
            <a:lvl1pPr>
              <a:buNone/>
              <a:defRPr sz="900">
                <a:solidFill>
                  <a:srgbClr val="5A6870"/>
                </a:solidFill>
              </a:defRPr>
            </a:lvl1pPr>
            <a:lvl2pPr>
              <a:buNone/>
              <a:defRPr sz="900">
                <a:solidFill>
                  <a:srgbClr val="5A6870"/>
                </a:solidFill>
              </a:defRPr>
            </a:lvl2pPr>
            <a:lvl3pPr>
              <a:buNone/>
              <a:defRPr sz="900">
                <a:solidFill>
                  <a:srgbClr val="5A6870"/>
                </a:solidFill>
              </a:defRPr>
            </a:lvl3pPr>
            <a:lvl4pPr>
              <a:buNone/>
              <a:defRPr sz="900">
                <a:solidFill>
                  <a:srgbClr val="5A6870"/>
                </a:solidFill>
              </a:defRPr>
            </a:lvl4pPr>
            <a:lvl5pPr>
              <a:buNone/>
              <a:defRPr sz="900">
                <a:solidFill>
                  <a:srgbClr val="5A6870"/>
                </a:solidFill>
              </a:defRPr>
            </a:lvl5pPr>
            <a:lvl6pPr>
              <a:buNone/>
              <a:defRPr sz="900">
                <a:solidFill>
                  <a:srgbClr val="5A6870"/>
                </a:solidFill>
              </a:defRPr>
            </a:lvl6pPr>
            <a:lvl7pPr>
              <a:buNone/>
              <a:defRPr sz="900">
                <a:solidFill>
                  <a:srgbClr val="5A6870"/>
                </a:solidFill>
              </a:defRPr>
            </a:lvl7pPr>
            <a:lvl8pPr>
              <a:buNone/>
              <a:defRPr sz="900">
                <a:solidFill>
                  <a:srgbClr val="5A6870"/>
                </a:solidFill>
              </a:defRPr>
            </a:lvl8pPr>
            <a:lvl9pPr>
              <a:buNone/>
              <a:defRPr sz="900">
                <a:solidFill>
                  <a:srgbClr val="5A6870"/>
                </a:solidFill>
              </a:defRPr>
            </a:lvl9pPr>
          </a:lstStyle>
          <a:p xmlns:a="http://schemas.openxmlformats.org/drawingml/2006/main">
            <a:pPr>
              <a:buNone/>
              <a:defRPr sz="900">
                <a:solidFill>
                  <a:srgbClr val="5A6870"/>
                </a:solidFill>
              </a:defRPr>
            </a:pPr>
            <a:r>
              <a:rPr sz="900">
                <a:solidFill>
                  <a:srgbClr val="5A6870"/>
                </a:solidFill>
              </a:rPr>
              <a:t>Orphan continuation without the preceding category or response scale.</a:t>
            </a:r>
          </a:p>
        </p:txBody>
      </p:sp>
      <p:sp>
        <p:nvSpPr>
          <p:cNvPr id="42" name="failure-vertical-1">
            <a:extLst xmlns:a="http://schemas.openxmlformats.org/drawingml/2006/main">
              <a:ext uri="{FF2B5EF4-FFF2-40B4-BE49-F238E27FC236}">
                <a16:creationId xmlns:a16="http://schemas.microsoft.com/office/drawing/2014/main" id="{46F51D3D-F72C-48D5-B210-F48236D572CB}"/>
              </a:ext>
            </a:extLst>
          </p:cNvPr>
          <p:cNvSpPr>
            <a:spLocks xmlns:a="http://schemas.openxmlformats.org/drawingml/2006/main" noGrp="1"/>
          </p:cNvSpPr>
          <p:nvPr/>
        </p:nvSpPr>
        <p:spPr>
          <a:xfrm xmlns:a="http://schemas.openxmlformats.org/drawingml/2006/main">
            <a:off x="4048125" y="4800600"/>
            <a:ext cx="0" cy="1333500"/>
          </a:xfrm>
          <a:prstGeom xmlns:a="http://schemas.openxmlformats.org/drawingml/2006/main" prst="line">
            <a:avLst/>
          </a:prstGeom>
          <a:noFill xmlns:a="http://schemas.openxmlformats.org/drawingml/2006/main"/>
          <a:ln xmlns:a="http://schemas.openxmlformats.org/drawingml/2006/main" w="9525">
            <a:solidFill>
              <a:srgbClr val="D5DEE4"/>
            </a:solidFill>
            <a:prstDash val="solid"/>
          </a:ln>
        </p:spPr>
      </p:sp>
      <p:sp>
        <p:nvSpPr>
          <p:cNvPr id="43" name="query-1">
            <a:extLst xmlns:a="http://schemas.openxmlformats.org/drawingml/2006/main">
              <a:ext uri="{FF2B5EF4-FFF2-40B4-BE49-F238E27FC236}">
                <a16:creationId xmlns:a16="http://schemas.microsoft.com/office/drawing/2014/main" id="{8F0AC06E-F023-4A63-B2BC-286E584B1746}"/>
              </a:ext>
            </a:extLst>
          </p:cNvPr>
          <p:cNvSpPr>
            <a:spLocks xmlns:a="http://schemas.openxmlformats.org/drawingml/2006/main" noGrp="1"/>
          </p:cNvSpPr>
          <p:nvPr/>
        </p:nvSpPr>
        <p:spPr>
          <a:xfrm xmlns:a="http://schemas.openxmlformats.org/drawingml/2006/main">
            <a:off x="4219575" y="48196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102B35"/>
                </a:solidFill>
              </a:defRPr>
            </a:defPPr>
            <a:lvl1pPr>
              <a:buNone/>
              <a:defRPr sz="975" b="1">
                <a:solidFill>
                  <a:srgbClr val="102B35"/>
                </a:solidFill>
              </a:defRPr>
            </a:lvl1pPr>
            <a:lvl2pPr>
              <a:buNone/>
              <a:defRPr sz="975" b="1">
                <a:solidFill>
                  <a:srgbClr val="102B35"/>
                </a:solidFill>
              </a:defRPr>
            </a:lvl2pPr>
            <a:lvl3pPr>
              <a:buNone/>
              <a:defRPr sz="975" b="1">
                <a:solidFill>
                  <a:srgbClr val="102B35"/>
                </a:solidFill>
              </a:defRPr>
            </a:lvl3pPr>
            <a:lvl4pPr>
              <a:buNone/>
              <a:defRPr sz="975" b="1">
                <a:solidFill>
                  <a:srgbClr val="102B35"/>
                </a:solidFill>
              </a:defRPr>
            </a:lvl4pPr>
            <a:lvl5pPr>
              <a:buNone/>
              <a:defRPr sz="975" b="1">
                <a:solidFill>
                  <a:srgbClr val="102B35"/>
                </a:solidFill>
              </a:defRPr>
            </a:lvl5pPr>
            <a:lvl6pPr>
              <a:buNone/>
              <a:defRPr sz="975" b="1">
                <a:solidFill>
                  <a:srgbClr val="102B35"/>
                </a:solidFill>
              </a:defRPr>
            </a:lvl6pPr>
            <a:lvl7pPr>
              <a:buNone/>
              <a:defRPr sz="975" b="1">
                <a:solidFill>
                  <a:srgbClr val="102B35"/>
                </a:solidFill>
              </a:defRPr>
            </a:lvl7pPr>
            <a:lvl8pPr>
              <a:buNone/>
              <a:defRPr sz="975" b="1">
                <a:solidFill>
                  <a:srgbClr val="102B35"/>
                </a:solidFill>
              </a:defRPr>
            </a:lvl8pPr>
            <a:lvl9pPr>
              <a:buNone/>
              <a:defRPr sz="975" b="1">
                <a:solidFill>
                  <a:srgbClr val="102B35"/>
                </a:solidFill>
              </a:defRPr>
            </a:lvl9pPr>
          </a:lstStyle>
          <a:p xmlns:a="http://schemas.openxmlformats.org/drawingml/2006/main">
            <a:pPr>
              <a:buNone/>
              <a:defRPr sz="975" b="1">
                <a:solidFill>
                  <a:srgbClr val="102B35"/>
                </a:solidFill>
              </a:defRPr>
            </a:pPr>
            <a:r>
              <a:rPr sz="975" b="1">
                <a:solidFill>
                  <a:srgbClr val="102B35"/>
                </a:solidFill>
              </a:rPr>
              <a:t>QUERY  How does BRG calculate MA payments?</a:t>
            </a:r>
          </a:p>
        </p:txBody>
      </p:sp>
      <p:sp>
        <p:nvSpPr>
          <p:cNvPr id="44" name="fragment-1">
            <a:extLst xmlns:a="http://schemas.openxmlformats.org/drawingml/2006/main">
              <a:ext uri="{FF2B5EF4-FFF2-40B4-BE49-F238E27FC236}">
                <a16:creationId xmlns:a16="http://schemas.microsoft.com/office/drawing/2014/main" id="{B86B9023-F86C-43BF-9A83-197FFA3CCA59}"/>
              </a:ext>
            </a:extLst>
          </p:cNvPr>
          <p:cNvSpPr>
            <a:spLocks xmlns:a="http://schemas.openxmlformats.org/drawingml/2006/main" noGrp="1"/>
          </p:cNvSpPr>
          <p:nvPr/>
        </p:nvSpPr>
        <p:spPr>
          <a:xfrm xmlns:a="http://schemas.openxmlformats.org/drawingml/2006/main">
            <a:off x="4219575" y="525780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i="1">
                <a:solidFill>
                  <a:srgbClr val="A54040"/>
                </a:solidFill>
              </a:defRPr>
            </a:defPPr>
            <a:lvl1pPr>
              <a:buNone/>
              <a:defRPr sz="975" b="1" i="1">
                <a:solidFill>
                  <a:srgbClr val="A54040"/>
                </a:solidFill>
              </a:defRPr>
            </a:lvl1pPr>
            <a:lvl2pPr>
              <a:buNone/>
              <a:defRPr sz="975" b="1" i="1">
                <a:solidFill>
                  <a:srgbClr val="A54040"/>
                </a:solidFill>
              </a:defRPr>
            </a:lvl2pPr>
            <a:lvl3pPr>
              <a:buNone/>
              <a:defRPr sz="975" b="1" i="1">
                <a:solidFill>
                  <a:srgbClr val="A54040"/>
                </a:solidFill>
              </a:defRPr>
            </a:lvl3pPr>
            <a:lvl4pPr>
              <a:buNone/>
              <a:defRPr sz="975" b="1" i="1">
                <a:solidFill>
                  <a:srgbClr val="A54040"/>
                </a:solidFill>
              </a:defRPr>
            </a:lvl4pPr>
            <a:lvl5pPr>
              <a:buNone/>
              <a:defRPr sz="975" b="1" i="1">
                <a:solidFill>
                  <a:srgbClr val="A54040"/>
                </a:solidFill>
              </a:defRPr>
            </a:lvl5pPr>
            <a:lvl6pPr>
              <a:buNone/>
              <a:defRPr sz="975" b="1" i="1">
                <a:solidFill>
                  <a:srgbClr val="A54040"/>
                </a:solidFill>
              </a:defRPr>
            </a:lvl6pPr>
            <a:lvl7pPr>
              <a:buNone/>
              <a:defRPr sz="975" b="1" i="1">
                <a:solidFill>
                  <a:srgbClr val="A54040"/>
                </a:solidFill>
              </a:defRPr>
            </a:lvl7pPr>
            <a:lvl8pPr>
              <a:buNone/>
              <a:defRPr sz="975" b="1" i="1">
                <a:solidFill>
                  <a:srgbClr val="A54040"/>
                </a:solidFill>
              </a:defRPr>
            </a:lvl8pPr>
            <a:lvl9pPr>
              <a:buNone/>
              <a:defRPr sz="975" b="1" i="1">
                <a:solidFill>
                  <a:srgbClr val="A54040"/>
                </a:solidFill>
              </a:defRPr>
            </a:lvl9pPr>
          </a:lstStyle>
          <a:p xmlns:a="http://schemas.openxmlformats.org/drawingml/2006/main">
            <a:pPr>
              <a:buNone/>
              <a:defRPr sz="975" b="1" i="1">
                <a:solidFill>
                  <a:srgbClr val="A54040"/>
                </a:solidFill>
              </a:defRPr>
            </a:pPr>
            <a:r>
              <a:rPr sz="975" b="1" i="1">
                <a:solidFill>
                  <a:srgbClr val="A54040"/>
                </a:solidFill>
              </a:rPr>
              <a:t>RETURNED  Figure 4. BRG MA Payment Model Methodology</a:t>
            </a:r>
          </a:p>
        </p:txBody>
      </p:sp>
      <p:sp>
        <p:nvSpPr>
          <p:cNvPr id="45" name="reason-1">
            <a:extLst xmlns:a="http://schemas.openxmlformats.org/drawingml/2006/main">
              <a:ext uri="{FF2B5EF4-FFF2-40B4-BE49-F238E27FC236}">
                <a16:creationId xmlns:a16="http://schemas.microsoft.com/office/drawing/2014/main" id="{54A8AFC8-736C-42D6-B513-434016B633E3}"/>
              </a:ext>
            </a:extLst>
          </p:cNvPr>
          <p:cNvSpPr>
            <a:spLocks xmlns:a="http://schemas.openxmlformats.org/drawingml/2006/main" noGrp="1"/>
          </p:cNvSpPr>
          <p:nvPr/>
        </p:nvSpPr>
        <p:spPr>
          <a:xfrm xmlns:a="http://schemas.openxmlformats.org/drawingml/2006/main">
            <a:off x="4219575" y="5715000"/>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A6870"/>
                </a:solidFill>
              </a:defRPr>
            </a:defPPr>
            <a:lvl1pPr>
              <a:buNone/>
              <a:defRPr sz="900">
                <a:solidFill>
                  <a:srgbClr val="5A6870"/>
                </a:solidFill>
              </a:defRPr>
            </a:lvl1pPr>
            <a:lvl2pPr>
              <a:buNone/>
              <a:defRPr sz="900">
                <a:solidFill>
                  <a:srgbClr val="5A6870"/>
                </a:solidFill>
              </a:defRPr>
            </a:lvl2pPr>
            <a:lvl3pPr>
              <a:buNone/>
              <a:defRPr sz="900">
                <a:solidFill>
                  <a:srgbClr val="5A6870"/>
                </a:solidFill>
              </a:defRPr>
            </a:lvl3pPr>
            <a:lvl4pPr>
              <a:buNone/>
              <a:defRPr sz="900">
                <a:solidFill>
                  <a:srgbClr val="5A6870"/>
                </a:solidFill>
              </a:defRPr>
            </a:lvl4pPr>
            <a:lvl5pPr>
              <a:buNone/>
              <a:defRPr sz="900">
                <a:solidFill>
                  <a:srgbClr val="5A6870"/>
                </a:solidFill>
              </a:defRPr>
            </a:lvl5pPr>
            <a:lvl6pPr>
              <a:buNone/>
              <a:defRPr sz="900">
                <a:solidFill>
                  <a:srgbClr val="5A6870"/>
                </a:solidFill>
              </a:defRPr>
            </a:lvl6pPr>
            <a:lvl7pPr>
              <a:buNone/>
              <a:defRPr sz="900">
                <a:solidFill>
                  <a:srgbClr val="5A6870"/>
                </a:solidFill>
              </a:defRPr>
            </a:lvl7pPr>
            <a:lvl8pPr>
              <a:buNone/>
              <a:defRPr sz="900">
                <a:solidFill>
                  <a:srgbClr val="5A6870"/>
                </a:solidFill>
              </a:defRPr>
            </a:lvl8pPr>
            <a:lvl9pPr>
              <a:buNone/>
              <a:defRPr sz="900">
                <a:solidFill>
                  <a:srgbClr val="5A6870"/>
                </a:solidFill>
              </a:defRPr>
            </a:lvl9pPr>
          </a:lstStyle>
          <a:p xmlns:a="http://schemas.openxmlformats.org/drawingml/2006/main">
            <a:pPr>
              <a:buNone/>
              <a:defRPr sz="900">
                <a:solidFill>
                  <a:srgbClr val="5A6870"/>
                </a:solidFill>
              </a:defRPr>
            </a:pPr>
            <a:r>
              <a:rPr sz="900">
                <a:solidFill>
                  <a:srgbClr val="5A6870"/>
                </a:solidFill>
              </a:rPr>
              <a:t>Caption-only result. The diagram content never reaches the answer context.</a:t>
            </a:r>
          </a:p>
        </p:txBody>
      </p:sp>
      <p:sp>
        <p:nvSpPr>
          <p:cNvPr id="46" name="failure-vertical-2">
            <a:extLst xmlns:a="http://schemas.openxmlformats.org/drawingml/2006/main">
              <a:ext uri="{FF2B5EF4-FFF2-40B4-BE49-F238E27FC236}">
                <a16:creationId xmlns:a16="http://schemas.microsoft.com/office/drawing/2014/main" id="{F4F86AF7-8C4A-4259-9B89-95466923C5D0}"/>
              </a:ext>
            </a:extLst>
          </p:cNvPr>
          <p:cNvSpPr>
            <a:spLocks xmlns:a="http://schemas.openxmlformats.org/drawingml/2006/main" noGrp="1"/>
          </p:cNvSpPr>
          <p:nvPr/>
        </p:nvSpPr>
        <p:spPr>
          <a:xfrm xmlns:a="http://schemas.openxmlformats.org/drawingml/2006/main">
            <a:off x="7677150" y="4800600"/>
            <a:ext cx="0" cy="1333500"/>
          </a:xfrm>
          <a:prstGeom xmlns:a="http://schemas.openxmlformats.org/drawingml/2006/main" prst="line">
            <a:avLst/>
          </a:prstGeom>
          <a:noFill xmlns:a="http://schemas.openxmlformats.org/drawingml/2006/main"/>
          <a:ln xmlns:a="http://schemas.openxmlformats.org/drawingml/2006/main" w="9525">
            <a:solidFill>
              <a:srgbClr val="D5DEE4"/>
            </a:solidFill>
            <a:prstDash val="solid"/>
          </a:ln>
        </p:spPr>
      </p:sp>
      <p:sp>
        <p:nvSpPr>
          <p:cNvPr id="47" name="query-2">
            <a:extLst xmlns:a="http://schemas.openxmlformats.org/drawingml/2006/main">
              <a:ext uri="{FF2B5EF4-FFF2-40B4-BE49-F238E27FC236}">
                <a16:creationId xmlns:a16="http://schemas.microsoft.com/office/drawing/2014/main" id="{AD41220F-31F7-4D81-BBAB-A2B23729ECB4}"/>
              </a:ext>
            </a:extLst>
          </p:cNvPr>
          <p:cNvSpPr>
            <a:spLocks xmlns:a="http://schemas.openxmlformats.org/drawingml/2006/main" noGrp="1"/>
          </p:cNvSpPr>
          <p:nvPr/>
        </p:nvSpPr>
        <p:spPr>
          <a:xfrm xmlns:a="http://schemas.openxmlformats.org/drawingml/2006/main">
            <a:off x="7848600" y="48196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102B35"/>
                </a:solidFill>
              </a:defRPr>
            </a:defPPr>
            <a:lvl1pPr>
              <a:buNone/>
              <a:defRPr sz="975" b="1">
                <a:solidFill>
                  <a:srgbClr val="102B35"/>
                </a:solidFill>
              </a:defRPr>
            </a:lvl1pPr>
            <a:lvl2pPr>
              <a:buNone/>
              <a:defRPr sz="975" b="1">
                <a:solidFill>
                  <a:srgbClr val="102B35"/>
                </a:solidFill>
              </a:defRPr>
            </a:lvl2pPr>
            <a:lvl3pPr>
              <a:buNone/>
              <a:defRPr sz="975" b="1">
                <a:solidFill>
                  <a:srgbClr val="102B35"/>
                </a:solidFill>
              </a:defRPr>
            </a:lvl3pPr>
            <a:lvl4pPr>
              <a:buNone/>
              <a:defRPr sz="975" b="1">
                <a:solidFill>
                  <a:srgbClr val="102B35"/>
                </a:solidFill>
              </a:defRPr>
            </a:lvl4pPr>
            <a:lvl5pPr>
              <a:buNone/>
              <a:defRPr sz="975" b="1">
                <a:solidFill>
                  <a:srgbClr val="102B35"/>
                </a:solidFill>
              </a:defRPr>
            </a:lvl5pPr>
            <a:lvl6pPr>
              <a:buNone/>
              <a:defRPr sz="975" b="1">
                <a:solidFill>
                  <a:srgbClr val="102B35"/>
                </a:solidFill>
              </a:defRPr>
            </a:lvl6pPr>
            <a:lvl7pPr>
              <a:buNone/>
              <a:defRPr sz="975" b="1">
                <a:solidFill>
                  <a:srgbClr val="102B35"/>
                </a:solidFill>
              </a:defRPr>
            </a:lvl7pPr>
            <a:lvl8pPr>
              <a:buNone/>
              <a:defRPr sz="975" b="1">
                <a:solidFill>
                  <a:srgbClr val="102B35"/>
                </a:solidFill>
              </a:defRPr>
            </a:lvl8pPr>
            <a:lvl9pPr>
              <a:buNone/>
              <a:defRPr sz="975" b="1">
                <a:solidFill>
                  <a:srgbClr val="102B35"/>
                </a:solidFill>
              </a:defRPr>
            </a:lvl9pPr>
          </a:lstStyle>
          <a:p xmlns:a="http://schemas.openxmlformats.org/drawingml/2006/main">
            <a:pPr>
              <a:buNone/>
              <a:defRPr sz="975" b="1">
                <a:solidFill>
                  <a:srgbClr val="102B35"/>
                </a:solidFill>
              </a:defRPr>
            </a:pPr>
            <a:r>
              <a:rPr sz="975" b="1">
                <a:solidFill>
                  <a:srgbClr val="102B35"/>
                </a:solidFill>
              </a:rPr>
              <a:t>QUERY  What is the state’s overall health ranking?</a:t>
            </a:r>
          </a:p>
        </p:txBody>
      </p:sp>
      <p:sp>
        <p:nvSpPr>
          <p:cNvPr id="48" name="fragment-2">
            <a:extLst xmlns:a="http://schemas.openxmlformats.org/drawingml/2006/main">
              <a:ext uri="{FF2B5EF4-FFF2-40B4-BE49-F238E27FC236}">
                <a16:creationId xmlns:a16="http://schemas.microsoft.com/office/drawing/2014/main" id="{57FA17E3-516E-4F51-8508-47A9FC8DF877}"/>
              </a:ext>
            </a:extLst>
          </p:cNvPr>
          <p:cNvSpPr>
            <a:spLocks xmlns:a="http://schemas.openxmlformats.org/drawingml/2006/main" noGrp="1"/>
          </p:cNvSpPr>
          <p:nvPr/>
        </p:nvSpPr>
        <p:spPr>
          <a:xfrm xmlns:a="http://schemas.openxmlformats.org/drawingml/2006/main">
            <a:off x="7848600" y="525780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i="1">
                <a:solidFill>
                  <a:srgbClr val="A54040"/>
                </a:solidFill>
              </a:defRPr>
            </a:defPPr>
            <a:lvl1pPr>
              <a:buNone/>
              <a:defRPr sz="975" b="1" i="1">
                <a:solidFill>
                  <a:srgbClr val="A54040"/>
                </a:solidFill>
              </a:defRPr>
            </a:lvl1pPr>
            <a:lvl2pPr>
              <a:buNone/>
              <a:defRPr sz="975" b="1" i="1">
                <a:solidFill>
                  <a:srgbClr val="A54040"/>
                </a:solidFill>
              </a:defRPr>
            </a:lvl2pPr>
            <a:lvl3pPr>
              <a:buNone/>
              <a:defRPr sz="975" b="1" i="1">
                <a:solidFill>
                  <a:srgbClr val="A54040"/>
                </a:solidFill>
              </a:defRPr>
            </a:lvl3pPr>
            <a:lvl4pPr>
              <a:buNone/>
              <a:defRPr sz="975" b="1" i="1">
                <a:solidFill>
                  <a:srgbClr val="A54040"/>
                </a:solidFill>
              </a:defRPr>
            </a:lvl4pPr>
            <a:lvl5pPr>
              <a:buNone/>
              <a:defRPr sz="975" b="1" i="1">
                <a:solidFill>
                  <a:srgbClr val="A54040"/>
                </a:solidFill>
              </a:defRPr>
            </a:lvl5pPr>
            <a:lvl6pPr>
              <a:buNone/>
              <a:defRPr sz="975" b="1" i="1">
                <a:solidFill>
                  <a:srgbClr val="A54040"/>
                </a:solidFill>
              </a:defRPr>
            </a:lvl6pPr>
            <a:lvl7pPr>
              <a:buNone/>
              <a:defRPr sz="975" b="1" i="1">
                <a:solidFill>
                  <a:srgbClr val="A54040"/>
                </a:solidFill>
              </a:defRPr>
            </a:lvl7pPr>
            <a:lvl8pPr>
              <a:buNone/>
              <a:defRPr sz="975" b="1" i="1">
                <a:solidFill>
                  <a:srgbClr val="A54040"/>
                </a:solidFill>
              </a:defRPr>
            </a:lvl8pPr>
            <a:lvl9pPr>
              <a:buNone/>
              <a:defRPr sz="975" b="1" i="1">
                <a:solidFill>
                  <a:srgbClr val="A54040"/>
                </a:solidFill>
              </a:defRPr>
            </a:lvl9pPr>
          </a:lstStyle>
          <a:p xmlns:a="http://schemas.openxmlformats.org/drawingml/2006/main">
            <a:pPr>
              <a:buNone/>
              <a:defRPr sz="975" b="1" i="1">
                <a:solidFill>
                  <a:srgbClr val="A54040"/>
                </a:solidFill>
              </a:defRPr>
            </a:pPr>
            <a:r>
              <a:rPr sz="975" b="1" i="1">
                <a:solidFill>
                  <a:srgbClr val="A54040"/>
                </a:solidFill>
              </a:rPr>
              <a:t>RETURNED  0.015. Overall, U.S. Value =</a:t>
            </a:r>
          </a:p>
        </p:txBody>
      </p:sp>
      <p:sp>
        <p:nvSpPr>
          <p:cNvPr id="49" name="reason-2">
            <a:extLst xmlns:a="http://schemas.openxmlformats.org/drawingml/2006/main">
              <a:ext uri="{FF2B5EF4-FFF2-40B4-BE49-F238E27FC236}">
                <a16:creationId xmlns:a16="http://schemas.microsoft.com/office/drawing/2014/main" id="{33193083-47A8-4E4E-92DB-0C2040092B13}"/>
              </a:ext>
            </a:extLst>
          </p:cNvPr>
          <p:cNvSpPr>
            <a:spLocks xmlns:a="http://schemas.openxmlformats.org/drawingml/2006/main" noGrp="1"/>
          </p:cNvSpPr>
          <p:nvPr/>
        </p:nvSpPr>
        <p:spPr>
          <a:xfrm xmlns:a="http://schemas.openxmlformats.org/drawingml/2006/main">
            <a:off x="7848600" y="5715000"/>
            <a:ext cx="33147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5A6870"/>
                </a:solidFill>
              </a:defRPr>
            </a:defPPr>
            <a:lvl1pPr>
              <a:buNone/>
              <a:defRPr sz="900">
                <a:solidFill>
                  <a:srgbClr val="5A6870"/>
                </a:solidFill>
              </a:defRPr>
            </a:lvl1pPr>
            <a:lvl2pPr>
              <a:buNone/>
              <a:defRPr sz="900">
                <a:solidFill>
                  <a:srgbClr val="5A6870"/>
                </a:solidFill>
              </a:defRPr>
            </a:lvl2pPr>
            <a:lvl3pPr>
              <a:buNone/>
              <a:defRPr sz="900">
                <a:solidFill>
                  <a:srgbClr val="5A6870"/>
                </a:solidFill>
              </a:defRPr>
            </a:lvl3pPr>
            <a:lvl4pPr>
              <a:buNone/>
              <a:defRPr sz="900">
                <a:solidFill>
                  <a:srgbClr val="5A6870"/>
                </a:solidFill>
              </a:defRPr>
            </a:lvl4pPr>
            <a:lvl5pPr>
              <a:buNone/>
              <a:defRPr sz="900">
                <a:solidFill>
                  <a:srgbClr val="5A6870"/>
                </a:solidFill>
              </a:defRPr>
            </a:lvl5pPr>
            <a:lvl6pPr>
              <a:buNone/>
              <a:defRPr sz="900">
                <a:solidFill>
                  <a:srgbClr val="5A6870"/>
                </a:solidFill>
              </a:defRPr>
            </a:lvl6pPr>
            <a:lvl7pPr>
              <a:buNone/>
              <a:defRPr sz="900">
                <a:solidFill>
                  <a:srgbClr val="5A6870"/>
                </a:solidFill>
              </a:defRPr>
            </a:lvl7pPr>
            <a:lvl8pPr>
              <a:buNone/>
              <a:defRPr sz="900">
                <a:solidFill>
                  <a:srgbClr val="5A6870"/>
                </a:solidFill>
              </a:defRPr>
            </a:lvl8pPr>
            <a:lvl9pPr>
              <a:buNone/>
              <a:defRPr sz="900">
                <a:solidFill>
                  <a:srgbClr val="5A6870"/>
                </a:solidFill>
              </a:defRPr>
            </a:lvl9pPr>
          </a:lstStyle>
          <a:p xmlns:a="http://schemas.openxmlformats.org/drawingml/2006/main">
            <a:pPr>
              <a:buNone/>
              <a:defRPr sz="900">
                <a:solidFill>
                  <a:srgbClr val="5A6870"/>
                </a:solidFill>
              </a:defRPr>
            </a:pPr>
            <a:r>
              <a:rPr sz="900">
                <a:solidFill>
                  <a:srgbClr val="5A6870"/>
                </a:solidFill>
              </a:rPr>
              <a:t>Detached number without the state, measure, headers or ranking context.</a:t>
            </a:r>
          </a:p>
        </p:txBody>
      </p:sp>
    </p:spTree>
    <p:extLst>
      <p:ext uri="{BB962C8B-B14F-4D97-AF65-F5344CB8AC3E}">
        <p14:creationId xmlns:p14="http://schemas.microsoft.com/office/powerpoint/2010/main" val="14744539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title">
            <a:extLst xmlns:a="http://schemas.openxmlformats.org/drawingml/2006/main">
              <a:ext uri="{FF2B5EF4-FFF2-40B4-BE49-F238E27FC236}">
                <a16:creationId xmlns:a16="http://schemas.microsoft.com/office/drawing/2014/main" id="{5EBB206C-C220-4F78-8E78-0C756D79725B}"/>
              </a:ext>
            </a:extLst>
          </p:cNvPr>
          <p:cNvSpPr>
            <a:spLocks xmlns:a="http://schemas.openxmlformats.org/drawingml/2006/main" noGrp="1"/>
          </p:cNvSpPr>
          <p:nvPr/>
        </p:nvSpPr>
        <p:spPr>
          <a:xfrm xmlns:a="http://schemas.openxmlformats.org/drawingml/2006/main">
            <a:off x="590550" y="381000"/>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LangChain ParentDocumentRetriever stops at generic text windows</a:t>
            </a:r>
          </a:p>
        </p:txBody>
      </p:sp>
      <p:sp>
        <p:nvSpPr>
          <p:cNvPr id="2" name="subtitle">
            <a:extLst xmlns:a="http://schemas.openxmlformats.org/drawingml/2006/main">
              <a:ext uri="{FF2B5EF4-FFF2-40B4-BE49-F238E27FC236}">
                <a16:creationId xmlns:a16="http://schemas.microsoft.com/office/drawing/2014/main" id="{94859186-E737-4752-87F2-BE2E6F760ECC}"/>
              </a:ext>
            </a:extLst>
          </p:cNvPr>
          <p:cNvSpPr>
            <a:spLocks xmlns:a="http://schemas.openxmlformats.org/drawingml/2006/main" noGrp="1"/>
          </p:cNvSpPr>
          <p:nvPr/>
        </p:nvSpPr>
        <p:spPr>
          <a:xfrm xmlns:a="http://schemas.openxmlformats.org/drawingml/2006/main">
            <a:off x="590550" y="87630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The child-hit-to-parent pattern is useful. Advanced RAG needs typed evidence, durable relationships and type-specific context assembly.</a:t>
            </a:r>
          </a:p>
        </p:txBody>
      </p:sp>
      <p:sp>
        <p:nvSpPr>
          <p:cNvPr id="3" name="left-heading">
            <a:extLst xmlns:a="http://schemas.openxmlformats.org/drawingml/2006/main">
              <a:ext uri="{FF2B5EF4-FFF2-40B4-BE49-F238E27FC236}">
                <a16:creationId xmlns:a16="http://schemas.microsoft.com/office/drawing/2014/main" id="{2A0312F1-A0FE-4218-9BB7-028A78130016}"/>
              </a:ext>
            </a:extLst>
          </p:cNvPr>
          <p:cNvSpPr>
            <a:spLocks xmlns:a="http://schemas.openxmlformats.org/drawingml/2006/main" noGrp="1"/>
          </p:cNvSpPr>
          <p:nvPr/>
        </p:nvSpPr>
        <p:spPr>
          <a:xfrm xmlns:a="http://schemas.openxmlformats.org/drawingml/2006/main">
            <a:off x="590550" y="142875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A54040"/>
                </a:solidFill>
              </a:defRPr>
            </a:defPPr>
            <a:lvl1pPr>
              <a:buNone/>
              <a:defRPr sz="900" b="1">
                <a:solidFill>
                  <a:srgbClr val="A54040"/>
                </a:solidFill>
              </a:defRPr>
            </a:lvl1pPr>
            <a:lvl2pPr>
              <a:buNone/>
              <a:defRPr sz="900" b="1">
                <a:solidFill>
                  <a:srgbClr val="A54040"/>
                </a:solidFill>
              </a:defRPr>
            </a:lvl2pPr>
            <a:lvl3pPr>
              <a:buNone/>
              <a:defRPr sz="900" b="1">
                <a:solidFill>
                  <a:srgbClr val="A54040"/>
                </a:solidFill>
              </a:defRPr>
            </a:lvl3pPr>
            <a:lvl4pPr>
              <a:buNone/>
              <a:defRPr sz="900" b="1">
                <a:solidFill>
                  <a:srgbClr val="A54040"/>
                </a:solidFill>
              </a:defRPr>
            </a:lvl4pPr>
            <a:lvl5pPr>
              <a:buNone/>
              <a:defRPr sz="900" b="1">
                <a:solidFill>
                  <a:srgbClr val="A54040"/>
                </a:solidFill>
              </a:defRPr>
            </a:lvl5pPr>
            <a:lvl6pPr>
              <a:buNone/>
              <a:defRPr sz="900" b="1">
                <a:solidFill>
                  <a:srgbClr val="A54040"/>
                </a:solidFill>
              </a:defRPr>
            </a:lvl6pPr>
            <a:lvl7pPr>
              <a:buNone/>
              <a:defRPr sz="900" b="1">
                <a:solidFill>
                  <a:srgbClr val="A54040"/>
                </a:solidFill>
              </a:defRPr>
            </a:lvl7pPr>
            <a:lvl8pPr>
              <a:buNone/>
              <a:defRPr sz="900" b="1">
                <a:solidFill>
                  <a:srgbClr val="A54040"/>
                </a:solidFill>
              </a:defRPr>
            </a:lvl8pPr>
            <a:lvl9pPr>
              <a:buNone/>
              <a:defRPr sz="900" b="1">
                <a:solidFill>
                  <a:srgbClr val="A54040"/>
                </a:solidFill>
              </a:defRPr>
            </a:lvl9pPr>
          </a:lstStyle>
          <a:p xmlns:a="http://schemas.openxmlformats.org/drawingml/2006/main">
            <a:pPr>
              <a:buNone/>
              <a:defRPr sz="900" b="1">
                <a:solidFill>
                  <a:srgbClr val="A54040"/>
                </a:solidFill>
              </a:defRPr>
            </a:pPr>
            <a:r>
              <a:rPr sz="900" b="1">
                <a:solidFill>
                  <a:srgbClr val="A54040"/>
                </a:solidFill>
              </a:rPr>
              <a:t>LANGCHAIN BASELINE</a:t>
            </a:r>
          </a:p>
        </p:txBody>
      </p:sp>
      <p:sp>
        <p:nvSpPr>
          <p:cNvPr id="4" name="right-heading">
            <a:extLst xmlns:a="http://schemas.openxmlformats.org/drawingml/2006/main">
              <a:ext uri="{FF2B5EF4-FFF2-40B4-BE49-F238E27FC236}">
                <a16:creationId xmlns:a16="http://schemas.microsoft.com/office/drawing/2014/main" id="{C0BEA33B-5D43-4E38-B099-005854B5FA4B}"/>
              </a:ext>
            </a:extLst>
          </p:cNvPr>
          <p:cNvSpPr>
            <a:spLocks xmlns:a="http://schemas.openxmlformats.org/drawingml/2006/main" noGrp="1"/>
          </p:cNvSpPr>
          <p:nvPr/>
        </p:nvSpPr>
        <p:spPr>
          <a:xfrm xmlns:a="http://schemas.openxmlformats.org/drawingml/2006/main">
            <a:off x="6438900" y="14287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168C78"/>
                </a:solidFill>
              </a:defRPr>
            </a:defPPr>
            <a:lvl1pPr>
              <a:buNone/>
              <a:defRPr sz="900" b="1">
                <a:solidFill>
                  <a:srgbClr val="168C78"/>
                </a:solidFill>
              </a:defRPr>
            </a:lvl1pPr>
            <a:lvl2pPr>
              <a:buNone/>
              <a:defRPr sz="900" b="1">
                <a:solidFill>
                  <a:srgbClr val="168C78"/>
                </a:solidFill>
              </a:defRPr>
            </a:lvl2pPr>
            <a:lvl3pPr>
              <a:buNone/>
              <a:defRPr sz="900" b="1">
                <a:solidFill>
                  <a:srgbClr val="168C78"/>
                </a:solidFill>
              </a:defRPr>
            </a:lvl3pPr>
            <a:lvl4pPr>
              <a:buNone/>
              <a:defRPr sz="900" b="1">
                <a:solidFill>
                  <a:srgbClr val="168C78"/>
                </a:solidFill>
              </a:defRPr>
            </a:lvl4pPr>
            <a:lvl5pPr>
              <a:buNone/>
              <a:defRPr sz="900" b="1">
                <a:solidFill>
                  <a:srgbClr val="168C78"/>
                </a:solidFill>
              </a:defRPr>
            </a:lvl5pPr>
            <a:lvl6pPr>
              <a:buNone/>
              <a:defRPr sz="900" b="1">
                <a:solidFill>
                  <a:srgbClr val="168C78"/>
                </a:solidFill>
              </a:defRPr>
            </a:lvl6pPr>
            <a:lvl7pPr>
              <a:buNone/>
              <a:defRPr sz="900" b="1">
                <a:solidFill>
                  <a:srgbClr val="168C78"/>
                </a:solidFill>
              </a:defRPr>
            </a:lvl7pPr>
            <a:lvl8pPr>
              <a:buNone/>
              <a:defRPr sz="900" b="1">
                <a:solidFill>
                  <a:srgbClr val="168C78"/>
                </a:solidFill>
              </a:defRPr>
            </a:lvl8pPr>
            <a:lvl9pPr>
              <a:buNone/>
              <a:defRPr sz="900" b="1">
                <a:solidFill>
                  <a:srgbClr val="168C78"/>
                </a:solidFill>
              </a:defRPr>
            </a:lvl9pPr>
          </a:lstStyle>
          <a:p xmlns:a="http://schemas.openxmlformats.org/drawingml/2006/main">
            <a:pPr>
              <a:buNone/>
              <a:defRPr sz="900" b="1">
                <a:solidFill>
                  <a:srgbClr val="168C78"/>
                </a:solidFill>
              </a:defRPr>
            </a:pPr>
            <a:r>
              <a:rPr sz="900" b="1">
                <a:solidFill>
                  <a:srgbClr val="168C78"/>
                </a:solidFill>
              </a:rPr>
              <a:t>DOCLING IMPLEMENTATION</a:t>
            </a:r>
          </a:p>
        </p:txBody>
      </p:sp>
      <p:sp>
        <p:nvSpPr>
          <p:cNvPr id="5" name="limit-card-0">
            <a:extLst xmlns:a="http://schemas.openxmlformats.org/drawingml/2006/main">
              <a:ext uri="{FF2B5EF4-FFF2-40B4-BE49-F238E27FC236}">
                <a16:creationId xmlns:a16="http://schemas.microsoft.com/office/drawing/2014/main" id="{1B7A2436-0FDE-4F98-96AD-531CA9C06FA1}"/>
              </a:ext>
            </a:extLst>
          </p:cNvPr>
          <p:cNvSpPr>
            <a:spLocks xmlns:a="http://schemas.openxmlformats.org/drawingml/2006/main" noGrp="1"/>
          </p:cNvSpPr>
          <p:nvPr/>
        </p:nvSpPr>
        <p:spPr>
          <a:xfrm xmlns:a="http://schemas.openxmlformats.org/drawingml/2006/main">
            <a:off x="590550" y="1733550"/>
            <a:ext cx="4953000" cy="476250"/>
          </a:xfrm>
          <a:prstGeom xmlns:a="http://schemas.openxmlformats.org/drawingml/2006/main" prst="roundRect">
            <a:avLst>
              <a:gd name="adj" fmla="val 16000"/>
            </a:avLst>
          </a:prstGeom>
          <a:solidFill xmlns:a="http://schemas.openxmlformats.org/drawingml/2006/main">
            <a:srgbClr val="FFF7F6"/>
          </a:solidFill>
          <a:ln xmlns:a="http://schemas.openxmlformats.org/drawingml/2006/main" w="9525">
            <a:solidFill>
              <a:srgbClr val="E6C4C0"/>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6" name="limit-title-0">
            <a:extLst xmlns:a="http://schemas.openxmlformats.org/drawingml/2006/main">
              <a:ext uri="{FF2B5EF4-FFF2-40B4-BE49-F238E27FC236}">
                <a16:creationId xmlns:a16="http://schemas.microsoft.com/office/drawing/2014/main" id="{84DE02EE-6A86-48B8-8DA9-8F664CA146AF}"/>
              </a:ext>
            </a:extLst>
          </p:cNvPr>
          <p:cNvSpPr>
            <a:spLocks xmlns:a="http://schemas.openxmlformats.org/drawingml/2006/main" noGrp="1"/>
          </p:cNvSpPr>
          <p:nvPr/>
        </p:nvSpPr>
        <p:spPr>
          <a:xfrm xmlns:a="http://schemas.openxmlformats.org/drawingml/2006/main">
            <a:off x="742950" y="18097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7F2E2E"/>
                </a:solidFill>
              </a:defRPr>
            </a:defPPr>
            <a:lvl1pPr>
              <a:buNone/>
              <a:defRPr sz="1050" b="1">
                <a:solidFill>
                  <a:srgbClr val="7F2E2E"/>
                </a:solidFill>
              </a:defRPr>
            </a:lvl1pPr>
            <a:lvl2pPr>
              <a:buNone/>
              <a:defRPr sz="1050" b="1">
                <a:solidFill>
                  <a:srgbClr val="7F2E2E"/>
                </a:solidFill>
              </a:defRPr>
            </a:lvl2pPr>
            <a:lvl3pPr>
              <a:buNone/>
              <a:defRPr sz="1050" b="1">
                <a:solidFill>
                  <a:srgbClr val="7F2E2E"/>
                </a:solidFill>
              </a:defRPr>
            </a:lvl3pPr>
            <a:lvl4pPr>
              <a:buNone/>
              <a:defRPr sz="1050" b="1">
                <a:solidFill>
                  <a:srgbClr val="7F2E2E"/>
                </a:solidFill>
              </a:defRPr>
            </a:lvl4pPr>
            <a:lvl5pPr>
              <a:buNone/>
              <a:defRPr sz="1050" b="1">
                <a:solidFill>
                  <a:srgbClr val="7F2E2E"/>
                </a:solidFill>
              </a:defRPr>
            </a:lvl5pPr>
            <a:lvl6pPr>
              <a:buNone/>
              <a:defRPr sz="1050" b="1">
                <a:solidFill>
                  <a:srgbClr val="7F2E2E"/>
                </a:solidFill>
              </a:defRPr>
            </a:lvl6pPr>
            <a:lvl7pPr>
              <a:buNone/>
              <a:defRPr sz="1050" b="1">
                <a:solidFill>
                  <a:srgbClr val="7F2E2E"/>
                </a:solidFill>
              </a:defRPr>
            </a:lvl7pPr>
            <a:lvl8pPr>
              <a:buNone/>
              <a:defRPr sz="1050" b="1">
                <a:solidFill>
                  <a:srgbClr val="7F2E2E"/>
                </a:solidFill>
              </a:defRPr>
            </a:lvl8pPr>
            <a:lvl9pPr>
              <a:buNone/>
              <a:defRPr sz="1050" b="1">
                <a:solidFill>
                  <a:srgbClr val="7F2E2E"/>
                </a:solidFill>
              </a:defRPr>
            </a:lvl9pPr>
          </a:lstStyle>
          <a:p xmlns:a="http://schemas.openxmlformats.org/drawingml/2006/main">
            <a:pPr>
              <a:buNone/>
              <a:defRPr sz="1050" b="1">
                <a:solidFill>
                  <a:srgbClr val="7F2E2E"/>
                </a:solidFill>
              </a:defRPr>
            </a:pPr>
            <a:r>
              <a:rPr sz="1050" b="1">
                <a:solidFill>
                  <a:srgbClr val="7F2E2E"/>
                </a:solidFill>
              </a:rPr>
              <a:t>Anonymous hierarchy</a:t>
            </a:r>
          </a:p>
        </p:txBody>
      </p:sp>
      <p:sp>
        <p:nvSpPr>
          <p:cNvPr id="7" name="limit-body-0">
            <a:extLst xmlns:a="http://schemas.openxmlformats.org/drawingml/2006/main">
              <a:ext uri="{FF2B5EF4-FFF2-40B4-BE49-F238E27FC236}">
                <a16:creationId xmlns:a16="http://schemas.microsoft.com/office/drawing/2014/main" id="{BD00530E-A778-4D97-81C3-5B8EDA82CA98}"/>
              </a:ext>
            </a:extLst>
          </p:cNvPr>
          <p:cNvSpPr>
            <a:spLocks xmlns:a="http://schemas.openxmlformats.org/drawingml/2006/main" noGrp="1"/>
          </p:cNvSpPr>
          <p:nvPr/>
        </p:nvSpPr>
        <p:spPr>
          <a:xfrm xmlns:a="http://schemas.openxmlformats.org/drawingml/2006/main">
            <a:off x="2266950" y="18002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Parent and child records remain generic text Documents.</a:t>
            </a:r>
          </a:p>
        </p:txBody>
      </p:sp>
      <p:sp>
        <p:nvSpPr>
          <p:cNvPr id="8" name="solution-card-0">
            <a:extLst xmlns:a="http://schemas.openxmlformats.org/drawingml/2006/main">
              <a:ext uri="{FF2B5EF4-FFF2-40B4-BE49-F238E27FC236}">
                <a16:creationId xmlns:a16="http://schemas.microsoft.com/office/drawing/2014/main" id="{D181CF1A-0CA6-43D7-A42C-FB789E720150}"/>
              </a:ext>
            </a:extLst>
          </p:cNvPr>
          <p:cNvSpPr>
            <a:spLocks xmlns:a="http://schemas.openxmlformats.org/drawingml/2006/main" noGrp="1"/>
          </p:cNvSpPr>
          <p:nvPr/>
        </p:nvSpPr>
        <p:spPr>
          <a:xfrm xmlns:a="http://schemas.openxmlformats.org/drawingml/2006/main">
            <a:off x="6438900" y="1733550"/>
            <a:ext cx="4953000" cy="476250"/>
          </a:xfrm>
          <a:prstGeom xmlns:a="http://schemas.openxmlformats.org/drawingml/2006/main" prst="roundRect">
            <a:avLst>
              <a:gd name="adj" fmla="val 16000"/>
            </a:avLst>
          </a:prstGeom>
          <a:solidFill xmlns:a="http://schemas.openxmlformats.org/drawingml/2006/main">
            <a:srgbClr val="F2FBF8"/>
          </a:solidFill>
          <a:ln xmlns:a="http://schemas.openxmlformats.org/drawingml/2006/main" w="9525">
            <a:solidFill>
              <a:srgbClr val="B8DDD3"/>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9" name="solution-title-0">
            <a:extLst xmlns:a="http://schemas.openxmlformats.org/drawingml/2006/main">
              <a:ext uri="{FF2B5EF4-FFF2-40B4-BE49-F238E27FC236}">
                <a16:creationId xmlns:a16="http://schemas.microsoft.com/office/drawing/2014/main" id="{D4D3086F-BFDF-404E-A6F4-AA736CF8C4BC}"/>
              </a:ext>
            </a:extLst>
          </p:cNvPr>
          <p:cNvSpPr>
            <a:spLocks xmlns:a="http://schemas.openxmlformats.org/drawingml/2006/main" noGrp="1"/>
          </p:cNvSpPr>
          <p:nvPr/>
        </p:nvSpPr>
        <p:spPr>
          <a:xfrm xmlns:a="http://schemas.openxmlformats.org/drawingml/2006/main">
            <a:off x="6591300" y="1809750"/>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16D60"/>
                </a:solidFill>
              </a:defRPr>
            </a:defPPr>
            <a:lvl1pPr>
              <a:buNone/>
              <a:defRPr sz="1050" b="1">
                <a:solidFill>
                  <a:srgbClr val="116D60"/>
                </a:solidFill>
              </a:defRPr>
            </a:lvl1pPr>
            <a:lvl2pPr>
              <a:buNone/>
              <a:defRPr sz="1050" b="1">
                <a:solidFill>
                  <a:srgbClr val="116D60"/>
                </a:solidFill>
              </a:defRPr>
            </a:lvl2pPr>
            <a:lvl3pPr>
              <a:buNone/>
              <a:defRPr sz="1050" b="1">
                <a:solidFill>
                  <a:srgbClr val="116D60"/>
                </a:solidFill>
              </a:defRPr>
            </a:lvl3pPr>
            <a:lvl4pPr>
              <a:buNone/>
              <a:defRPr sz="1050" b="1">
                <a:solidFill>
                  <a:srgbClr val="116D60"/>
                </a:solidFill>
              </a:defRPr>
            </a:lvl4pPr>
            <a:lvl5pPr>
              <a:buNone/>
              <a:defRPr sz="1050" b="1">
                <a:solidFill>
                  <a:srgbClr val="116D60"/>
                </a:solidFill>
              </a:defRPr>
            </a:lvl5pPr>
            <a:lvl6pPr>
              <a:buNone/>
              <a:defRPr sz="1050" b="1">
                <a:solidFill>
                  <a:srgbClr val="116D60"/>
                </a:solidFill>
              </a:defRPr>
            </a:lvl6pPr>
            <a:lvl7pPr>
              <a:buNone/>
              <a:defRPr sz="1050" b="1">
                <a:solidFill>
                  <a:srgbClr val="116D60"/>
                </a:solidFill>
              </a:defRPr>
            </a:lvl7pPr>
            <a:lvl8pPr>
              <a:buNone/>
              <a:defRPr sz="1050" b="1">
                <a:solidFill>
                  <a:srgbClr val="116D60"/>
                </a:solidFill>
              </a:defRPr>
            </a:lvl8pPr>
            <a:lvl9pPr>
              <a:buNone/>
              <a:defRPr sz="1050" b="1">
                <a:solidFill>
                  <a:srgbClr val="116D60"/>
                </a:solidFill>
              </a:defRPr>
            </a:lvl9pPr>
          </a:lstStyle>
          <a:p xmlns:a="http://schemas.openxmlformats.org/drawingml/2006/main">
            <a:pPr>
              <a:buNone/>
              <a:defRPr sz="1050" b="1">
                <a:solidFill>
                  <a:srgbClr val="116D60"/>
                </a:solidFill>
              </a:defRPr>
            </a:pPr>
            <a:r>
              <a:rPr sz="1050" b="1">
                <a:solidFill>
                  <a:srgbClr val="116D60"/>
                </a:solidFill>
              </a:rPr>
              <a:t>Typed records</a:t>
            </a:r>
          </a:p>
        </p:txBody>
      </p:sp>
      <p:sp>
        <p:nvSpPr>
          <p:cNvPr id="10" name="solution-body-0">
            <a:extLst xmlns:a="http://schemas.openxmlformats.org/drawingml/2006/main">
              <a:ext uri="{FF2B5EF4-FFF2-40B4-BE49-F238E27FC236}">
                <a16:creationId xmlns:a16="http://schemas.microsoft.com/office/drawing/2014/main" id="{CDA11640-FEA9-492F-8275-08E6DBA59D24}"/>
              </a:ext>
            </a:extLst>
          </p:cNvPr>
          <p:cNvSpPr>
            <a:spLocks xmlns:a="http://schemas.openxmlformats.org/drawingml/2006/main" noGrp="1"/>
          </p:cNvSpPr>
          <p:nvPr/>
        </p:nvSpPr>
        <p:spPr>
          <a:xfrm xmlns:a="http://schemas.openxmlformats.org/drawingml/2006/main">
            <a:off x="8115300" y="18002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Section, table, figure, list and text parents have explicit child types.</a:t>
            </a:r>
          </a:p>
        </p:txBody>
      </p:sp>
      <p:sp>
        <p:nvSpPr>
          <p:cNvPr id="11" name="limit-card-1">
            <a:extLst xmlns:a="http://schemas.openxmlformats.org/drawingml/2006/main">
              <a:ext uri="{FF2B5EF4-FFF2-40B4-BE49-F238E27FC236}">
                <a16:creationId xmlns:a16="http://schemas.microsoft.com/office/drawing/2014/main" id="{664A6311-9E6B-4C44-9B6B-CEB2E05FC248}"/>
              </a:ext>
            </a:extLst>
          </p:cNvPr>
          <p:cNvSpPr>
            <a:spLocks xmlns:a="http://schemas.openxmlformats.org/drawingml/2006/main" noGrp="1"/>
          </p:cNvSpPr>
          <p:nvPr/>
        </p:nvSpPr>
        <p:spPr>
          <a:xfrm xmlns:a="http://schemas.openxmlformats.org/drawingml/2006/main">
            <a:off x="590550" y="2324100"/>
            <a:ext cx="4953000" cy="476250"/>
          </a:xfrm>
          <a:prstGeom xmlns:a="http://schemas.openxmlformats.org/drawingml/2006/main" prst="roundRect">
            <a:avLst>
              <a:gd name="adj" fmla="val 16000"/>
            </a:avLst>
          </a:prstGeom>
          <a:solidFill xmlns:a="http://schemas.openxmlformats.org/drawingml/2006/main">
            <a:srgbClr val="FFF7F6"/>
          </a:solidFill>
          <a:ln xmlns:a="http://schemas.openxmlformats.org/drawingml/2006/main" w="9525">
            <a:solidFill>
              <a:srgbClr val="E6C4C0"/>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12" name="limit-title-1">
            <a:extLst xmlns:a="http://schemas.openxmlformats.org/drawingml/2006/main">
              <a:ext uri="{FF2B5EF4-FFF2-40B4-BE49-F238E27FC236}">
                <a16:creationId xmlns:a16="http://schemas.microsoft.com/office/drawing/2014/main" id="{2FC8A404-B2F1-4C23-B71E-F2D3ED9BCD2C}"/>
              </a:ext>
            </a:extLst>
          </p:cNvPr>
          <p:cNvSpPr>
            <a:spLocks xmlns:a="http://schemas.openxmlformats.org/drawingml/2006/main" noGrp="1"/>
          </p:cNvSpPr>
          <p:nvPr/>
        </p:nvSpPr>
        <p:spPr>
          <a:xfrm xmlns:a="http://schemas.openxmlformats.org/drawingml/2006/main">
            <a:off x="742950" y="24003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7F2E2E"/>
                </a:solidFill>
              </a:defRPr>
            </a:defPPr>
            <a:lvl1pPr>
              <a:buNone/>
              <a:defRPr sz="1050" b="1">
                <a:solidFill>
                  <a:srgbClr val="7F2E2E"/>
                </a:solidFill>
              </a:defRPr>
            </a:lvl1pPr>
            <a:lvl2pPr>
              <a:buNone/>
              <a:defRPr sz="1050" b="1">
                <a:solidFill>
                  <a:srgbClr val="7F2E2E"/>
                </a:solidFill>
              </a:defRPr>
            </a:lvl2pPr>
            <a:lvl3pPr>
              <a:buNone/>
              <a:defRPr sz="1050" b="1">
                <a:solidFill>
                  <a:srgbClr val="7F2E2E"/>
                </a:solidFill>
              </a:defRPr>
            </a:lvl3pPr>
            <a:lvl4pPr>
              <a:buNone/>
              <a:defRPr sz="1050" b="1">
                <a:solidFill>
                  <a:srgbClr val="7F2E2E"/>
                </a:solidFill>
              </a:defRPr>
            </a:lvl4pPr>
            <a:lvl5pPr>
              <a:buNone/>
              <a:defRPr sz="1050" b="1">
                <a:solidFill>
                  <a:srgbClr val="7F2E2E"/>
                </a:solidFill>
              </a:defRPr>
            </a:lvl5pPr>
            <a:lvl6pPr>
              <a:buNone/>
              <a:defRPr sz="1050" b="1">
                <a:solidFill>
                  <a:srgbClr val="7F2E2E"/>
                </a:solidFill>
              </a:defRPr>
            </a:lvl6pPr>
            <a:lvl7pPr>
              <a:buNone/>
              <a:defRPr sz="1050" b="1">
                <a:solidFill>
                  <a:srgbClr val="7F2E2E"/>
                </a:solidFill>
              </a:defRPr>
            </a:lvl7pPr>
            <a:lvl8pPr>
              <a:buNone/>
              <a:defRPr sz="1050" b="1">
                <a:solidFill>
                  <a:srgbClr val="7F2E2E"/>
                </a:solidFill>
              </a:defRPr>
            </a:lvl8pPr>
            <a:lvl9pPr>
              <a:buNone/>
              <a:defRPr sz="1050" b="1">
                <a:solidFill>
                  <a:srgbClr val="7F2E2E"/>
                </a:solidFill>
              </a:defRPr>
            </a:lvl9pPr>
          </a:lstStyle>
          <a:p xmlns:a="http://schemas.openxmlformats.org/drawingml/2006/main">
            <a:pPr>
              <a:buNone/>
              <a:defRPr sz="1050" b="1">
                <a:solidFill>
                  <a:srgbClr val="7F2E2E"/>
                </a:solidFill>
              </a:defRPr>
            </a:pPr>
            <a:r>
              <a:rPr sz="1050" b="1">
                <a:solidFill>
                  <a:srgbClr val="7F2E2E"/>
                </a:solidFill>
              </a:rPr>
              <a:t>Splitter-defined parents</a:t>
            </a:r>
          </a:p>
        </p:txBody>
      </p:sp>
      <p:sp>
        <p:nvSpPr>
          <p:cNvPr id="13" name="limit-body-1">
            <a:extLst xmlns:a="http://schemas.openxmlformats.org/drawingml/2006/main">
              <a:ext uri="{FF2B5EF4-FFF2-40B4-BE49-F238E27FC236}">
                <a16:creationId xmlns:a16="http://schemas.microsoft.com/office/drawing/2014/main" id="{C71CC2C6-BE78-475E-9B90-0C028277C204}"/>
              </a:ext>
            </a:extLst>
          </p:cNvPr>
          <p:cNvSpPr>
            <a:spLocks xmlns:a="http://schemas.openxmlformats.org/drawingml/2006/main" noGrp="1"/>
          </p:cNvSpPr>
          <p:nvPr/>
        </p:nvSpPr>
        <p:spPr>
          <a:xfrm xmlns:a="http://schemas.openxmlformats.org/drawingml/2006/main">
            <a:off x="2266950" y="23907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Chunk size creates the relationship, not tables, figures or sections.</a:t>
            </a:r>
          </a:p>
        </p:txBody>
      </p:sp>
      <p:sp>
        <p:nvSpPr>
          <p:cNvPr id="14" name="solution-card-1">
            <a:extLst xmlns:a="http://schemas.openxmlformats.org/drawingml/2006/main">
              <a:ext uri="{FF2B5EF4-FFF2-40B4-BE49-F238E27FC236}">
                <a16:creationId xmlns:a16="http://schemas.microsoft.com/office/drawing/2014/main" id="{2FA91F87-76A5-4C63-8511-5FEB62E88AEA}"/>
              </a:ext>
            </a:extLst>
          </p:cNvPr>
          <p:cNvSpPr>
            <a:spLocks xmlns:a="http://schemas.openxmlformats.org/drawingml/2006/main" noGrp="1"/>
          </p:cNvSpPr>
          <p:nvPr/>
        </p:nvSpPr>
        <p:spPr>
          <a:xfrm xmlns:a="http://schemas.openxmlformats.org/drawingml/2006/main">
            <a:off x="6438900" y="2324100"/>
            <a:ext cx="4953000" cy="476250"/>
          </a:xfrm>
          <a:prstGeom xmlns:a="http://schemas.openxmlformats.org/drawingml/2006/main" prst="roundRect">
            <a:avLst>
              <a:gd name="adj" fmla="val 16000"/>
            </a:avLst>
          </a:prstGeom>
          <a:solidFill xmlns:a="http://schemas.openxmlformats.org/drawingml/2006/main">
            <a:srgbClr val="F2FBF8"/>
          </a:solidFill>
          <a:ln xmlns:a="http://schemas.openxmlformats.org/drawingml/2006/main" w="9525">
            <a:solidFill>
              <a:srgbClr val="B8DDD3"/>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15" name="solution-title-1">
            <a:extLst xmlns:a="http://schemas.openxmlformats.org/drawingml/2006/main">
              <a:ext uri="{FF2B5EF4-FFF2-40B4-BE49-F238E27FC236}">
                <a16:creationId xmlns:a16="http://schemas.microsoft.com/office/drawing/2014/main" id="{7CEE5B85-D621-48CA-81F4-347538F72D57}"/>
              </a:ext>
            </a:extLst>
          </p:cNvPr>
          <p:cNvSpPr>
            <a:spLocks xmlns:a="http://schemas.openxmlformats.org/drawingml/2006/main" noGrp="1"/>
          </p:cNvSpPr>
          <p:nvPr/>
        </p:nvSpPr>
        <p:spPr>
          <a:xfrm xmlns:a="http://schemas.openxmlformats.org/drawingml/2006/main">
            <a:off x="6591300" y="2400300"/>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16D60"/>
                </a:solidFill>
              </a:defRPr>
            </a:defPPr>
            <a:lvl1pPr>
              <a:buNone/>
              <a:defRPr sz="1050" b="1">
                <a:solidFill>
                  <a:srgbClr val="116D60"/>
                </a:solidFill>
              </a:defRPr>
            </a:lvl1pPr>
            <a:lvl2pPr>
              <a:buNone/>
              <a:defRPr sz="1050" b="1">
                <a:solidFill>
                  <a:srgbClr val="116D60"/>
                </a:solidFill>
              </a:defRPr>
            </a:lvl2pPr>
            <a:lvl3pPr>
              <a:buNone/>
              <a:defRPr sz="1050" b="1">
                <a:solidFill>
                  <a:srgbClr val="116D60"/>
                </a:solidFill>
              </a:defRPr>
            </a:lvl3pPr>
            <a:lvl4pPr>
              <a:buNone/>
              <a:defRPr sz="1050" b="1">
                <a:solidFill>
                  <a:srgbClr val="116D60"/>
                </a:solidFill>
              </a:defRPr>
            </a:lvl4pPr>
            <a:lvl5pPr>
              <a:buNone/>
              <a:defRPr sz="1050" b="1">
                <a:solidFill>
                  <a:srgbClr val="116D60"/>
                </a:solidFill>
              </a:defRPr>
            </a:lvl5pPr>
            <a:lvl6pPr>
              <a:buNone/>
              <a:defRPr sz="1050" b="1">
                <a:solidFill>
                  <a:srgbClr val="116D60"/>
                </a:solidFill>
              </a:defRPr>
            </a:lvl6pPr>
            <a:lvl7pPr>
              <a:buNone/>
              <a:defRPr sz="1050" b="1">
                <a:solidFill>
                  <a:srgbClr val="116D60"/>
                </a:solidFill>
              </a:defRPr>
            </a:lvl7pPr>
            <a:lvl8pPr>
              <a:buNone/>
              <a:defRPr sz="1050" b="1">
                <a:solidFill>
                  <a:srgbClr val="116D60"/>
                </a:solidFill>
              </a:defRPr>
            </a:lvl8pPr>
            <a:lvl9pPr>
              <a:buNone/>
              <a:defRPr sz="1050" b="1">
                <a:solidFill>
                  <a:srgbClr val="116D60"/>
                </a:solidFill>
              </a:defRPr>
            </a:lvl9pPr>
          </a:lstStyle>
          <a:p xmlns:a="http://schemas.openxmlformats.org/drawingml/2006/main">
            <a:pPr>
              <a:buNone/>
              <a:defRPr sz="1050" b="1">
                <a:solidFill>
                  <a:srgbClr val="116D60"/>
                </a:solidFill>
              </a:defRPr>
            </a:pPr>
            <a:r>
              <a:rPr sz="1050" b="1">
                <a:solidFill>
                  <a:srgbClr val="116D60"/>
                </a:solidFill>
              </a:rPr>
              <a:t>Document-defined hierarchy</a:t>
            </a:r>
          </a:p>
        </p:txBody>
      </p:sp>
      <p:sp>
        <p:nvSpPr>
          <p:cNvPr id="16" name="solution-body-1">
            <a:extLst xmlns:a="http://schemas.openxmlformats.org/drawingml/2006/main">
              <a:ext uri="{FF2B5EF4-FFF2-40B4-BE49-F238E27FC236}">
                <a16:creationId xmlns:a16="http://schemas.microsoft.com/office/drawing/2014/main" id="{22F99ACF-DB45-41EA-BBDE-54F248C61CB6}"/>
              </a:ext>
            </a:extLst>
          </p:cNvPr>
          <p:cNvSpPr>
            <a:spLocks xmlns:a="http://schemas.openxmlformats.org/drawingml/2006/main" noGrp="1"/>
          </p:cNvSpPr>
          <p:nvPr/>
        </p:nvSpPr>
        <p:spPr>
          <a:xfrm xmlns:a="http://schemas.openxmlformats.org/drawingml/2006/main">
            <a:off x="8115300" y="23907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Docling structure creates parent-child relationships before indexing.</a:t>
            </a:r>
          </a:p>
        </p:txBody>
      </p:sp>
      <p:sp>
        <p:nvSpPr>
          <p:cNvPr id="17" name="limit-card-2">
            <a:extLst xmlns:a="http://schemas.openxmlformats.org/drawingml/2006/main">
              <a:ext uri="{FF2B5EF4-FFF2-40B4-BE49-F238E27FC236}">
                <a16:creationId xmlns:a16="http://schemas.microsoft.com/office/drawing/2014/main" id="{B2AAC4EE-15C7-4665-BAC6-F812CD3333B6}"/>
              </a:ext>
            </a:extLst>
          </p:cNvPr>
          <p:cNvSpPr>
            <a:spLocks xmlns:a="http://schemas.openxmlformats.org/drawingml/2006/main" noGrp="1"/>
          </p:cNvSpPr>
          <p:nvPr/>
        </p:nvSpPr>
        <p:spPr>
          <a:xfrm xmlns:a="http://schemas.openxmlformats.org/drawingml/2006/main">
            <a:off x="590550" y="2914650"/>
            <a:ext cx="4953000" cy="476250"/>
          </a:xfrm>
          <a:prstGeom xmlns:a="http://schemas.openxmlformats.org/drawingml/2006/main" prst="roundRect">
            <a:avLst>
              <a:gd name="adj" fmla="val 16000"/>
            </a:avLst>
          </a:prstGeom>
          <a:solidFill xmlns:a="http://schemas.openxmlformats.org/drawingml/2006/main">
            <a:srgbClr val="FFF7F6"/>
          </a:solidFill>
          <a:ln xmlns:a="http://schemas.openxmlformats.org/drawingml/2006/main" w="9525">
            <a:solidFill>
              <a:srgbClr val="E6C4C0"/>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18" name="limit-title-2">
            <a:extLst xmlns:a="http://schemas.openxmlformats.org/drawingml/2006/main">
              <a:ext uri="{FF2B5EF4-FFF2-40B4-BE49-F238E27FC236}">
                <a16:creationId xmlns:a16="http://schemas.microsoft.com/office/drawing/2014/main" id="{CCB1358D-0516-4124-AD4D-72B41A30A969}"/>
              </a:ext>
            </a:extLst>
          </p:cNvPr>
          <p:cNvSpPr>
            <a:spLocks xmlns:a="http://schemas.openxmlformats.org/drawingml/2006/main" noGrp="1"/>
          </p:cNvSpPr>
          <p:nvPr/>
        </p:nvSpPr>
        <p:spPr>
          <a:xfrm xmlns:a="http://schemas.openxmlformats.org/drawingml/2006/main">
            <a:off x="742950" y="29908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7F2E2E"/>
                </a:solidFill>
              </a:defRPr>
            </a:defPPr>
            <a:lvl1pPr>
              <a:buNone/>
              <a:defRPr sz="1050" b="1">
                <a:solidFill>
                  <a:srgbClr val="7F2E2E"/>
                </a:solidFill>
              </a:defRPr>
            </a:lvl1pPr>
            <a:lvl2pPr>
              <a:buNone/>
              <a:defRPr sz="1050" b="1">
                <a:solidFill>
                  <a:srgbClr val="7F2E2E"/>
                </a:solidFill>
              </a:defRPr>
            </a:lvl2pPr>
            <a:lvl3pPr>
              <a:buNone/>
              <a:defRPr sz="1050" b="1">
                <a:solidFill>
                  <a:srgbClr val="7F2E2E"/>
                </a:solidFill>
              </a:defRPr>
            </a:lvl3pPr>
            <a:lvl4pPr>
              <a:buNone/>
              <a:defRPr sz="1050" b="1">
                <a:solidFill>
                  <a:srgbClr val="7F2E2E"/>
                </a:solidFill>
              </a:defRPr>
            </a:lvl4pPr>
            <a:lvl5pPr>
              <a:buNone/>
              <a:defRPr sz="1050" b="1">
                <a:solidFill>
                  <a:srgbClr val="7F2E2E"/>
                </a:solidFill>
              </a:defRPr>
            </a:lvl5pPr>
            <a:lvl6pPr>
              <a:buNone/>
              <a:defRPr sz="1050" b="1">
                <a:solidFill>
                  <a:srgbClr val="7F2E2E"/>
                </a:solidFill>
              </a:defRPr>
            </a:lvl6pPr>
            <a:lvl7pPr>
              <a:buNone/>
              <a:defRPr sz="1050" b="1">
                <a:solidFill>
                  <a:srgbClr val="7F2E2E"/>
                </a:solidFill>
              </a:defRPr>
            </a:lvl7pPr>
            <a:lvl8pPr>
              <a:buNone/>
              <a:defRPr sz="1050" b="1">
                <a:solidFill>
                  <a:srgbClr val="7F2E2E"/>
                </a:solidFill>
              </a:defRPr>
            </a:lvl8pPr>
            <a:lvl9pPr>
              <a:buNone/>
              <a:defRPr sz="1050" b="1">
                <a:solidFill>
                  <a:srgbClr val="7F2E2E"/>
                </a:solidFill>
              </a:defRPr>
            </a:lvl9pPr>
          </a:lstStyle>
          <a:p xmlns:a="http://schemas.openxmlformats.org/drawingml/2006/main">
            <a:pPr>
              <a:buNone/>
              <a:defRPr sz="1050" b="1">
                <a:solidFill>
                  <a:srgbClr val="7F2E2E"/>
                </a:solidFill>
              </a:defRPr>
            </a:pPr>
            <a:r>
              <a:rPr sz="1050" b="1">
                <a:solidFill>
                  <a:srgbClr val="7F2E2E"/>
                </a:solidFill>
              </a:rPr>
              <a:t>Persistence left to the app</a:t>
            </a:r>
          </a:p>
        </p:txBody>
      </p:sp>
      <p:sp>
        <p:nvSpPr>
          <p:cNvPr id="19" name="limit-body-2">
            <a:extLst xmlns:a="http://schemas.openxmlformats.org/drawingml/2006/main">
              <a:ext uri="{FF2B5EF4-FFF2-40B4-BE49-F238E27FC236}">
                <a16:creationId xmlns:a16="http://schemas.microsoft.com/office/drawing/2014/main" id="{34D0D34D-D7F3-420E-9267-250894E915FD}"/>
              </a:ext>
            </a:extLst>
          </p:cNvPr>
          <p:cNvSpPr>
            <a:spLocks xmlns:a="http://schemas.openxmlformats.org/drawingml/2006/main" noGrp="1"/>
          </p:cNvSpPr>
          <p:nvPr/>
        </p:nvSpPr>
        <p:spPr>
          <a:xfrm xmlns:a="http://schemas.openxmlformats.org/drawingml/2006/main">
            <a:off x="2266950" y="29813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Examples often use InMemoryStore; durable joins require extra design.</a:t>
            </a:r>
          </a:p>
        </p:txBody>
      </p:sp>
      <p:sp>
        <p:nvSpPr>
          <p:cNvPr id="20" name="solution-card-2">
            <a:extLst xmlns:a="http://schemas.openxmlformats.org/drawingml/2006/main">
              <a:ext uri="{FF2B5EF4-FFF2-40B4-BE49-F238E27FC236}">
                <a16:creationId xmlns:a16="http://schemas.microsoft.com/office/drawing/2014/main" id="{4A672C5D-4DFE-48E5-AE3B-EC00643B115B}"/>
              </a:ext>
            </a:extLst>
          </p:cNvPr>
          <p:cNvSpPr>
            <a:spLocks xmlns:a="http://schemas.openxmlformats.org/drawingml/2006/main" noGrp="1"/>
          </p:cNvSpPr>
          <p:nvPr/>
        </p:nvSpPr>
        <p:spPr>
          <a:xfrm xmlns:a="http://schemas.openxmlformats.org/drawingml/2006/main">
            <a:off x="6438900" y="2914650"/>
            <a:ext cx="4953000" cy="476250"/>
          </a:xfrm>
          <a:prstGeom xmlns:a="http://schemas.openxmlformats.org/drawingml/2006/main" prst="roundRect">
            <a:avLst>
              <a:gd name="adj" fmla="val 16000"/>
            </a:avLst>
          </a:prstGeom>
          <a:solidFill xmlns:a="http://schemas.openxmlformats.org/drawingml/2006/main">
            <a:srgbClr val="F2FBF8"/>
          </a:solidFill>
          <a:ln xmlns:a="http://schemas.openxmlformats.org/drawingml/2006/main" w="9525">
            <a:solidFill>
              <a:srgbClr val="B8DDD3"/>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21" name="solution-title-2">
            <a:extLst xmlns:a="http://schemas.openxmlformats.org/drawingml/2006/main">
              <a:ext uri="{FF2B5EF4-FFF2-40B4-BE49-F238E27FC236}">
                <a16:creationId xmlns:a16="http://schemas.microsoft.com/office/drawing/2014/main" id="{F1A9F32A-163A-425C-A48F-25B8A93C033A}"/>
              </a:ext>
            </a:extLst>
          </p:cNvPr>
          <p:cNvSpPr>
            <a:spLocks xmlns:a="http://schemas.openxmlformats.org/drawingml/2006/main" noGrp="1"/>
          </p:cNvSpPr>
          <p:nvPr/>
        </p:nvSpPr>
        <p:spPr>
          <a:xfrm xmlns:a="http://schemas.openxmlformats.org/drawingml/2006/main">
            <a:off x="6591300" y="2990850"/>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16D60"/>
                </a:solidFill>
              </a:defRPr>
            </a:defPPr>
            <a:lvl1pPr>
              <a:buNone/>
              <a:defRPr sz="1050" b="1">
                <a:solidFill>
                  <a:srgbClr val="116D60"/>
                </a:solidFill>
              </a:defRPr>
            </a:lvl1pPr>
            <a:lvl2pPr>
              <a:buNone/>
              <a:defRPr sz="1050" b="1">
                <a:solidFill>
                  <a:srgbClr val="116D60"/>
                </a:solidFill>
              </a:defRPr>
            </a:lvl2pPr>
            <a:lvl3pPr>
              <a:buNone/>
              <a:defRPr sz="1050" b="1">
                <a:solidFill>
                  <a:srgbClr val="116D60"/>
                </a:solidFill>
              </a:defRPr>
            </a:lvl3pPr>
            <a:lvl4pPr>
              <a:buNone/>
              <a:defRPr sz="1050" b="1">
                <a:solidFill>
                  <a:srgbClr val="116D60"/>
                </a:solidFill>
              </a:defRPr>
            </a:lvl4pPr>
            <a:lvl5pPr>
              <a:buNone/>
              <a:defRPr sz="1050" b="1">
                <a:solidFill>
                  <a:srgbClr val="116D60"/>
                </a:solidFill>
              </a:defRPr>
            </a:lvl5pPr>
            <a:lvl6pPr>
              <a:buNone/>
              <a:defRPr sz="1050" b="1">
                <a:solidFill>
                  <a:srgbClr val="116D60"/>
                </a:solidFill>
              </a:defRPr>
            </a:lvl6pPr>
            <a:lvl7pPr>
              <a:buNone/>
              <a:defRPr sz="1050" b="1">
                <a:solidFill>
                  <a:srgbClr val="116D60"/>
                </a:solidFill>
              </a:defRPr>
            </a:lvl7pPr>
            <a:lvl8pPr>
              <a:buNone/>
              <a:defRPr sz="1050" b="1">
                <a:solidFill>
                  <a:srgbClr val="116D60"/>
                </a:solidFill>
              </a:defRPr>
            </a:lvl8pPr>
            <a:lvl9pPr>
              <a:buNone/>
              <a:defRPr sz="1050" b="1">
                <a:solidFill>
                  <a:srgbClr val="116D60"/>
                </a:solidFill>
              </a:defRPr>
            </a:lvl9pPr>
          </a:lstStyle>
          <a:p xmlns:a="http://schemas.openxmlformats.org/drawingml/2006/main">
            <a:pPr>
              <a:buNone/>
              <a:defRPr sz="1050" b="1">
                <a:solidFill>
                  <a:srgbClr val="116D60"/>
                </a:solidFill>
              </a:defRPr>
            </a:pPr>
            <a:r>
              <a:rPr sz="1050" b="1">
                <a:solidFill>
                  <a:srgbClr val="116D60"/>
                </a:solidFill>
              </a:rPr>
              <a:t>Durable parent store</a:t>
            </a:r>
          </a:p>
        </p:txBody>
      </p:sp>
      <p:sp>
        <p:nvSpPr>
          <p:cNvPr id="22" name="solution-body-2">
            <a:extLst xmlns:a="http://schemas.openxmlformats.org/drawingml/2006/main">
              <a:ext uri="{FF2B5EF4-FFF2-40B4-BE49-F238E27FC236}">
                <a16:creationId xmlns:a16="http://schemas.microsoft.com/office/drawing/2014/main" id="{A9EAC24A-0F7E-4D30-9237-FB5B9E23BB89}"/>
              </a:ext>
            </a:extLst>
          </p:cNvPr>
          <p:cNvSpPr>
            <a:spLocks xmlns:a="http://schemas.openxmlformats.org/drawingml/2006/main" noGrp="1"/>
          </p:cNvSpPr>
          <p:nvPr/>
        </p:nvSpPr>
        <p:spPr>
          <a:xfrm xmlns:a="http://schemas.openxmlformats.org/drawingml/2006/main">
            <a:off x="8115300" y="29813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document_id and parent_id support stable lookup, retry and re-indexing.</a:t>
            </a:r>
          </a:p>
        </p:txBody>
      </p:sp>
      <p:sp>
        <p:nvSpPr>
          <p:cNvPr id="23" name="limit-card-3">
            <a:extLst xmlns:a="http://schemas.openxmlformats.org/drawingml/2006/main">
              <a:ext uri="{FF2B5EF4-FFF2-40B4-BE49-F238E27FC236}">
                <a16:creationId xmlns:a16="http://schemas.microsoft.com/office/drawing/2014/main" id="{5465C2D3-0F3E-4D9C-96E1-8E259DAF1CFD}"/>
              </a:ext>
            </a:extLst>
          </p:cNvPr>
          <p:cNvSpPr>
            <a:spLocks xmlns:a="http://schemas.openxmlformats.org/drawingml/2006/main" noGrp="1"/>
          </p:cNvSpPr>
          <p:nvPr/>
        </p:nvSpPr>
        <p:spPr>
          <a:xfrm xmlns:a="http://schemas.openxmlformats.org/drawingml/2006/main">
            <a:off x="590550" y="3505200"/>
            <a:ext cx="4953000" cy="476250"/>
          </a:xfrm>
          <a:prstGeom xmlns:a="http://schemas.openxmlformats.org/drawingml/2006/main" prst="roundRect">
            <a:avLst>
              <a:gd name="adj" fmla="val 16000"/>
            </a:avLst>
          </a:prstGeom>
          <a:solidFill xmlns:a="http://schemas.openxmlformats.org/drawingml/2006/main">
            <a:srgbClr val="FFF7F6"/>
          </a:solidFill>
          <a:ln xmlns:a="http://schemas.openxmlformats.org/drawingml/2006/main" w="9525">
            <a:solidFill>
              <a:srgbClr val="E6C4C0"/>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24" name="limit-title-3">
            <a:extLst xmlns:a="http://schemas.openxmlformats.org/drawingml/2006/main">
              <a:ext uri="{FF2B5EF4-FFF2-40B4-BE49-F238E27FC236}">
                <a16:creationId xmlns:a16="http://schemas.microsoft.com/office/drawing/2014/main" id="{E503F31F-BA94-4314-A7A5-352F6DF1E970}"/>
              </a:ext>
            </a:extLst>
          </p:cNvPr>
          <p:cNvSpPr>
            <a:spLocks xmlns:a="http://schemas.openxmlformats.org/drawingml/2006/main" noGrp="1"/>
          </p:cNvSpPr>
          <p:nvPr/>
        </p:nvSpPr>
        <p:spPr>
          <a:xfrm xmlns:a="http://schemas.openxmlformats.org/drawingml/2006/main">
            <a:off x="742950" y="35814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7F2E2E"/>
                </a:solidFill>
              </a:defRPr>
            </a:defPPr>
            <a:lvl1pPr>
              <a:buNone/>
              <a:defRPr sz="1050" b="1">
                <a:solidFill>
                  <a:srgbClr val="7F2E2E"/>
                </a:solidFill>
              </a:defRPr>
            </a:lvl1pPr>
            <a:lvl2pPr>
              <a:buNone/>
              <a:defRPr sz="1050" b="1">
                <a:solidFill>
                  <a:srgbClr val="7F2E2E"/>
                </a:solidFill>
              </a:defRPr>
            </a:lvl2pPr>
            <a:lvl3pPr>
              <a:buNone/>
              <a:defRPr sz="1050" b="1">
                <a:solidFill>
                  <a:srgbClr val="7F2E2E"/>
                </a:solidFill>
              </a:defRPr>
            </a:lvl3pPr>
            <a:lvl4pPr>
              <a:buNone/>
              <a:defRPr sz="1050" b="1">
                <a:solidFill>
                  <a:srgbClr val="7F2E2E"/>
                </a:solidFill>
              </a:defRPr>
            </a:lvl4pPr>
            <a:lvl5pPr>
              <a:buNone/>
              <a:defRPr sz="1050" b="1">
                <a:solidFill>
                  <a:srgbClr val="7F2E2E"/>
                </a:solidFill>
              </a:defRPr>
            </a:lvl5pPr>
            <a:lvl6pPr>
              <a:buNone/>
              <a:defRPr sz="1050" b="1">
                <a:solidFill>
                  <a:srgbClr val="7F2E2E"/>
                </a:solidFill>
              </a:defRPr>
            </a:lvl6pPr>
            <a:lvl7pPr>
              <a:buNone/>
              <a:defRPr sz="1050" b="1">
                <a:solidFill>
                  <a:srgbClr val="7F2E2E"/>
                </a:solidFill>
              </a:defRPr>
            </a:lvl7pPr>
            <a:lvl8pPr>
              <a:buNone/>
              <a:defRPr sz="1050" b="1">
                <a:solidFill>
                  <a:srgbClr val="7F2E2E"/>
                </a:solidFill>
              </a:defRPr>
            </a:lvl8pPr>
            <a:lvl9pPr>
              <a:buNone/>
              <a:defRPr sz="1050" b="1">
                <a:solidFill>
                  <a:srgbClr val="7F2E2E"/>
                </a:solidFill>
              </a:defRPr>
            </a:lvl9pPr>
          </a:lstStyle>
          <a:p xmlns:a="http://schemas.openxmlformats.org/drawingml/2006/main">
            <a:pPr>
              <a:buNone/>
              <a:defRPr sz="1050" b="1">
                <a:solidFill>
                  <a:srgbClr val="7F2E2E"/>
                </a:solidFill>
              </a:defRPr>
            </a:pPr>
            <a:r>
              <a:rPr sz="1050" b="1">
                <a:solidFill>
                  <a:srgbClr val="7F2E2E"/>
                </a:solidFill>
              </a:rPr>
              <a:t>Generic expansion</a:t>
            </a:r>
          </a:p>
        </p:txBody>
      </p:sp>
      <p:sp>
        <p:nvSpPr>
          <p:cNvPr id="25" name="limit-body-3">
            <a:extLst xmlns:a="http://schemas.openxmlformats.org/drawingml/2006/main">
              <a:ext uri="{FF2B5EF4-FFF2-40B4-BE49-F238E27FC236}">
                <a16:creationId xmlns:a16="http://schemas.microsoft.com/office/drawing/2014/main" id="{9209F6CC-83E8-4555-8CC0-969E5F3CE3FB}"/>
              </a:ext>
            </a:extLst>
          </p:cNvPr>
          <p:cNvSpPr>
            <a:spLocks xmlns:a="http://schemas.openxmlformats.org/drawingml/2006/main" noGrp="1"/>
          </p:cNvSpPr>
          <p:nvPr/>
        </p:nvSpPr>
        <p:spPr>
          <a:xfrm xmlns:a="http://schemas.openxmlformats.org/drawingml/2006/main">
            <a:off x="2266950" y="35718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A hit returns parent text without row, caption or sibling-aware assembly.</a:t>
            </a:r>
          </a:p>
        </p:txBody>
      </p:sp>
      <p:sp>
        <p:nvSpPr>
          <p:cNvPr id="26" name="solution-card-3">
            <a:extLst xmlns:a="http://schemas.openxmlformats.org/drawingml/2006/main">
              <a:ext uri="{FF2B5EF4-FFF2-40B4-BE49-F238E27FC236}">
                <a16:creationId xmlns:a16="http://schemas.microsoft.com/office/drawing/2014/main" id="{2C86EC76-E7D8-405A-B15B-B6D0808252A7}"/>
              </a:ext>
            </a:extLst>
          </p:cNvPr>
          <p:cNvSpPr>
            <a:spLocks xmlns:a="http://schemas.openxmlformats.org/drawingml/2006/main" noGrp="1"/>
          </p:cNvSpPr>
          <p:nvPr/>
        </p:nvSpPr>
        <p:spPr>
          <a:xfrm xmlns:a="http://schemas.openxmlformats.org/drawingml/2006/main">
            <a:off x="6438900" y="3505200"/>
            <a:ext cx="4953000" cy="476250"/>
          </a:xfrm>
          <a:prstGeom xmlns:a="http://schemas.openxmlformats.org/drawingml/2006/main" prst="roundRect">
            <a:avLst>
              <a:gd name="adj" fmla="val 16000"/>
            </a:avLst>
          </a:prstGeom>
          <a:solidFill xmlns:a="http://schemas.openxmlformats.org/drawingml/2006/main">
            <a:srgbClr val="F2FBF8"/>
          </a:solidFill>
          <a:ln xmlns:a="http://schemas.openxmlformats.org/drawingml/2006/main" w="9525">
            <a:solidFill>
              <a:srgbClr val="B8DDD3"/>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27" name="solution-title-3">
            <a:extLst xmlns:a="http://schemas.openxmlformats.org/drawingml/2006/main">
              <a:ext uri="{FF2B5EF4-FFF2-40B4-BE49-F238E27FC236}">
                <a16:creationId xmlns:a16="http://schemas.microsoft.com/office/drawing/2014/main" id="{908CDD7C-7C39-45AF-91A9-8B8F87A5F781}"/>
              </a:ext>
            </a:extLst>
          </p:cNvPr>
          <p:cNvSpPr>
            <a:spLocks xmlns:a="http://schemas.openxmlformats.org/drawingml/2006/main" noGrp="1"/>
          </p:cNvSpPr>
          <p:nvPr/>
        </p:nvSpPr>
        <p:spPr>
          <a:xfrm xmlns:a="http://schemas.openxmlformats.org/drawingml/2006/main">
            <a:off x="6591300" y="3581400"/>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16D60"/>
                </a:solidFill>
              </a:defRPr>
            </a:defPPr>
            <a:lvl1pPr>
              <a:buNone/>
              <a:defRPr sz="1050" b="1">
                <a:solidFill>
                  <a:srgbClr val="116D60"/>
                </a:solidFill>
              </a:defRPr>
            </a:lvl1pPr>
            <a:lvl2pPr>
              <a:buNone/>
              <a:defRPr sz="1050" b="1">
                <a:solidFill>
                  <a:srgbClr val="116D60"/>
                </a:solidFill>
              </a:defRPr>
            </a:lvl2pPr>
            <a:lvl3pPr>
              <a:buNone/>
              <a:defRPr sz="1050" b="1">
                <a:solidFill>
                  <a:srgbClr val="116D60"/>
                </a:solidFill>
              </a:defRPr>
            </a:lvl3pPr>
            <a:lvl4pPr>
              <a:buNone/>
              <a:defRPr sz="1050" b="1">
                <a:solidFill>
                  <a:srgbClr val="116D60"/>
                </a:solidFill>
              </a:defRPr>
            </a:lvl4pPr>
            <a:lvl5pPr>
              <a:buNone/>
              <a:defRPr sz="1050" b="1">
                <a:solidFill>
                  <a:srgbClr val="116D60"/>
                </a:solidFill>
              </a:defRPr>
            </a:lvl5pPr>
            <a:lvl6pPr>
              <a:buNone/>
              <a:defRPr sz="1050" b="1">
                <a:solidFill>
                  <a:srgbClr val="116D60"/>
                </a:solidFill>
              </a:defRPr>
            </a:lvl6pPr>
            <a:lvl7pPr>
              <a:buNone/>
              <a:defRPr sz="1050" b="1">
                <a:solidFill>
                  <a:srgbClr val="116D60"/>
                </a:solidFill>
              </a:defRPr>
            </a:lvl7pPr>
            <a:lvl8pPr>
              <a:buNone/>
              <a:defRPr sz="1050" b="1">
                <a:solidFill>
                  <a:srgbClr val="116D60"/>
                </a:solidFill>
              </a:defRPr>
            </a:lvl8pPr>
            <a:lvl9pPr>
              <a:buNone/>
              <a:defRPr sz="1050" b="1">
                <a:solidFill>
                  <a:srgbClr val="116D60"/>
                </a:solidFill>
              </a:defRPr>
            </a:lvl9pPr>
          </a:lstStyle>
          <a:p xmlns:a="http://schemas.openxmlformats.org/drawingml/2006/main">
            <a:pPr>
              <a:buNone/>
              <a:defRPr sz="1050" b="1">
                <a:solidFill>
                  <a:srgbClr val="116D60"/>
                </a:solidFill>
              </a:defRPr>
            </a:pPr>
            <a:r>
              <a:rPr sz="1050" b="1">
                <a:solidFill>
                  <a:srgbClr val="116D60"/>
                </a:solidFill>
              </a:rPr>
              <a:t>Type-aware expansion</a:t>
            </a:r>
          </a:p>
        </p:txBody>
      </p:sp>
      <p:sp>
        <p:nvSpPr>
          <p:cNvPr id="28" name="solution-body-3">
            <a:extLst xmlns:a="http://schemas.openxmlformats.org/drawingml/2006/main">
              <a:ext uri="{FF2B5EF4-FFF2-40B4-BE49-F238E27FC236}">
                <a16:creationId xmlns:a16="http://schemas.microsoft.com/office/drawing/2014/main" id="{9043B59E-4EB5-4F51-873D-F0303D8FF109}"/>
              </a:ext>
            </a:extLst>
          </p:cNvPr>
          <p:cNvSpPr>
            <a:spLocks xmlns:a="http://schemas.openxmlformats.org/drawingml/2006/main" noGrp="1"/>
          </p:cNvSpPr>
          <p:nvPr/>
        </p:nvSpPr>
        <p:spPr>
          <a:xfrm xmlns:a="http://schemas.openxmlformats.org/drawingml/2006/main">
            <a:off x="8115300" y="357187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Rows regain headers; captions regain figures; list items regain their section.</a:t>
            </a:r>
          </a:p>
        </p:txBody>
      </p:sp>
      <p:sp>
        <p:nvSpPr>
          <p:cNvPr id="29" name="limit-card-4">
            <a:extLst xmlns:a="http://schemas.openxmlformats.org/drawingml/2006/main">
              <a:ext uri="{FF2B5EF4-FFF2-40B4-BE49-F238E27FC236}">
                <a16:creationId xmlns:a16="http://schemas.microsoft.com/office/drawing/2014/main" id="{2626DBCE-C19B-4A54-B152-BE70D98FAEF2}"/>
              </a:ext>
            </a:extLst>
          </p:cNvPr>
          <p:cNvSpPr>
            <a:spLocks xmlns:a="http://schemas.openxmlformats.org/drawingml/2006/main" noGrp="1"/>
          </p:cNvSpPr>
          <p:nvPr/>
        </p:nvSpPr>
        <p:spPr>
          <a:xfrm xmlns:a="http://schemas.openxmlformats.org/drawingml/2006/main">
            <a:off x="590550" y="4095750"/>
            <a:ext cx="4953000" cy="476250"/>
          </a:xfrm>
          <a:prstGeom xmlns:a="http://schemas.openxmlformats.org/drawingml/2006/main" prst="roundRect">
            <a:avLst>
              <a:gd name="adj" fmla="val 16000"/>
            </a:avLst>
          </a:prstGeom>
          <a:solidFill xmlns:a="http://schemas.openxmlformats.org/drawingml/2006/main">
            <a:srgbClr val="FFF7F6"/>
          </a:solidFill>
          <a:ln xmlns:a="http://schemas.openxmlformats.org/drawingml/2006/main" w="9525">
            <a:solidFill>
              <a:srgbClr val="E6C4C0"/>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30" name="limit-title-4">
            <a:extLst xmlns:a="http://schemas.openxmlformats.org/drawingml/2006/main">
              <a:ext uri="{FF2B5EF4-FFF2-40B4-BE49-F238E27FC236}">
                <a16:creationId xmlns:a16="http://schemas.microsoft.com/office/drawing/2014/main" id="{E1B9F319-2971-47E6-8F63-1B8797E7AC93}"/>
              </a:ext>
            </a:extLst>
          </p:cNvPr>
          <p:cNvSpPr>
            <a:spLocks xmlns:a="http://schemas.openxmlformats.org/drawingml/2006/main" noGrp="1"/>
          </p:cNvSpPr>
          <p:nvPr/>
        </p:nvSpPr>
        <p:spPr>
          <a:xfrm xmlns:a="http://schemas.openxmlformats.org/drawingml/2006/main">
            <a:off x="742950" y="417195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7F2E2E"/>
                </a:solidFill>
              </a:defRPr>
            </a:defPPr>
            <a:lvl1pPr>
              <a:buNone/>
              <a:defRPr sz="1050" b="1">
                <a:solidFill>
                  <a:srgbClr val="7F2E2E"/>
                </a:solidFill>
              </a:defRPr>
            </a:lvl1pPr>
            <a:lvl2pPr>
              <a:buNone/>
              <a:defRPr sz="1050" b="1">
                <a:solidFill>
                  <a:srgbClr val="7F2E2E"/>
                </a:solidFill>
              </a:defRPr>
            </a:lvl2pPr>
            <a:lvl3pPr>
              <a:buNone/>
              <a:defRPr sz="1050" b="1">
                <a:solidFill>
                  <a:srgbClr val="7F2E2E"/>
                </a:solidFill>
              </a:defRPr>
            </a:lvl3pPr>
            <a:lvl4pPr>
              <a:buNone/>
              <a:defRPr sz="1050" b="1">
                <a:solidFill>
                  <a:srgbClr val="7F2E2E"/>
                </a:solidFill>
              </a:defRPr>
            </a:lvl4pPr>
            <a:lvl5pPr>
              <a:buNone/>
              <a:defRPr sz="1050" b="1">
                <a:solidFill>
                  <a:srgbClr val="7F2E2E"/>
                </a:solidFill>
              </a:defRPr>
            </a:lvl5pPr>
            <a:lvl6pPr>
              <a:buNone/>
              <a:defRPr sz="1050" b="1">
                <a:solidFill>
                  <a:srgbClr val="7F2E2E"/>
                </a:solidFill>
              </a:defRPr>
            </a:lvl6pPr>
            <a:lvl7pPr>
              <a:buNone/>
              <a:defRPr sz="1050" b="1">
                <a:solidFill>
                  <a:srgbClr val="7F2E2E"/>
                </a:solidFill>
              </a:defRPr>
            </a:lvl7pPr>
            <a:lvl8pPr>
              <a:buNone/>
              <a:defRPr sz="1050" b="1">
                <a:solidFill>
                  <a:srgbClr val="7F2E2E"/>
                </a:solidFill>
              </a:defRPr>
            </a:lvl8pPr>
            <a:lvl9pPr>
              <a:buNone/>
              <a:defRPr sz="1050" b="1">
                <a:solidFill>
                  <a:srgbClr val="7F2E2E"/>
                </a:solidFill>
              </a:defRPr>
            </a:lvl9pPr>
          </a:lstStyle>
          <a:p xmlns:a="http://schemas.openxmlformats.org/drawingml/2006/main">
            <a:pPr>
              <a:buNone/>
              <a:defRPr sz="1050" b="1">
                <a:solidFill>
                  <a:srgbClr val="7F2E2E"/>
                </a:solidFill>
              </a:defRPr>
            </a:pPr>
            <a:r>
              <a:rPr sz="1050" b="1">
                <a:solidFill>
                  <a:srgbClr val="7F2E2E"/>
                </a:solidFill>
              </a:rPr>
              <a:t>Metadata carries semantics</a:t>
            </a:r>
          </a:p>
        </p:txBody>
      </p:sp>
      <p:sp>
        <p:nvSpPr>
          <p:cNvPr id="31" name="limit-body-4">
            <a:extLst xmlns:a="http://schemas.openxmlformats.org/drawingml/2006/main">
              <a:ext uri="{FF2B5EF4-FFF2-40B4-BE49-F238E27FC236}">
                <a16:creationId xmlns:a16="http://schemas.microsoft.com/office/drawing/2014/main" id="{FD621DCB-1D47-4328-9CF3-693FE4ABE0FA}"/>
              </a:ext>
            </a:extLst>
          </p:cNvPr>
          <p:cNvSpPr>
            <a:spLocks xmlns:a="http://schemas.openxmlformats.org/drawingml/2006/main" noGrp="1"/>
          </p:cNvSpPr>
          <p:nvPr/>
        </p:nvSpPr>
        <p:spPr>
          <a:xfrm xmlns:a="http://schemas.openxmlformats.org/drawingml/2006/main">
            <a:off x="2266950" y="41624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Types, pages and provenance depend on optional metadata conventions.</a:t>
            </a:r>
          </a:p>
        </p:txBody>
      </p:sp>
      <p:sp>
        <p:nvSpPr>
          <p:cNvPr id="32" name="solution-card-4">
            <a:extLst xmlns:a="http://schemas.openxmlformats.org/drawingml/2006/main">
              <a:ext uri="{FF2B5EF4-FFF2-40B4-BE49-F238E27FC236}">
                <a16:creationId xmlns:a16="http://schemas.microsoft.com/office/drawing/2014/main" id="{E3A6A2E2-47FE-4BDA-8561-AB80765399A8}"/>
              </a:ext>
            </a:extLst>
          </p:cNvPr>
          <p:cNvSpPr>
            <a:spLocks xmlns:a="http://schemas.openxmlformats.org/drawingml/2006/main" noGrp="1"/>
          </p:cNvSpPr>
          <p:nvPr/>
        </p:nvSpPr>
        <p:spPr>
          <a:xfrm xmlns:a="http://schemas.openxmlformats.org/drawingml/2006/main">
            <a:off x="6438900" y="4095750"/>
            <a:ext cx="4953000" cy="476250"/>
          </a:xfrm>
          <a:prstGeom xmlns:a="http://schemas.openxmlformats.org/drawingml/2006/main" prst="roundRect">
            <a:avLst>
              <a:gd name="adj" fmla="val 16000"/>
            </a:avLst>
          </a:prstGeom>
          <a:solidFill xmlns:a="http://schemas.openxmlformats.org/drawingml/2006/main">
            <a:srgbClr val="F2FBF8"/>
          </a:solidFill>
          <a:ln xmlns:a="http://schemas.openxmlformats.org/drawingml/2006/main" w="9525">
            <a:solidFill>
              <a:srgbClr val="B8DDD3"/>
            </a:solidFill>
            <a:prstDash val="solid"/>
          </a:ln>
        </p:spPr>
        <p:txBody>
          <a:bodyPr xmlns:a="http://schemas.openxmlformats.org/drawingml/2006/main" lIns="95250" tIns="95250" rIns="95250" bIns="95250" anchor="ctr"/>
          <a:lstStyle xmlns:a="http://schemas.openxmlformats.org/drawingml/2006/main">
            <a:defPPr algn="l">
              <a:defRPr sz="1050" b="0">
                <a:solidFill>
                  <a:srgbClr val="15232B"/>
                </a:solidFill>
              </a:defRPr>
            </a:defPPr>
            <a:lvl1pPr algn="l">
              <a:buNone/>
              <a:defRPr sz="1050" b="0">
                <a:solidFill>
                  <a:srgbClr val="15232B"/>
                </a:solidFill>
              </a:defRPr>
            </a:lvl1pPr>
            <a:lvl2pPr algn="l">
              <a:buNone/>
              <a:defRPr sz="1050" b="0">
                <a:solidFill>
                  <a:srgbClr val="15232B"/>
                </a:solidFill>
              </a:defRPr>
            </a:lvl2pPr>
            <a:lvl3pPr algn="l">
              <a:buNone/>
              <a:defRPr sz="1050" b="0">
                <a:solidFill>
                  <a:srgbClr val="15232B"/>
                </a:solidFill>
              </a:defRPr>
            </a:lvl3pPr>
            <a:lvl4pPr algn="l">
              <a:buNone/>
              <a:defRPr sz="1050" b="0">
                <a:solidFill>
                  <a:srgbClr val="15232B"/>
                </a:solidFill>
              </a:defRPr>
            </a:lvl4pPr>
            <a:lvl5pPr algn="l">
              <a:buNone/>
              <a:defRPr sz="1050" b="0">
                <a:solidFill>
                  <a:srgbClr val="15232B"/>
                </a:solidFill>
              </a:defRPr>
            </a:lvl5pPr>
            <a:lvl6pPr algn="l">
              <a:buNone/>
              <a:defRPr sz="1050" b="0">
                <a:solidFill>
                  <a:srgbClr val="15232B"/>
                </a:solidFill>
              </a:defRPr>
            </a:lvl6pPr>
            <a:lvl7pPr algn="l">
              <a:buNone/>
              <a:defRPr sz="1050" b="0">
                <a:solidFill>
                  <a:srgbClr val="15232B"/>
                </a:solidFill>
              </a:defRPr>
            </a:lvl7pPr>
            <a:lvl8pPr algn="l">
              <a:buNone/>
              <a:defRPr sz="1050" b="0">
                <a:solidFill>
                  <a:srgbClr val="15232B"/>
                </a:solidFill>
              </a:defRPr>
            </a:lvl8pPr>
            <a:lvl9pPr algn="l">
              <a:buNone/>
              <a:defRPr sz="1050" b="0">
                <a:solidFill>
                  <a:srgbClr val="15232B"/>
                </a:solidFill>
              </a:defRPr>
            </a:lvl9pPr>
          </a:lstStyle>
          <a:p xmlns:a="http://schemas.openxmlformats.org/drawingml/2006/main">
            <a:r>
              <a:t/>
            </a:r>
          </a:p>
        </p:txBody>
      </p:sp>
      <p:sp>
        <p:nvSpPr>
          <p:cNvPr id="33" name="solution-title-4">
            <a:extLst xmlns:a="http://schemas.openxmlformats.org/drawingml/2006/main">
              <a:ext uri="{FF2B5EF4-FFF2-40B4-BE49-F238E27FC236}">
                <a16:creationId xmlns:a16="http://schemas.microsoft.com/office/drawing/2014/main" id="{2651EC3F-788A-4CC0-AAD5-3A56C46656A7}"/>
              </a:ext>
            </a:extLst>
          </p:cNvPr>
          <p:cNvSpPr>
            <a:spLocks xmlns:a="http://schemas.openxmlformats.org/drawingml/2006/main" noGrp="1"/>
          </p:cNvSpPr>
          <p:nvPr/>
        </p:nvSpPr>
        <p:spPr>
          <a:xfrm xmlns:a="http://schemas.openxmlformats.org/drawingml/2006/main">
            <a:off x="6591300" y="4171950"/>
            <a:ext cx="1504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116D60"/>
                </a:solidFill>
              </a:defRPr>
            </a:defPPr>
            <a:lvl1pPr>
              <a:buNone/>
              <a:defRPr sz="1050" b="1">
                <a:solidFill>
                  <a:srgbClr val="116D60"/>
                </a:solidFill>
              </a:defRPr>
            </a:lvl1pPr>
            <a:lvl2pPr>
              <a:buNone/>
              <a:defRPr sz="1050" b="1">
                <a:solidFill>
                  <a:srgbClr val="116D60"/>
                </a:solidFill>
              </a:defRPr>
            </a:lvl2pPr>
            <a:lvl3pPr>
              <a:buNone/>
              <a:defRPr sz="1050" b="1">
                <a:solidFill>
                  <a:srgbClr val="116D60"/>
                </a:solidFill>
              </a:defRPr>
            </a:lvl3pPr>
            <a:lvl4pPr>
              <a:buNone/>
              <a:defRPr sz="1050" b="1">
                <a:solidFill>
                  <a:srgbClr val="116D60"/>
                </a:solidFill>
              </a:defRPr>
            </a:lvl4pPr>
            <a:lvl5pPr>
              <a:buNone/>
              <a:defRPr sz="1050" b="1">
                <a:solidFill>
                  <a:srgbClr val="116D60"/>
                </a:solidFill>
              </a:defRPr>
            </a:lvl5pPr>
            <a:lvl6pPr>
              <a:buNone/>
              <a:defRPr sz="1050" b="1">
                <a:solidFill>
                  <a:srgbClr val="116D60"/>
                </a:solidFill>
              </a:defRPr>
            </a:lvl6pPr>
            <a:lvl7pPr>
              <a:buNone/>
              <a:defRPr sz="1050" b="1">
                <a:solidFill>
                  <a:srgbClr val="116D60"/>
                </a:solidFill>
              </a:defRPr>
            </a:lvl7pPr>
            <a:lvl8pPr>
              <a:buNone/>
              <a:defRPr sz="1050" b="1">
                <a:solidFill>
                  <a:srgbClr val="116D60"/>
                </a:solidFill>
              </a:defRPr>
            </a:lvl8pPr>
            <a:lvl9pPr>
              <a:buNone/>
              <a:defRPr sz="1050" b="1">
                <a:solidFill>
                  <a:srgbClr val="116D60"/>
                </a:solidFill>
              </a:defRPr>
            </a:lvl9pPr>
          </a:lstStyle>
          <a:p xmlns:a="http://schemas.openxmlformats.org/drawingml/2006/main">
            <a:pPr>
              <a:buNone/>
              <a:defRPr sz="1050" b="1">
                <a:solidFill>
                  <a:srgbClr val="116D60"/>
                </a:solidFill>
              </a:defRPr>
            </a:pPr>
            <a:r>
              <a:rPr sz="1050" b="1">
                <a:solidFill>
                  <a:srgbClr val="116D60"/>
                </a:solidFill>
              </a:rPr>
              <a:t>Shared retrieval contract</a:t>
            </a:r>
          </a:p>
        </p:txBody>
      </p:sp>
      <p:sp>
        <p:nvSpPr>
          <p:cNvPr id="34" name="solution-body-4">
            <a:extLst xmlns:a="http://schemas.openxmlformats.org/drawingml/2006/main">
              <a:ext uri="{FF2B5EF4-FFF2-40B4-BE49-F238E27FC236}">
                <a16:creationId xmlns:a16="http://schemas.microsoft.com/office/drawing/2014/main" id="{E9D53402-1A3C-419B-89C1-C8FC24DF4E1C}"/>
              </a:ext>
            </a:extLst>
          </p:cNvPr>
          <p:cNvSpPr>
            <a:spLocks xmlns:a="http://schemas.openxmlformats.org/drawingml/2006/main" noGrp="1"/>
          </p:cNvSpPr>
          <p:nvPr/>
        </p:nvSpPr>
        <p:spPr>
          <a:xfrm xmlns:a="http://schemas.openxmlformats.org/drawingml/2006/main">
            <a:off x="8115300" y="4162425"/>
            <a:ext cx="3105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4D606A"/>
                </a:solidFill>
              </a:defRPr>
            </a:defPPr>
            <a:lvl1pPr>
              <a:buNone/>
              <a:defRPr sz="938">
                <a:solidFill>
                  <a:srgbClr val="4D606A"/>
                </a:solidFill>
              </a:defRPr>
            </a:lvl1pPr>
            <a:lvl2pPr>
              <a:buNone/>
              <a:defRPr sz="938">
                <a:solidFill>
                  <a:srgbClr val="4D606A"/>
                </a:solidFill>
              </a:defRPr>
            </a:lvl2pPr>
            <a:lvl3pPr>
              <a:buNone/>
              <a:defRPr sz="938">
                <a:solidFill>
                  <a:srgbClr val="4D606A"/>
                </a:solidFill>
              </a:defRPr>
            </a:lvl3pPr>
            <a:lvl4pPr>
              <a:buNone/>
              <a:defRPr sz="938">
                <a:solidFill>
                  <a:srgbClr val="4D606A"/>
                </a:solidFill>
              </a:defRPr>
            </a:lvl4pPr>
            <a:lvl5pPr>
              <a:buNone/>
              <a:defRPr sz="938">
                <a:solidFill>
                  <a:srgbClr val="4D606A"/>
                </a:solidFill>
              </a:defRPr>
            </a:lvl5pPr>
            <a:lvl6pPr>
              <a:buNone/>
              <a:defRPr sz="938">
                <a:solidFill>
                  <a:srgbClr val="4D606A"/>
                </a:solidFill>
              </a:defRPr>
            </a:lvl6pPr>
            <a:lvl7pPr>
              <a:buNone/>
              <a:defRPr sz="938">
                <a:solidFill>
                  <a:srgbClr val="4D606A"/>
                </a:solidFill>
              </a:defRPr>
            </a:lvl7pPr>
            <a:lvl8pPr>
              <a:buNone/>
              <a:defRPr sz="938">
                <a:solidFill>
                  <a:srgbClr val="4D606A"/>
                </a:solidFill>
              </a:defRPr>
            </a:lvl8pPr>
            <a:lvl9pPr>
              <a:buNone/>
              <a:defRPr sz="938">
                <a:solidFill>
                  <a:srgbClr val="4D606A"/>
                </a:solidFill>
              </a:defRPr>
            </a:lvl9pPr>
          </a:lstStyle>
          <a:p xmlns:a="http://schemas.openxmlformats.org/drawingml/2006/main">
            <a:pPr>
              <a:buNone/>
              <a:defRPr sz="938">
                <a:solidFill>
                  <a:srgbClr val="4D606A"/>
                </a:solidFill>
              </a:defRPr>
            </a:pPr>
            <a:r>
              <a:rPr sz="938">
                <a:solidFill>
                  <a:srgbClr val="4D606A"/>
                </a:solidFill>
              </a:rPr>
              <a:t>BM25, vector, hybrid and reranking return the same evidence objects.</a:t>
            </a:r>
          </a:p>
        </p:txBody>
      </p:sp>
      <p:sp>
        <p:nvSpPr>
          <p:cNvPr id="35" name="flow-heading">
            <a:extLst xmlns:a="http://schemas.openxmlformats.org/drawingml/2006/main">
              <a:ext uri="{FF2B5EF4-FFF2-40B4-BE49-F238E27FC236}">
                <a16:creationId xmlns:a16="http://schemas.microsoft.com/office/drawing/2014/main" id="{12196DEC-770C-484E-B2E4-D1067AD78B9A}"/>
              </a:ext>
            </a:extLst>
          </p:cNvPr>
          <p:cNvSpPr>
            <a:spLocks xmlns:a="http://schemas.openxmlformats.org/drawingml/2006/main" noGrp="1"/>
          </p:cNvSpPr>
          <p:nvPr/>
        </p:nvSpPr>
        <p:spPr>
          <a:xfrm xmlns:a="http://schemas.openxmlformats.org/drawingml/2006/main">
            <a:off x="590550" y="4810125"/>
            <a:ext cx="10801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49717D"/>
                </a:solidFill>
              </a:defRPr>
            </a:defPPr>
            <a:lvl1pPr>
              <a:buNone/>
              <a:defRPr sz="900" b="1">
                <a:solidFill>
                  <a:srgbClr val="49717D"/>
                </a:solidFill>
              </a:defRPr>
            </a:lvl1pPr>
            <a:lvl2pPr>
              <a:buNone/>
              <a:defRPr sz="900" b="1">
                <a:solidFill>
                  <a:srgbClr val="49717D"/>
                </a:solidFill>
              </a:defRPr>
            </a:lvl2pPr>
            <a:lvl3pPr>
              <a:buNone/>
              <a:defRPr sz="900" b="1">
                <a:solidFill>
                  <a:srgbClr val="49717D"/>
                </a:solidFill>
              </a:defRPr>
            </a:lvl3pPr>
            <a:lvl4pPr>
              <a:buNone/>
              <a:defRPr sz="900" b="1">
                <a:solidFill>
                  <a:srgbClr val="49717D"/>
                </a:solidFill>
              </a:defRPr>
            </a:lvl4pPr>
            <a:lvl5pPr>
              <a:buNone/>
              <a:defRPr sz="900" b="1">
                <a:solidFill>
                  <a:srgbClr val="49717D"/>
                </a:solidFill>
              </a:defRPr>
            </a:lvl5pPr>
            <a:lvl6pPr>
              <a:buNone/>
              <a:defRPr sz="900" b="1">
                <a:solidFill>
                  <a:srgbClr val="49717D"/>
                </a:solidFill>
              </a:defRPr>
            </a:lvl6pPr>
            <a:lvl7pPr>
              <a:buNone/>
              <a:defRPr sz="900" b="1">
                <a:solidFill>
                  <a:srgbClr val="49717D"/>
                </a:solidFill>
              </a:defRPr>
            </a:lvl7pPr>
            <a:lvl8pPr>
              <a:buNone/>
              <a:defRPr sz="900" b="1">
                <a:solidFill>
                  <a:srgbClr val="49717D"/>
                </a:solidFill>
              </a:defRPr>
            </a:lvl8pPr>
            <a:lvl9pPr>
              <a:buNone/>
              <a:defRPr sz="900" b="1">
                <a:solidFill>
                  <a:srgbClr val="49717D"/>
                </a:solidFill>
              </a:defRPr>
            </a:lvl9pPr>
          </a:lstStyle>
          <a:p xmlns:a="http://schemas.openxmlformats.org/drawingml/2006/main">
            <a:pPr>
              <a:buNone/>
              <a:defRPr sz="900" b="1">
                <a:solidFill>
                  <a:srgbClr val="49717D"/>
                </a:solidFill>
              </a:defRPr>
            </a:pPr>
            <a:r>
              <a:rPr sz="900" b="1">
                <a:solidFill>
                  <a:srgbClr val="49717D"/>
                </a:solidFill>
              </a:rPr>
              <a:t>ADVANCED_RAG RECORD FLOW</a:t>
            </a:r>
          </a:p>
        </p:txBody>
      </p:sp>
      <p:sp>
        <p:nvSpPr>
          <p:cNvPr id="36" name="flow-0">
            <a:extLst xmlns:a="http://schemas.openxmlformats.org/drawingml/2006/main">
              <a:ext uri="{FF2B5EF4-FFF2-40B4-BE49-F238E27FC236}">
                <a16:creationId xmlns:a16="http://schemas.microsoft.com/office/drawing/2014/main" id="{BD5C5CB3-AD62-48A6-9857-BEE32A194813}"/>
              </a:ext>
            </a:extLst>
          </p:cNvPr>
          <p:cNvSpPr>
            <a:spLocks xmlns:a="http://schemas.openxmlformats.org/drawingml/2006/main" noGrp="1"/>
          </p:cNvSpPr>
          <p:nvPr/>
        </p:nvSpPr>
        <p:spPr>
          <a:xfrm xmlns:a="http://schemas.openxmlformats.org/drawingml/2006/main">
            <a:off x="590550" y="5143500"/>
            <a:ext cx="1657350" cy="571500"/>
          </a:xfrm>
          <a:prstGeom xmlns:a="http://schemas.openxmlformats.org/drawingml/2006/main" prst="roundRect">
            <a:avLst>
              <a:gd name="adj" fmla="val 13333"/>
            </a:avLst>
          </a:prstGeom>
          <a:solidFill xmlns:a="http://schemas.openxmlformats.org/drawingml/2006/main">
            <a:srgbClr val="102B35"/>
          </a:solidFill>
          <a:ln xmlns:a="http://schemas.openxmlformats.org/drawingml/2006/main" w="9525">
            <a:solidFill>
              <a:srgbClr val="102B35"/>
            </a:solidFill>
            <a:prstDash val="solid"/>
          </a:ln>
        </p:spPr>
        <p:txBody>
          <a:bodyPr xmlns:a="http://schemas.openxmlformats.org/drawingml/2006/main" lIns="76200" tIns="76200" rIns="76200" bIns="76200" anchor="ctr"/>
          <a:lstStyle xmlns:a="http://schemas.openxmlformats.org/drawingml/2006/main">
            <a:defPPr algn="ctr">
              <a:defRPr sz="1125" b="1">
                <a:solidFill>
                  <a:srgbClr val="FFFFFF"/>
                </a:solidFill>
              </a:defRPr>
            </a:defPPr>
            <a:lvl1pPr algn="ctr">
              <a:buNone/>
              <a:defRPr sz="1125" b="1">
                <a:solidFill>
                  <a:srgbClr val="FFFFFF"/>
                </a:solidFill>
              </a:defRPr>
            </a:lvl1pPr>
            <a:lvl2pPr algn="ctr">
              <a:buNone/>
              <a:defRPr sz="1125" b="1">
                <a:solidFill>
                  <a:srgbClr val="FFFFFF"/>
                </a:solidFill>
              </a:defRPr>
            </a:lvl2pPr>
            <a:lvl3pPr algn="ctr">
              <a:buNone/>
              <a:defRPr sz="1125" b="1">
                <a:solidFill>
                  <a:srgbClr val="FFFFFF"/>
                </a:solidFill>
              </a:defRPr>
            </a:lvl3pPr>
            <a:lvl4pPr algn="ctr">
              <a:buNone/>
              <a:defRPr sz="1125" b="1">
                <a:solidFill>
                  <a:srgbClr val="FFFFFF"/>
                </a:solidFill>
              </a:defRPr>
            </a:lvl4pPr>
            <a:lvl5pPr algn="ctr">
              <a:buNone/>
              <a:defRPr sz="1125" b="1">
                <a:solidFill>
                  <a:srgbClr val="FFFFFF"/>
                </a:solidFill>
              </a:defRPr>
            </a:lvl5pPr>
            <a:lvl6pPr algn="ctr">
              <a:buNone/>
              <a:defRPr sz="1125" b="1">
                <a:solidFill>
                  <a:srgbClr val="FFFFFF"/>
                </a:solidFill>
              </a:defRPr>
            </a:lvl6pPr>
            <a:lvl7pPr algn="ctr">
              <a:buNone/>
              <a:defRPr sz="1125" b="1">
                <a:solidFill>
                  <a:srgbClr val="FFFFFF"/>
                </a:solidFill>
              </a:defRPr>
            </a:lvl7pPr>
            <a:lvl8pPr algn="ctr">
              <a:buNone/>
              <a:defRPr sz="1125" b="1">
                <a:solidFill>
                  <a:srgbClr val="FFFFFF"/>
                </a:solidFill>
              </a:defRPr>
            </a:lvl8pPr>
            <a:lvl9pPr algn="ctr">
              <a:buNone/>
              <a:defRPr sz="1125" b="1">
                <a:solidFill>
                  <a:srgbClr val="FFFFFF"/>
                </a:solidFill>
              </a:defRPr>
            </a:lvl9pPr>
          </a:lstStyle>
          <a:p xmlns:a="http://schemas.openxmlformats.org/drawingml/2006/main">
            <a:pPr algn="ctr">
              <a:buNone/>
              <a:defRPr sz="1125" b="1">
                <a:solidFill>
                  <a:srgbClr val="FFFFFF"/>
                </a:solidFill>
              </a:defRPr>
            </a:pPr>
            <a:r>
              <a:rPr sz="1125" b="1">
                <a:solidFill>
                  <a:srgbClr val="FFFFFF"/>
                </a:solidFill>
              </a:rPr>
              <a:t>DoclingDocument</a:t>
            </a:r>
          </a:p>
        </p:txBody>
      </p:sp>
      <p:sp>
        <p:nvSpPr>
          <p:cNvPr id="37" name="flow-line-0">
            <a:extLst xmlns:a="http://schemas.openxmlformats.org/drawingml/2006/main">
              <a:ext uri="{FF2B5EF4-FFF2-40B4-BE49-F238E27FC236}">
                <a16:creationId xmlns:a16="http://schemas.microsoft.com/office/drawing/2014/main" id="{D19E3DCD-0AFA-47CD-80AD-B72B6A646F34}"/>
              </a:ext>
            </a:extLst>
          </p:cNvPr>
          <p:cNvSpPr>
            <a:spLocks xmlns:a="http://schemas.openxmlformats.org/drawingml/2006/main" noGrp="1"/>
          </p:cNvSpPr>
          <p:nvPr/>
        </p:nvSpPr>
        <p:spPr>
          <a:xfrm xmlns:a="http://schemas.openxmlformats.org/drawingml/2006/main">
            <a:off x="2247900" y="5429250"/>
            <a:ext cx="22860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38" name="flow-arrow-0">
            <a:extLst xmlns:a="http://schemas.openxmlformats.org/drawingml/2006/main">
              <a:ext uri="{FF2B5EF4-FFF2-40B4-BE49-F238E27FC236}">
                <a16:creationId xmlns:a16="http://schemas.microsoft.com/office/drawing/2014/main" id="{F91210CC-A99B-4F55-AA0D-DD3F78FE82C2}"/>
              </a:ext>
            </a:extLst>
          </p:cNvPr>
          <p:cNvSpPr>
            <a:spLocks xmlns:a="http://schemas.openxmlformats.org/drawingml/2006/main" noGrp="1"/>
          </p:cNvSpPr>
          <p:nvPr/>
        </p:nvSpPr>
        <p:spPr>
          <a:xfrm xmlns:a="http://schemas.openxmlformats.org/drawingml/2006/main">
            <a:off x="2409825" y="5372100"/>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39" name="flow-1">
            <a:extLst xmlns:a="http://schemas.openxmlformats.org/drawingml/2006/main">
              <a:ext uri="{FF2B5EF4-FFF2-40B4-BE49-F238E27FC236}">
                <a16:creationId xmlns:a16="http://schemas.microsoft.com/office/drawing/2014/main" id="{1B59C26A-F02C-4567-91C8-FE7834682ABD}"/>
              </a:ext>
            </a:extLst>
          </p:cNvPr>
          <p:cNvSpPr>
            <a:spLocks xmlns:a="http://schemas.openxmlformats.org/drawingml/2006/main" noGrp="1"/>
          </p:cNvSpPr>
          <p:nvPr/>
        </p:nvSpPr>
        <p:spPr>
          <a:xfrm xmlns:a="http://schemas.openxmlformats.org/drawingml/2006/main">
            <a:off x="2552700" y="5143500"/>
            <a:ext cx="2038350" cy="571500"/>
          </a:xfrm>
          <a:prstGeom xmlns:a="http://schemas.openxmlformats.org/drawingml/2006/main" prst="roundRect">
            <a:avLst>
              <a:gd name="adj" fmla="val 13333"/>
            </a:avLst>
          </a:prstGeom>
          <a:solidFill xmlns:a="http://schemas.openxmlformats.org/drawingml/2006/main">
            <a:srgbClr val="E8F3F2"/>
          </a:solidFill>
          <a:ln xmlns:a="http://schemas.openxmlformats.org/drawingml/2006/main" w="9525">
            <a:solidFill>
              <a:srgbClr val="AFC3C8"/>
            </a:solidFill>
            <a:prstDash val="solid"/>
          </a:ln>
        </p:spPr>
        <p:txBody>
          <a:bodyPr xmlns:a="http://schemas.openxmlformats.org/drawingml/2006/main" lIns="76200" tIns="76200" rIns="76200" bIns="76200" anchor="ctr"/>
          <a:lstStyle xmlns:a="http://schemas.openxmlformats.org/drawingml/2006/main">
            <a:defPPr algn="ctr">
              <a:defRPr sz="975" b="1">
                <a:solidFill>
                  <a:srgbClr val="102B35"/>
                </a:solidFill>
              </a:defRPr>
            </a:defPPr>
            <a:lvl1pPr algn="ctr">
              <a:buNone/>
              <a:defRPr sz="975" b="1">
                <a:solidFill>
                  <a:srgbClr val="102B35"/>
                </a:solidFill>
              </a:defRPr>
            </a:lvl1pPr>
            <a:lvl2pPr algn="ctr">
              <a:buNone/>
              <a:defRPr sz="975" b="1">
                <a:solidFill>
                  <a:srgbClr val="102B35"/>
                </a:solidFill>
              </a:defRPr>
            </a:lvl2pPr>
            <a:lvl3pPr algn="ctr">
              <a:buNone/>
              <a:defRPr sz="975" b="1">
                <a:solidFill>
                  <a:srgbClr val="102B35"/>
                </a:solidFill>
              </a:defRPr>
            </a:lvl3pPr>
            <a:lvl4pPr algn="ctr">
              <a:buNone/>
              <a:defRPr sz="975" b="1">
                <a:solidFill>
                  <a:srgbClr val="102B35"/>
                </a:solidFill>
              </a:defRPr>
            </a:lvl4pPr>
            <a:lvl5pPr algn="ctr">
              <a:buNone/>
              <a:defRPr sz="975" b="1">
                <a:solidFill>
                  <a:srgbClr val="102B35"/>
                </a:solidFill>
              </a:defRPr>
            </a:lvl5pPr>
            <a:lvl6pPr algn="ctr">
              <a:buNone/>
              <a:defRPr sz="975" b="1">
                <a:solidFill>
                  <a:srgbClr val="102B35"/>
                </a:solidFill>
              </a:defRPr>
            </a:lvl6pPr>
            <a:lvl7pPr algn="ctr">
              <a:buNone/>
              <a:defRPr sz="975" b="1">
                <a:solidFill>
                  <a:srgbClr val="102B35"/>
                </a:solidFill>
              </a:defRPr>
            </a:lvl7pPr>
            <a:lvl8pPr algn="ctr">
              <a:buNone/>
              <a:defRPr sz="975" b="1">
                <a:solidFill>
                  <a:srgbClr val="102B35"/>
                </a:solidFill>
              </a:defRPr>
            </a:lvl8pPr>
            <a:lvl9pPr algn="ctr">
              <a:buNone/>
              <a:defRPr sz="975" b="1">
                <a:solidFill>
                  <a:srgbClr val="102B35"/>
                </a:solidFill>
              </a:defRPr>
            </a:lvl9pPr>
          </a:lstStyle>
          <a:p xmlns:a="http://schemas.openxmlformats.org/drawingml/2006/main">
            <a:pPr algn="ctr">
              <a:buNone/>
              <a:defRPr sz="975" b="1">
                <a:solidFill>
                  <a:srgbClr val="102B35"/>
                </a:solidFill>
              </a:defRPr>
            </a:pPr>
            <a:r>
              <a:rPr sz="975" b="1">
                <a:solidFill>
                  <a:srgbClr val="102B35"/>
                </a:solidFill>
              </a:rPr>
              <a:t>Typed parents</a:t>
            </a:r>
          </a:p>
          <a:p xmlns:a="http://schemas.openxmlformats.org/drawingml/2006/main">
            <a:pPr algn="ctr">
              <a:buNone/>
              <a:defRPr sz="975" b="1">
                <a:solidFill>
                  <a:srgbClr val="102B35"/>
                </a:solidFill>
              </a:defRPr>
            </a:pPr>
            <a:r>
              <a:rPr sz="975" b="1">
                <a:solidFill>
                  <a:srgbClr val="102B35"/>
                </a:solidFill>
              </a:rPr>
              <a:t>section  table  figure  list</a:t>
            </a:r>
          </a:p>
        </p:txBody>
      </p:sp>
      <p:sp>
        <p:nvSpPr>
          <p:cNvPr id="40" name="flow-line-1">
            <a:extLst xmlns:a="http://schemas.openxmlformats.org/drawingml/2006/main">
              <a:ext uri="{FF2B5EF4-FFF2-40B4-BE49-F238E27FC236}">
                <a16:creationId xmlns:a16="http://schemas.microsoft.com/office/drawing/2014/main" id="{0EDDF153-686E-489A-B5ED-FAF511837C82}"/>
              </a:ext>
            </a:extLst>
          </p:cNvPr>
          <p:cNvSpPr>
            <a:spLocks xmlns:a="http://schemas.openxmlformats.org/drawingml/2006/main" noGrp="1"/>
          </p:cNvSpPr>
          <p:nvPr/>
        </p:nvSpPr>
        <p:spPr>
          <a:xfrm xmlns:a="http://schemas.openxmlformats.org/drawingml/2006/main">
            <a:off x="4591050" y="5429250"/>
            <a:ext cx="22860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41" name="flow-arrow-1">
            <a:extLst xmlns:a="http://schemas.openxmlformats.org/drawingml/2006/main">
              <a:ext uri="{FF2B5EF4-FFF2-40B4-BE49-F238E27FC236}">
                <a16:creationId xmlns:a16="http://schemas.microsoft.com/office/drawing/2014/main" id="{FBCAD7DB-250C-4026-9EF3-DC7D15E0E7E0}"/>
              </a:ext>
            </a:extLst>
          </p:cNvPr>
          <p:cNvSpPr>
            <a:spLocks xmlns:a="http://schemas.openxmlformats.org/drawingml/2006/main" noGrp="1"/>
          </p:cNvSpPr>
          <p:nvPr/>
        </p:nvSpPr>
        <p:spPr>
          <a:xfrm xmlns:a="http://schemas.openxmlformats.org/drawingml/2006/main">
            <a:off x="4752975" y="5372100"/>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42" name="flow-2">
            <a:extLst xmlns:a="http://schemas.openxmlformats.org/drawingml/2006/main">
              <a:ext uri="{FF2B5EF4-FFF2-40B4-BE49-F238E27FC236}">
                <a16:creationId xmlns:a16="http://schemas.microsoft.com/office/drawing/2014/main" id="{E42754B7-D69A-4A56-8371-D816E7AC69F1}"/>
              </a:ext>
            </a:extLst>
          </p:cNvPr>
          <p:cNvSpPr>
            <a:spLocks xmlns:a="http://schemas.openxmlformats.org/drawingml/2006/main" noGrp="1"/>
          </p:cNvSpPr>
          <p:nvPr/>
        </p:nvSpPr>
        <p:spPr>
          <a:xfrm xmlns:a="http://schemas.openxmlformats.org/drawingml/2006/main">
            <a:off x="4895850" y="5143500"/>
            <a:ext cx="2114550" cy="571500"/>
          </a:xfrm>
          <a:prstGeom xmlns:a="http://schemas.openxmlformats.org/drawingml/2006/main" prst="roundRect">
            <a:avLst>
              <a:gd name="adj" fmla="val 13333"/>
            </a:avLst>
          </a:prstGeom>
          <a:solidFill xmlns:a="http://schemas.openxmlformats.org/drawingml/2006/main">
            <a:srgbClr val="E8F3F2"/>
          </a:solidFill>
          <a:ln xmlns:a="http://schemas.openxmlformats.org/drawingml/2006/main" w="9525">
            <a:solidFill>
              <a:srgbClr val="AFC3C8"/>
            </a:solidFill>
            <a:prstDash val="solid"/>
          </a:ln>
        </p:spPr>
        <p:txBody>
          <a:bodyPr xmlns:a="http://schemas.openxmlformats.org/drawingml/2006/main" lIns="76200" tIns="76200" rIns="76200" bIns="76200" anchor="ctr"/>
          <a:lstStyle xmlns:a="http://schemas.openxmlformats.org/drawingml/2006/main">
            <a:defPPr algn="ctr">
              <a:defRPr sz="975" b="1">
                <a:solidFill>
                  <a:srgbClr val="102B35"/>
                </a:solidFill>
              </a:defRPr>
            </a:defPPr>
            <a:lvl1pPr algn="ctr">
              <a:buNone/>
              <a:defRPr sz="975" b="1">
                <a:solidFill>
                  <a:srgbClr val="102B35"/>
                </a:solidFill>
              </a:defRPr>
            </a:lvl1pPr>
            <a:lvl2pPr algn="ctr">
              <a:buNone/>
              <a:defRPr sz="975" b="1">
                <a:solidFill>
                  <a:srgbClr val="102B35"/>
                </a:solidFill>
              </a:defRPr>
            </a:lvl2pPr>
            <a:lvl3pPr algn="ctr">
              <a:buNone/>
              <a:defRPr sz="975" b="1">
                <a:solidFill>
                  <a:srgbClr val="102B35"/>
                </a:solidFill>
              </a:defRPr>
            </a:lvl3pPr>
            <a:lvl4pPr algn="ctr">
              <a:buNone/>
              <a:defRPr sz="975" b="1">
                <a:solidFill>
                  <a:srgbClr val="102B35"/>
                </a:solidFill>
              </a:defRPr>
            </a:lvl4pPr>
            <a:lvl5pPr algn="ctr">
              <a:buNone/>
              <a:defRPr sz="975" b="1">
                <a:solidFill>
                  <a:srgbClr val="102B35"/>
                </a:solidFill>
              </a:defRPr>
            </a:lvl5pPr>
            <a:lvl6pPr algn="ctr">
              <a:buNone/>
              <a:defRPr sz="975" b="1">
                <a:solidFill>
                  <a:srgbClr val="102B35"/>
                </a:solidFill>
              </a:defRPr>
            </a:lvl6pPr>
            <a:lvl7pPr algn="ctr">
              <a:buNone/>
              <a:defRPr sz="975" b="1">
                <a:solidFill>
                  <a:srgbClr val="102B35"/>
                </a:solidFill>
              </a:defRPr>
            </a:lvl7pPr>
            <a:lvl8pPr algn="ctr">
              <a:buNone/>
              <a:defRPr sz="975" b="1">
                <a:solidFill>
                  <a:srgbClr val="102B35"/>
                </a:solidFill>
              </a:defRPr>
            </a:lvl8pPr>
            <a:lvl9pPr algn="ctr">
              <a:buNone/>
              <a:defRPr sz="975" b="1">
                <a:solidFill>
                  <a:srgbClr val="102B35"/>
                </a:solidFill>
              </a:defRPr>
            </a:lvl9pPr>
          </a:lstStyle>
          <a:p xmlns:a="http://schemas.openxmlformats.org/drawingml/2006/main">
            <a:pPr algn="ctr">
              <a:buNone/>
              <a:defRPr sz="975" b="1">
                <a:solidFill>
                  <a:srgbClr val="102B35"/>
                </a:solidFill>
              </a:defRPr>
            </a:pPr>
            <a:r>
              <a:rPr sz="975" b="1">
                <a:solidFill>
                  <a:srgbClr val="102B35"/>
                </a:solidFill>
              </a:rPr>
              <a:t>Searchable children</a:t>
            </a:r>
          </a:p>
          <a:p xmlns:a="http://schemas.openxmlformats.org/drawingml/2006/main">
            <a:pPr algn="ctr">
              <a:buNone/>
              <a:defRPr sz="975" b="1">
                <a:solidFill>
                  <a:srgbClr val="102B35"/>
                </a:solidFill>
              </a:defRPr>
            </a:pPr>
            <a:r>
              <a:rPr sz="975" b="1">
                <a:solidFill>
                  <a:srgbClr val="102B35"/>
                </a:solidFill>
              </a:rPr>
              <a:t>text  row  caption  OCR</a:t>
            </a:r>
          </a:p>
        </p:txBody>
      </p:sp>
      <p:sp>
        <p:nvSpPr>
          <p:cNvPr id="43" name="flow-line-2">
            <a:extLst xmlns:a="http://schemas.openxmlformats.org/drawingml/2006/main">
              <a:ext uri="{FF2B5EF4-FFF2-40B4-BE49-F238E27FC236}">
                <a16:creationId xmlns:a16="http://schemas.microsoft.com/office/drawing/2014/main" id="{A9647460-E553-4F78-B2BA-A961E1E1CB92}"/>
              </a:ext>
            </a:extLst>
          </p:cNvPr>
          <p:cNvSpPr>
            <a:spLocks xmlns:a="http://schemas.openxmlformats.org/drawingml/2006/main" noGrp="1"/>
          </p:cNvSpPr>
          <p:nvPr/>
        </p:nvSpPr>
        <p:spPr>
          <a:xfrm xmlns:a="http://schemas.openxmlformats.org/drawingml/2006/main">
            <a:off x="7010400" y="5429250"/>
            <a:ext cx="22860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44" name="flow-arrow-2">
            <a:extLst xmlns:a="http://schemas.openxmlformats.org/drawingml/2006/main">
              <a:ext uri="{FF2B5EF4-FFF2-40B4-BE49-F238E27FC236}">
                <a16:creationId xmlns:a16="http://schemas.microsoft.com/office/drawing/2014/main" id="{DB7594A8-A380-4296-89B8-FEC2CCA2D552}"/>
              </a:ext>
            </a:extLst>
          </p:cNvPr>
          <p:cNvSpPr>
            <a:spLocks xmlns:a="http://schemas.openxmlformats.org/drawingml/2006/main" noGrp="1"/>
          </p:cNvSpPr>
          <p:nvPr/>
        </p:nvSpPr>
        <p:spPr>
          <a:xfrm xmlns:a="http://schemas.openxmlformats.org/drawingml/2006/main">
            <a:off x="7172325" y="5372100"/>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45" name="flow-3">
            <a:extLst xmlns:a="http://schemas.openxmlformats.org/drawingml/2006/main">
              <a:ext uri="{FF2B5EF4-FFF2-40B4-BE49-F238E27FC236}">
                <a16:creationId xmlns:a16="http://schemas.microsoft.com/office/drawing/2014/main" id="{5F4FBD3A-BB41-4223-8A84-BA8459FE2486}"/>
              </a:ext>
            </a:extLst>
          </p:cNvPr>
          <p:cNvSpPr>
            <a:spLocks xmlns:a="http://schemas.openxmlformats.org/drawingml/2006/main" noGrp="1"/>
          </p:cNvSpPr>
          <p:nvPr/>
        </p:nvSpPr>
        <p:spPr>
          <a:xfrm xmlns:a="http://schemas.openxmlformats.org/drawingml/2006/main">
            <a:off x="7315200" y="5143500"/>
            <a:ext cx="1485900" cy="571500"/>
          </a:xfrm>
          <a:prstGeom xmlns:a="http://schemas.openxmlformats.org/drawingml/2006/main" prst="roundRect">
            <a:avLst>
              <a:gd name="adj" fmla="val 13333"/>
            </a:avLst>
          </a:prstGeom>
          <a:solidFill xmlns:a="http://schemas.openxmlformats.org/drawingml/2006/main">
            <a:srgbClr val="FFF3E7"/>
          </a:solidFill>
          <a:ln xmlns:a="http://schemas.openxmlformats.org/drawingml/2006/main" w="9525">
            <a:solidFill>
              <a:srgbClr val="AFC3C8"/>
            </a:solidFill>
            <a:prstDash val="solid"/>
          </a:ln>
        </p:spPr>
        <p:txBody>
          <a:bodyPr xmlns:a="http://schemas.openxmlformats.org/drawingml/2006/main" lIns="76200" tIns="76200" rIns="76200" bIns="76200" anchor="ctr"/>
          <a:lstStyle xmlns:a="http://schemas.openxmlformats.org/drawingml/2006/main">
            <a:defPPr algn="ctr">
              <a:defRPr sz="975" b="1">
                <a:solidFill>
                  <a:srgbClr val="8C4C13"/>
                </a:solidFill>
              </a:defRPr>
            </a:defPPr>
            <a:lvl1pPr algn="ctr">
              <a:buNone/>
              <a:defRPr sz="975" b="1">
                <a:solidFill>
                  <a:srgbClr val="8C4C13"/>
                </a:solidFill>
              </a:defRPr>
            </a:lvl1pPr>
            <a:lvl2pPr algn="ctr">
              <a:buNone/>
              <a:defRPr sz="975" b="1">
                <a:solidFill>
                  <a:srgbClr val="8C4C13"/>
                </a:solidFill>
              </a:defRPr>
            </a:lvl2pPr>
            <a:lvl3pPr algn="ctr">
              <a:buNone/>
              <a:defRPr sz="975" b="1">
                <a:solidFill>
                  <a:srgbClr val="8C4C13"/>
                </a:solidFill>
              </a:defRPr>
            </a:lvl3pPr>
            <a:lvl4pPr algn="ctr">
              <a:buNone/>
              <a:defRPr sz="975" b="1">
                <a:solidFill>
                  <a:srgbClr val="8C4C13"/>
                </a:solidFill>
              </a:defRPr>
            </a:lvl4pPr>
            <a:lvl5pPr algn="ctr">
              <a:buNone/>
              <a:defRPr sz="975" b="1">
                <a:solidFill>
                  <a:srgbClr val="8C4C13"/>
                </a:solidFill>
              </a:defRPr>
            </a:lvl5pPr>
            <a:lvl6pPr algn="ctr">
              <a:buNone/>
              <a:defRPr sz="975" b="1">
                <a:solidFill>
                  <a:srgbClr val="8C4C13"/>
                </a:solidFill>
              </a:defRPr>
            </a:lvl6pPr>
            <a:lvl7pPr algn="ctr">
              <a:buNone/>
              <a:defRPr sz="975" b="1">
                <a:solidFill>
                  <a:srgbClr val="8C4C13"/>
                </a:solidFill>
              </a:defRPr>
            </a:lvl7pPr>
            <a:lvl8pPr algn="ctr">
              <a:buNone/>
              <a:defRPr sz="975" b="1">
                <a:solidFill>
                  <a:srgbClr val="8C4C13"/>
                </a:solidFill>
              </a:defRPr>
            </a:lvl8pPr>
            <a:lvl9pPr algn="ctr">
              <a:buNone/>
              <a:defRPr sz="975" b="1">
                <a:solidFill>
                  <a:srgbClr val="8C4C13"/>
                </a:solidFill>
              </a:defRPr>
            </a:lvl9pPr>
          </a:lstStyle>
          <a:p xmlns:a="http://schemas.openxmlformats.org/drawingml/2006/main">
            <a:pPr algn="ctr">
              <a:buNone/>
              <a:defRPr sz="975" b="1">
                <a:solidFill>
                  <a:srgbClr val="8C4C13"/>
                </a:solidFill>
              </a:defRPr>
            </a:pPr>
            <a:r>
              <a:rPr sz="975" b="1">
                <a:solidFill>
                  <a:srgbClr val="8C4C13"/>
                </a:solidFill>
              </a:rPr>
              <a:t>Retrieve child</a:t>
            </a:r>
          </a:p>
        </p:txBody>
      </p:sp>
      <p:sp>
        <p:nvSpPr>
          <p:cNvPr id="46" name="flow-line-3">
            <a:extLst xmlns:a="http://schemas.openxmlformats.org/drawingml/2006/main">
              <a:ext uri="{FF2B5EF4-FFF2-40B4-BE49-F238E27FC236}">
                <a16:creationId xmlns:a16="http://schemas.microsoft.com/office/drawing/2014/main" id="{009C9073-9511-4C70-A3F0-350A47B77EAF}"/>
              </a:ext>
            </a:extLst>
          </p:cNvPr>
          <p:cNvSpPr>
            <a:spLocks xmlns:a="http://schemas.openxmlformats.org/drawingml/2006/main" noGrp="1"/>
          </p:cNvSpPr>
          <p:nvPr/>
        </p:nvSpPr>
        <p:spPr>
          <a:xfrm xmlns:a="http://schemas.openxmlformats.org/drawingml/2006/main">
            <a:off x="8801100" y="5429250"/>
            <a:ext cx="22860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47" name="flow-arrow-3">
            <a:extLst xmlns:a="http://schemas.openxmlformats.org/drawingml/2006/main">
              <a:ext uri="{FF2B5EF4-FFF2-40B4-BE49-F238E27FC236}">
                <a16:creationId xmlns:a16="http://schemas.microsoft.com/office/drawing/2014/main" id="{E2A379C7-E142-491B-A17C-D0AD1A7968C8}"/>
              </a:ext>
            </a:extLst>
          </p:cNvPr>
          <p:cNvSpPr>
            <a:spLocks xmlns:a="http://schemas.openxmlformats.org/drawingml/2006/main" noGrp="1"/>
          </p:cNvSpPr>
          <p:nvPr/>
        </p:nvSpPr>
        <p:spPr>
          <a:xfrm xmlns:a="http://schemas.openxmlformats.org/drawingml/2006/main">
            <a:off x="8963025" y="5372100"/>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48" name="flow-4">
            <a:extLst xmlns:a="http://schemas.openxmlformats.org/drawingml/2006/main">
              <a:ext uri="{FF2B5EF4-FFF2-40B4-BE49-F238E27FC236}">
                <a16:creationId xmlns:a16="http://schemas.microsoft.com/office/drawing/2014/main" id="{12DB7CBF-D53E-4CE2-BBD1-76B11F71E742}"/>
              </a:ext>
            </a:extLst>
          </p:cNvPr>
          <p:cNvSpPr>
            <a:spLocks xmlns:a="http://schemas.openxmlformats.org/drawingml/2006/main" noGrp="1"/>
          </p:cNvSpPr>
          <p:nvPr/>
        </p:nvSpPr>
        <p:spPr>
          <a:xfrm xmlns:a="http://schemas.openxmlformats.org/drawingml/2006/main">
            <a:off x="9105900" y="5143500"/>
            <a:ext cx="1885950" cy="571500"/>
          </a:xfrm>
          <a:prstGeom xmlns:a="http://schemas.openxmlformats.org/drawingml/2006/main" prst="roundRect">
            <a:avLst>
              <a:gd name="adj" fmla="val 13333"/>
            </a:avLst>
          </a:prstGeom>
          <a:solidFill xmlns:a="http://schemas.openxmlformats.org/drawingml/2006/main">
            <a:srgbClr val="EAF7F1"/>
          </a:solidFill>
          <a:ln xmlns:a="http://schemas.openxmlformats.org/drawingml/2006/main" w="9525">
            <a:solidFill>
              <a:srgbClr val="AFC3C8"/>
            </a:solidFill>
            <a:prstDash val="solid"/>
          </a:ln>
        </p:spPr>
        <p:txBody>
          <a:bodyPr xmlns:a="http://schemas.openxmlformats.org/drawingml/2006/main" lIns="76200" tIns="76200" rIns="76200" bIns="76200" anchor="ctr"/>
          <a:lstStyle xmlns:a="http://schemas.openxmlformats.org/drawingml/2006/main">
            <a:defPPr algn="ctr">
              <a:defRPr sz="975" b="1">
                <a:solidFill>
                  <a:srgbClr val="116D60"/>
                </a:solidFill>
              </a:defRPr>
            </a:defPPr>
            <a:lvl1pPr algn="ctr">
              <a:buNone/>
              <a:defRPr sz="975" b="1">
                <a:solidFill>
                  <a:srgbClr val="116D60"/>
                </a:solidFill>
              </a:defRPr>
            </a:lvl1pPr>
            <a:lvl2pPr algn="ctr">
              <a:buNone/>
              <a:defRPr sz="975" b="1">
                <a:solidFill>
                  <a:srgbClr val="116D60"/>
                </a:solidFill>
              </a:defRPr>
            </a:lvl2pPr>
            <a:lvl3pPr algn="ctr">
              <a:buNone/>
              <a:defRPr sz="975" b="1">
                <a:solidFill>
                  <a:srgbClr val="116D60"/>
                </a:solidFill>
              </a:defRPr>
            </a:lvl3pPr>
            <a:lvl4pPr algn="ctr">
              <a:buNone/>
              <a:defRPr sz="975" b="1">
                <a:solidFill>
                  <a:srgbClr val="116D60"/>
                </a:solidFill>
              </a:defRPr>
            </a:lvl4pPr>
            <a:lvl5pPr algn="ctr">
              <a:buNone/>
              <a:defRPr sz="975" b="1">
                <a:solidFill>
                  <a:srgbClr val="116D60"/>
                </a:solidFill>
              </a:defRPr>
            </a:lvl5pPr>
            <a:lvl6pPr algn="ctr">
              <a:buNone/>
              <a:defRPr sz="975" b="1">
                <a:solidFill>
                  <a:srgbClr val="116D60"/>
                </a:solidFill>
              </a:defRPr>
            </a:lvl6pPr>
            <a:lvl7pPr algn="ctr">
              <a:buNone/>
              <a:defRPr sz="975" b="1">
                <a:solidFill>
                  <a:srgbClr val="116D60"/>
                </a:solidFill>
              </a:defRPr>
            </a:lvl7pPr>
            <a:lvl8pPr algn="ctr">
              <a:buNone/>
              <a:defRPr sz="975" b="1">
                <a:solidFill>
                  <a:srgbClr val="116D60"/>
                </a:solidFill>
              </a:defRPr>
            </a:lvl8pPr>
            <a:lvl9pPr algn="ctr">
              <a:buNone/>
              <a:defRPr sz="975" b="1">
                <a:solidFill>
                  <a:srgbClr val="116D60"/>
                </a:solidFill>
              </a:defRPr>
            </a:lvl9pPr>
          </a:lstStyle>
          <a:p xmlns:a="http://schemas.openxmlformats.org/drawingml/2006/main">
            <a:pPr algn="ctr">
              <a:buNone/>
              <a:defRPr sz="975" b="1">
                <a:solidFill>
                  <a:srgbClr val="116D60"/>
                </a:solidFill>
              </a:defRPr>
            </a:pPr>
            <a:r>
              <a:rPr sz="975" b="1">
                <a:solidFill>
                  <a:srgbClr val="116D60"/>
                </a:solidFill>
              </a:rPr>
              <a:t>Expand by parent type</a:t>
            </a:r>
          </a:p>
        </p:txBody>
      </p:sp>
      <p:sp>
        <p:nvSpPr>
          <p:cNvPr id="49" name="role-note">
            <a:extLst xmlns:a="http://schemas.openxmlformats.org/drawingml/2006/main">
              <a:ext uri="{FF2B5EF4-FFF2-40B4-BE49-F238E27FC236}">
                <a16:creationId xmlns:a16="http://schemas.microsoft.com/office/drawing/2014/main" id="{CB390DD8-C069-4CDA-A1DF-5774AFE5F6B4}"/>
              </a:ext>
            </a:extLst>
          </p:cNvPr>
          <p:cNvSpPr>
            <a:spLocks xmlns:a="http://schemas.openxmlformats.org/drawingml/2006/main" noGrp="1"/>
          </p:cNvSpPr>
          <p:nvPr/>
        </p:nvSpPr>
        <p:spPr>
          <a:xfrm xmlns:a="http://schemas.openxmlformats.org/drawingml/2006/main">
            <a:off x="590550" y="5943600"/>
            <a:ext cx="10801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102B35"/>
                </a:solidFill>
              </a:defRPr>
            </a:defPPr>
            <a:lvl1pPr>
              <a:buNone/>
              <a:defRPr sz="975" b="1">
                <a:solidFill>
                  <a:srgbClr val="102B35"/>
                </a:solidFill>
              </a:defRPr>
            </a:lvl1pPr>
            <a:lvl2pPr>
              <a:buNone/>
              <a:defRPr sz="975" b="1">
                <a:solidFill>
                  <a:srgbClr val="102B35"/>
                </a:solidFill>
              </a:defRPr>
            </a:lvl2pPr>
            <a:lvl3pPr>
              <a:buNone/>
              <a:defRPr sz="975" b="1">
                <a:solidFill>
                  <a:srgbClr val="102B35"/>
                </a:solidFill>
              </a:defRPr>
            </a:lvl3pPr>
            <a:lvl4pPr>
              <a:buNone/>
              <a:defRPr sz="975" b="1">
                <a:solidFill>
                  <a:srgbClr val="102B35"/>
                </a:solidFill>
              </a:defRPr>
            </a:lvl4pPr>
            <a:lvl5pPr>
              <a:buNone/>
              <a:defRPr sz="975" b="1">
                <a:solidFill>
                  <a:srgbClr val="102B35"/>
                </a:solidFill>
              </a:defRPr>
            </a:lvl5pPr>
            <a:lvl6pPr>
              <a:buNone/>
              <a:defRPr sz="975" b="1">
                <a:solidFill>
                  <a:srgbClr val="102B35"/>
                </a:solidFill>
              </a:defRPr>
            </a:lvl6pPr>
            <a:lvl7pPr>
              <a:buNone/>
              <a:defRPr sz="975" b="1">
                <a:solidFill>
                  <a:srgbClr val="102B35"/>
                </a:solidFill>
              </a:defRPr>
            </a:lvl7pPr>
            <a:lvl8pPr>
              <a:buNone/>
              <a:defRPr sz="975" b="1">
                <a:solidFill>
                  <a:srgbClr val="102B35"/>
                </a:solidFill>
              </a:defRPr>
            </a:lvl8pPr>
            <a:lvl9pPr>
              <a:buNone/>
              <a:defRPr sz="975" b="1">
                <a:solidFill>
                  <a:srgbClr val="102B35"/>
                </a:solidFill>
              </a:defRPr>
            </a:lvl9pPr>
          </a:lstStyle>
          <a:p xmlns:a="http://schemas.openxmlformats.org/drawingml/2006/main">
            <a:pPr>
              <a:buNone/>
              <a:defRPr sz="975" b="1">
                <a:solidFill>
                  <a:srgbClr val="102B35"/>
                </a:solidFill>
              </a:defRPr>
            </a:pPr>
            <a:r>
              <a:rPr sz="975" b="1">
                <a:solidFill>
                  <a:srgbClr val="102B35"/>
                </a:solidFill>
              </a:rPr>
              <a:t>Role in advanced_rag: keep ParentDocumentRetriever as the evaluation baseline and compatibility adapter. Use the typed Docling schema as the production data model.</a:t>
            </a:r>
          </a:p>
        </p:txBody>
      </p:sp>
    </p:spTree>
    <p:extLst>
      <p:ext uri="{BB962C8B-B14F-4D97-AF65-F5344CB8AC3E}">
        <p14:creationId xmlns:p14="http://schemas.microsoft.com/office/powerpoint/2010/main" val="14744539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title">
            <a:extLst xmlns:a="http://schemas.openxmlformats.org/drawingml/2006/main">
              <a:ext uri="{FF2B5EF4-FFF2-40B4-BE49-F238E27FC236}">
                <a16:creationId xmlns:a16="http://schemas.microsoft.com/office/drawing/2014/main" id="{A908343C-6AA9-43E7-B039-42023651A4EF}"/>
              </a:ext>
            </a:extLst>
          </p:cNvPr>
          <p:cNvSpPr>
            <a:spLocks xmlns:a="http://schemas.openxmlformats.org/drawingml/2006/main" noGrp="1"/>
          </p:cNvSpPr>
          <p:nvPr/>
        </p:nvSpPr>
        <p:spPr>
          <a:xfrm xmlns:a="http://schemas.openxmlformats.org/drawingml/2006/main">
            <a:off x="590550" y="381000"/>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RAG failures require stage-specific diagnosis</a:t>
            </a:r>
          </a:p>
        </p:txBody>
      </p:sp>
      <p:sp>
        <p:nvSpPr>
          <p:cNvPr id="2" name="subtitle">
            <a:extLst xmlns:a="http://schemas.openxmlformats.org/drawingml/2006/main">
              <a:ext uri="{FF2B5EF4-FFF2-40B4-BE49-F238E27FC236}">
                <a16:creationId xmlns:a16="http://schemas.microsoft.com/office/drawing/2014/main" id="{757FE8DD-287C-451D-8233-42D2165E69EF}"/>
              </a:ext>
            </a:extLst>
          </p:cNvPr>
          <p:cNvSpPr>
            <a:spLocks xmlns:a="http://schemas.openxmlformats.org/drawingml/2006/main" noGrp="1"/>
          </p:cNvSpPr>
          <p:nvPr/>
        </p:nvSpPr>
        <p:spPr>
          <a:xfrm xmlns:a="http://schemas.openxmlformats.org/drawingml/2006/main">
            <a:off x="590550" y="87630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A failed answer can originate before retrieval, while assembling context, during generation, or in the evaluation itself.</a:t>
            </a:r>
          </a:p>
        </p:txBody>
      </p:sp>
      <p:sp>
        <p:nvSpPr>
          <p:cNvPr id="3" name="1  RETRIEVAL-panel">
            <a:extLst xmlns:a="http://schemas.openxmlformats.org/drawingml/2006/main">
              <a:ext uri="{FF2B5EF4-FFF2-40B4-BE49-F238E27FC236}">
                <a16:creationId xmlns:a16="http://schemas.microsoft.com/office/drawing/2014/main" id="{885FEBDB-DEB6-4CD0-8162-6840EBBF22D4}"/>
              </a:ext>
            </a:extLst>
          </p:cNvPr>
          <p:cNvSpPr>
            <a:spLocks xmlns:a="http://schemas.openxmlformats.org/drawingml/2006/main" noGrp="1"/>
          </p:cNvSpPr>
          <p:nvPr/>
        </p:nvSpPr>
        <p:spPr>
          <a:xfrm xmlns:a="http://schemas.openxmlformats.org/drawingml/2006/main">
            <a:off x="590550" y="1524000"/>
            <a:ext cx="3219450" cy="2952750"/>
          </a:xfrm>
          <a:prstGeom xmlns:a="http://schemas.openxmlformats.org/drawingml/2006/main" prst="roundRect">
            <a:avLst>
              <a:gd name="adj" fmla="val 2581"/>
            </a:avLst>
          </a:prstGeom>
          <a:solidFill xmlns:a="http://schemas.openxmlformats.org/drawingml/2006/main">
            <a:srgbClr val="F1F6FC"/>
          </a:solidFill>
          <a:ln xmlns:a="http://schemas.openxmlformats.org/drawingml/2006/main" w="9525">
            <a:solidFill>
              <a:srgbClr val="B8CFE8"/>
            </a:solidFill>
            <a:prstDash val="solid"/>
          </a:ln>
        </p:spPr>
      </p:sp>
      <p:sp>
        <p:nvSpPr>
          <p:cNvPr id="4" name="1  RETRIEVAL-heading">
            <a:extLst xmlns:a="http://schemas.openxmlformats.org/drawingml/2006/main">
              <a:ext uri="{FF2B5EF4-FFF2-40B4-BE49-F238E27FC236}">
                <a16:creationId xmlns:a16="http://schemas.microsoft.com/office/drawing/2014/main" id="{1E3A4966-4C0D-40A9-BF7E-773A70190643}"/>
              </a:ext>
            </a:extLst>
          </p:cNvPr>
          <p:cNvSpPr>
            <a:spLocks xmlns:a="http://schemas.openxmlformats.org/drawingml/2006/main" noGrp="1"/>
          </p:cNvSpPr>
          <p:nvPr/>
        </p:nvSpPr>
        <p:spPr>
          <a:xfrm xmlns:a="http://schemas.openxmlformats.org/drawingml/2006/main">
            <a:off x="781050" y="1714500"/>
            <a:ext cx="2838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B6CB0"/>
                </a:solidFill>
              </a:defRPr>
            </a:defPPr>
            <a:lvl1pPr>
              <a:buNone/>
              <a:defRPr sz="1050" b="1">
                <a:solidFill>
                  <a:srgbClr val="2B6CB0"/>
                </a:solidFill>
              </a:defRPr>
            </a:lvl1pPr>
            <a:lvl2pPr>
              <a:buNone/>
              <a:defRPr sz="1050" b="1">
                <a:solidFill>
                  <a:srgbClr val="2B6CB0"/>
                </a:solidFill>
              </a:defRPr>
            </a:lvl2pPr>
            <a:lvl3pPr>
              <a:buNone/>
              <a:defRPr sz="1050" b="1">
                <a:solidFill>
                  <a:srgbClr val="2B6CB0"/>
                </a:solidFill>
              </a:defRPr>
            </a:lvl3pPr>
            <a:lvl4pPr>
              <a:buNone/>
              <a:defRPr sz="1050" b="1">
                <a:solidFill>
                  <a:srgbClr val="2B6CB0"/>
                </a:solidFill>
              </a:defRPr>
            </a:lvl4pPr>
            <a:lvl5pPr>
              <a:buNone/>
              <a:defRPr sz="1050" b="1">
                <a:solidFill>
                  <a:srgbClr val="2B6CB0"/>
                </a:solidFill>
              </a:defRPr>
            </a:lvl5pPr>
            <a:lvl6pPr>
              <a:buNone/>
              <a:defRPr sz="1050" b="1">
                <a:solidFill>
                  <a:srgbClr val="2B6CB0"/>
                </a:solidFill>
              </a:defRPr>
            </a:lvl6pPr>
            <a:lvl7pPr>
              <a:buNone/>
              <a:defRPr sz="1050" b="1">
                <a:solidFill>
                  <a:srgbClr val="2B6CB0"/>
                </a:solidFill>
              </a:defRPr>
            </a:lvl7pPr>
            <a:lvl8pPr>
              <a:buNone/>
              <a:defRPr sz="1050" b="1">
                <a:solidFill>
                  <a:srgbClr val="2B6CB0"/>
                </a:solidFill>
              </a:defRPr>
            </a:lvl8pPr>
            <a:lvl9pPr>
              <a:buNone/>
              <a:defRPr sz="1050" b="1">
                <a:solidFill>
                  <a:srgbClr val="2B6CB0"/>
                </a:solidFill>
              </a:defRPr>
            </a:lvl9pPr>
          </a:lstStyle>
          <a:p xmlns:a="http://schemas.openxmlformats.org/drawingml/2006/main">
            <a:pPr>
              <a:buNone/>
              <a:defRPr sz="1050" b="1">
                <a:solidFill>
                  <a:srgbClr val="2B6CB0"/>
                </a:solidFill>
              </a:defRPr>
            </a:pPr>
            <a:r>
              <a:rPr sz="1050" b="1">
                <a:solidFill>
                  <a:srgbClr val="2B6CB0"/>
                </a:solidFill>
              </a:rPr>
              <a:t>1  RETRIEVAL</a:t>
            </a:r>
          </a:p>
        </p:txBody>
      </p:sp>
      <p:sp>
        <p:nvSpPr>
          <p:cNvPr id="5" name="1  RETRIEVAL-question">
            <a:extLst xmlns:a="http://schemas.openxmlformats.org/drawingml/2006/main">
              <a:ext uri="{FF2B5EF4-FFF2-40B4-BE49-F238E27FC236}">
                <a16:creationId xmlns:a16="http://schemas.microsoft.com/office/drawing/2014/main" id="{DD4A6164-1B98-4399-A805-64D86AAA2EE4}"/>
              </a:ext>
            </a:extLst>
          </p:cNvPr>
          <p:cNvSpPr>
            <a:spLocks xmlns:a="http://schemas.openxmlformats.org/drawingml/2006/main" noGrp="1"/>
          </p:cNvSpPr>
          <p:nvPr/>
        </p:nvSpPr>
        <p:spPr>
          <a:xfrm xmlns:a="http://schemas.openxmlformats.org/drawingml/2006/main">
            <a:off x="781050" y="207645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02B35"/>
                </a:solidFill>
              </a:defRPr>
            </a:defPPr>
            <a:lvl1pPr>
              <a:buNone/>
              <a:defRPr sz="1275" b="1">
                <a:solidFill>
                  <a:srgbClr val="102B35"/>
                </a:solidFill>
              </a:defRPr>
            </a:lvl1pPr>
            <a:lvl2pPr>
              <a:buNone/>
              <a:defRPr sz="1275" b="1">
                <a:solidFill>
                  <a:srgbClr val="102B35"/>
                </a:solidFill>
              </a:defRPr>
            </a:lvl2pPr>
            <a:lvl3pPr>
              <a:buNone/>
              <a:defRPr sz="1275" b="1">
                <a:solidFill>
                  <a:srgbClr val="102B35"/>
                </a:solidFill>
              </a:defRPr>
            </a:lvl3pPr>
            <a:lvl4pPr>
              <a:buNone/>
              <a:defRPr sz="1275" b="1">
                <a:solidFill>
                  <a:srgbClr val="102B35"/>
                </a:solidFill>
              </a:defRPr>
            </a:lvl4pPr>
            <a:lvl5pPr>
              <a:buNone/>
              <a:defRPr sz="1275" b="1">
                <a:solidFill>
                  <a:srgbClr val="102B35"/>
                </a:solidFill>
              </a:defRPr>
            </a:lvl5pPr>
            <a:lvl6pPr>
              <a:buNone/>
              <a:defRPr sz="1275" b="1">
                <a:solidFill>
                  <a:srgbClr val="102B35"/>
                </a:solidFill>
              </a:defRPr>
            </a:lvl6pPr>
            <a:lvl7pPr>
              <a:buNone/>
              <a:defRPr sz="1275" b="1">
                <a:solidFill>
                  <a:srgbClr val="102B35"/>
                </a:solidFill>
              </a:defRPr>
            </a:lvl7pPr>
            <a:lvl8pPr>
              <a:buNone/>
              <a:defRPr sz="1275" b="1">
                <a:solidFill>
                  <a:srgbClr val="102B35"/>
                </a:solidFill>
              </a:defRPr>
            </a:lvl8pPr>
            <a:lvl9pPr>
              <a:buNone/>
              <a:defRPr sz="1275" b="1">
                <a:solidFill>
                  <a:srgbClr val="102B35"/>
                </a:solidFill>
              </a:defRPr>
            </a:lvl9pPr>
          </a:lstStyle>
          <a:p xmlns:a="http://schemas.openxmlformats.org/drawingml/2006/main">
            <a:pPr>
              <a:buNone/>
              <a:defRPr sz="1275" b="1">
                <a:solidFill>
                  <a:srgbClr val="102B35"/>
                </a:solidFill>
              </a:defRPr>
            </a:pPr>
            <a:r>
              <a:rPr sz="1275" b="1">
                <a:solidFill>
                  <a:srgbClr val="102B35"/>
                </a:solidFill>
              </a:rPr>
              <a:t>Did search return the required child and parent?</a:t>
            </a:r>
          </a:p>
        </p:txBody>
      </p:sp>
      <p:sp>
        <p:nvSpPr>
          <p:cNvPr id="6" name="1  RETRIEVAL-symptom-label">
            <a:extLst xmlns:a="http://schemas.openxmlformats.org/drawingml/2006/main">
              <a:ext uri="{FF2B5EF4-FFF2-40B4-BE49-F238E27FC236}">
                <a16:creationId xmlns:a16="http://schemas.microsoft.com/office/drawing/2014/main" id="{4D32D95F-7611-4F0E-AA30-AED250A6C19B}"/>
              </a:ext>
            </a:extLst>
          </p:cNvPr>
          <p:cNvSpPr>
            <a:spLocks xmlns:a="http://schemas.openxmlformats.org/drawingml/2006/main" noGrp="1"/>
          </p:cNvSpPr>
          <p:nvPr/>
        </p:nvSpPr>
        <p:spPr>
          <a:xfrm xmlns:a="http://schemas.openxmlformats.org/drawingml/2006/main">
            <a:off x="781050" y="26860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FAILURE SIGNALS</a:t>
            </a:r>
          </a:p>
        </p:txBody>
      </p:sp>
      <p:sp>
        <p:nvSpPr>
          <p:cNvPr id="7" name="1  RETRIEVAL-symptoms">
            <a:extLst xmlns:a="http://schemas.openxmlformats.org/drawingml/2006/main">
              <a:ext uri="{FF2B5EF4-FFF2-40B4-BE49-F238E27FC236}">
                <a16:creationId xmlns:a16="http://schemas.microsoft.com/office/drawing/2014/main" id="{9D8A521F-7A25-414B-B989-B56C7D867316}"/>
              </a:ext>
            </a:extLst>
          </p:cNvPr>
          <p:cNvSpPr>
            <a:spLocks xmlns:a="http://schemas.openxmlformats.org/drawingml/2006/main" noGrp="1"/>
          </p:cNvSpPr>
          <p:nvPr/>
        </p:nvSpPr>
        <p:spPr>
          <a:xfrm xmlns:a="http://schemas.openxmlformats.org/drawingml/2006/main">
            <a:off x="781050" y="2924175"/>
            <a:ext cx="2838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Wrong document or table</a:t>
            </a:r>
          </a:p>
          <a:p xmlns:a="http://schemas.openxmlformats.org/drawingml/2006/main">
            <a:pPr>
              <a:buNone/>
              <a:defRPr sz="975">
                <a:solidFill>
                  <a:srgbClr val="4D606A"/>
                </a:solidFill>
              </a:defRPr>
            </a:pPr>
            <a:r>
              <a:rPr sz="975">
                <a:solidFill>
                  <a:srgbClr val="4D606A"/>
                </a:solidFill>
              </a:rPr>
              <a:t>Missing required row</a:t>
            </a:r>
          </a:p>
          <a:p xmlns:a="http://schemas.openxmlformats.org/drawingml/2006/main">
            <a:pPr>
              <a:buNone/>
              <a:defRPr sz="975">
                <a:solidFill>
                  <a:srgbClr val="4D606A"/>
                </a:solidFill>
              </a:defRPr>
            </a:pPr>
            <a:r>
              <a:rPr sz="975">
                <a:solidFill>
                  <a:srgbClr val="4D606A"/>
                </a:solidFill>
              </a:rPr>
              <a:t>Expected parent below top-k</a:t>
            </a:r>
          </a:p>
        </p:txBody>
      </p:sp>
      <p:sp>
        <p:nvSpPr>
          <p:cNvPr id="8" name="1  RETRIEVAL-check-label">
            <a:extLst xmlns:a="http://schemas.openxmlformats.org/drawingml/2006/main">
              <a:ext uri="{FF2B5EF4-FFF2-40B4-BE49-F238E27FC236}">
                <a16:creationId xmlns:a16="http://schemas.microsoft.com/office/drawing/2014/main" id="{8FEC1371-8E8A-485A-9CE4-FA388BD07E58}"/>
              </a:ext>
            </a:extLst>
          </p:cNvPr>
          <p:cNvSpPr>
            <a:spLocks xmlns:a="http://schemas.openxmlformats.org/drawingml/2006/main" noGrp="1"/>
          </p:cNvSpPr>
          <p:nvPr/>
        </p:nvSpPr>
        <p:spPr>
          <a:xfrm xmlns:a="http://schemas.openxmlformats.org/drawingml/2006/main">
            <a:off x="781050" y="37147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VERIFY WITH</a:t>
            </a:r>
          </a:p>
        </p:txBody>
      </p:sp>
      <p:sp>
        <p:nvSpPr>
          <p:cNvPr id="9" name="1  RETRIEVAL-checks">
            <a:extLst xmlns:a="http://schemas.openxmlformats.org/drawingml/2006/main">
              <a:ext uri="{FF2B5EF4-FFF2-40B4-BE49-F238E27FC236}">
                <a16:creationId xmlns:a16="http://schemas.microsoft.com/office/drawing/2014/main" id="{4613A530-8E90-4F1D-876A-2F5077E883F0}"/>
              </a:ext>
            </a:extLst>
          </p:cNvPr>
          <p:cNvSpPr>
            <a:spLocks xmlns:a="http://schemas.openxmlformats.org/drawingml/2006/main" noGrp="1"/>
          </p:cNvSpPr>
          <p:nvPr/>
        </p:nvSpPr>
        <p:spPr>
          <a:xfrm xmlns:a="http://schemas.openxmlformats.org/drawingml/2006/main">
            <a:off x="781050" y="3952875"/>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b="1">
                <a:solidFill>
                  <a:srgbClr val="2B6CB0"/>
                </a:solidFill>
              </a:defRPr>
            </a:defPPr>
            <a:lvl1pPr>
              <a:buNone/>
              <a:defRPr sz="938" b="1">
                <a:solidFill>
                  <a:srgbClr val="2B6CB0"/>
                </a:solidFill>
              </a:defRPr>
            </a:lvl1pPr>
            <a:lvl2pPr>
              <a:buNone/>
              <a:defRPr sz="938" b="1">
                <a:solidFill>
                  <a:srgbClr val="2B6CB0"/>
                </a:solidFill>
              </a:defRPr>
            </a:lvl2pPr>
            <a:lvl3pPr>
              <a:buNone/>
              <a:defRPr sz="938" b="1">
                <a:solidFill>
                  <a:srgbClr val="2B6CB0"/>
                </a:solidFill>
              </a:defRPr>
            </a:lvl3pPr>
            <a:lvl4pPr>
              <a:buNone/>
              <a:defRPr sz="938" b="1">
                <a:solidFill>
                  <a:srgbClr val="2B6CB0"/>
                </a:solidFill>
              </a:defRPr>
            </a:lvl4pPr>
            <a:lvl5pPr>
              <a:buNone/>
              <a:defRPr sz="938" b="1">
                <a:solidFill>
                  <a:srgbClr val="2B6CB0"/>
                </a:solidFill>
              </a:defRPr>
            </a:lvl5pPr>
            <a:lvl6pPr>
              <a:buNone/>
              <a:defRPr sz="938" b="1">
                <a:solidFill>
                  <a:srgbClr val="2B6CB0"/>
                </a:solidFill>
              </a:defRPr>
            </a:lvl6pPr>
            <a:lvl7pPr>
              <a:buNone/>
              <a:defRPr sz="938" b="1">
                <a:solidFill>
                  <a:srgbClr val="2B6CB0"/>
                </a:solidFill>
              </a:defRPr>
            </a:lvl7pPr>
            <a:lvl8pPr>
              <a:buNone/>
              <a:defRPr sz="938" b="1">
                <a:solidFill>
                  <a:srgbClr val="2B6CB0"/>
                </a:solidFill>
              </a:defRPr>
            </a:lvl8pPr>
            <a:lvl9pPr>
              <a:buNone/>
              <a:defRPr sz="938" b="1">
                <a:solidFill>
                  <a:srgbClr val="2B6CB0"/>
                </a:solidFill>
              </a:defRPr>
            </a:lvl9pPr>
          </a:lstStyle>
          <a:p xmlns:a="http://schemas.openxmlformats.org/drawingml/2006/main">
            <a:pPr>
              <a:buNone/>
              <a:defRPr sz="938" b="1">
                <a:solidFill>
                  <a:srgbClr val="2B6CB0"/>
                </a:solidFill>
              </a:defRPr>
            </a:pPr>
            <a:r>
              <a:rPr sz="938" b="1">
                <a:solidFill>
                  <a:srgbClr val="2B6CB0"/>
                </a:solidFill>
              </a:rPr>
              <a:t>child hit@k</a:t>
            </a:r>
          </a:p>
          <a:p xmlns:a="http://schemas.openxmlformats.org/drawingml/2006/main">
            <a:pPr>
              <a:buNone/>
              <a:defRPr sz="938" b="1">
                <a:solidFill>
                  <a:srgbClr val="2B6CB0"/>
                </a:solidFill>
              </a:defRPr>
            </a:pPr>
            <a:r>
              <a:rPr sz="938" b="1">
                <a:solidFill>
                  <a:srgbClr val="2B6CB0"/>
                </a:solidFill>
              </a:rPr>
              <a:t>parent hit@k</a:t>
            </a:r>
          </a:p>
          <a:p xmlns:a="http://schemas.openxmlformats.org/drawingml/2006/main">
            <a:pPr>
              <a:buNone/>
              <a:defRPr sz="938" b="1">
                <a:solidFill>
                  <a:srgbClr val="2B6CB0"/>
                </a:solidFill>
              </a:defRPr>
            </a:pPr>
            <a:r>
              <a:rPr sz="938" b="1">
                <a:solidFill>
                  <a:srgbClr val="2B6CB0"/>
                </a:solidFill>
              </a:rPr>
              <a:t>BM25 and vector ranks</a:t>
            </a:r>
          </a:p>
        </p:txBody>
      </p:sp>
      <p:sp>
        <p:nvSpPr>
          <p:cNvPr id="10" name="2  AUGMENTATION-panel">
            <a:extLst xmlns:a="http://schemas.openxmlformats.org/drawingml/2006/main">
              <a:ext uri="{FF2B5EF4-FFF2-40B4-BE49-F238E27FC236}">
                <a16:creationId xmlns:a16="http://schemas.microsoft.com/office/drawing/2014/main" id="{81852431-1985-4CEF-9A64-455405F03491}"/>
              </a:ext>
            </a:extLst>
          </p:cNvPr>
          <p:cNvSpPr>
            <a:spLocks xmlns:a="http://schemas.openxmlformats.org/drawingml/2006/main" noGrp="1"/>
          </p:cNvSpPr>
          <p:nvPr/>
        </p:nvSpPr>
        <p:spPr>
          <a:xfrm xmlns:a="http://schemas.openxmlformats.org/drawingml/2006/main">
            <a:off x="4229100" y="1524000"/>
            <a:ext cx="3219450" cy="2952750"/>
          </a:xfrm>
          <a:prstGeom xmlns:a="http://schemas.openxmlformats.org/drawingml/2006/main" prst="roundRect">
            <a:avLst>
              <a:gd name="adj" fmla="val 2581"/>
            </a:avLst>
          </a:prstGeom>
          <a:solidFill xmlns:a="http://schemas.openxmlformats.org/drawingml/2006/main">
            <a:srgbClr val="FFF7ED"/>
          </a:solidFill>
          <a:ln xmlns:a="http://schemas.openxmlformats.org/drawingml/2006/main" w="9525">
            <a:solidFill>
              <a:srgbClr val="E9CFAC"/>
            </a:solidFill>
            <a:prstDash val="solid"/>
          </a:ln>
        </p:spPr>
      </p:sp>
      <p:sp>
        <p:nvSpPr>
          <p:cNvPr id="11" name="2  AUGMENTATION-heading">
            <a:extLst xmlns:a="http://schemas.openxmlformats.org/drawingml/2006/main">
              <a:ext uri="{FF2B5EF4-FFF2-40B4-BE49-F238E27FC236}">
                <a16:creationId xmlns:a16="http://schemas.microsoft.com/office/drawing/2014/main" id="{B5F638D9-2676-497B-A4E6-16F330B488D5}"/>
              </a:ext>
            </a:extLst>
          </p:cNvPr>
          <p:cNvSpPr>
            <a:spLocks xmlns:a="http://schemas.openxmlformats.org/drawingml/2006/main" noGrp="1"/>
          </p:cNvSpPr>
          <p:nvPr/>
        </p:nvSpPr>
        <p:spPr>
          <a:xfrm xmlns:a="http://schemas.openxmlformats.org/drawingml/2006/main">
            <a:off x="4419600" y="1714500"/>
            <a:ext cx="2838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B36B16"/>
                </a:solidFill>
              </a:defRPr>
            </a:defPPr>
            <a:lvl1pPr>
              <a:buNone/>
              <a:defRPr sz="1050" b="1">
                <a:solidFill>
                  <a:srgbClr val="B36B16"/>
                </a:solidFill>
              </a:defRPr>
            </a:lvl1pPr>
            <a:lvl2pPr>
              <a:buNone/>
              <a:defRPr sz="1050" b="1">
                <a:solidFill>
                  <a:srgbClr val="B36B16"/>
                </a:solidFill>
              </a:defRPr>
            </a:lvl2pPr>
            <a:lvl3pPr>
              <a:buNone/>
              <a:defRPr sz="1050" b="1">
                <a:solidFill>
                  <a:srgbClr val="B36B16"/>
                </a:solidFill>
              </a:defRPr>
            </a:lvl3pPr>
            <a:lvl4pPr>
              <a:buNone/>
              <a:defRPr sz="1050" b="1">
                <a:solidFill>
                  <a:srgbClr val="B36B16"/>
                </a:solidFill>
              </a:defRPr>
            </a:lvl4pPr>
            <a:lvl5pPr>
              <a:buNone/>
              <a:defRPr sz="1050" b="1">
                <a:solidFill>
                  <a:srgbClr val="B36B16"/>
                </a:solidFill>
              </a:defRPr>
            </a:lvl5pPr>
            <a:lvl6pPr>
              <a:buNone/>
              <a:defRPr sz="1050" b="1">
                <a:solidFill>
                  <a:srgbClr val="B36B16"/>
                </a:solidFill>
              </a:defRPr>
            </a:lvl6pPr>
            <a:lvl7pPr>
              <a:buNone/>
              <a:defRPr sz="1050" b="1">
                <a:solidFill>
                  <a:srgbClr val="B36B16"/>
                </a:solidFill>
              </a:defRPr>
            </a:lvl7pPr>
            <a:lvl8pPr>
              <a:buNone/>
              <a:defRPr sz="1050" b="1">
                <a:solidFill>
                  <a:srgbClr val="B36B16"/>
                </a:solidFill>
              </a:defRPr>
            </a:lvl8pPr>
            <a:lvl9pPr>
              <a:buNone/>
              <a:defRPr sz="1050" b="1">
                <a:solidFill>
                  <a:srgbClr val="B36B16"/>
                </a:solidFill>
              </a:defRPr>
            </a:lvl9pPr>
          </a:lstStyle>
          <a:p xmlns:a="http://schemas.openxmlformats.org/drawingml/2006/main">
            <a:pPr>
              <a:buNone/>
              <a:defRPr sz="1050" b="1">
                <a:solidFill>
                  <a:srgbClr val="B36B16"/>
                </a:solidFill>
              </a:defRPr>
            </a:pPr>
            <a:r>
              <a:rPr sz="1050" b="1">
                <a:solidFill>
                  <a:srgbClr val="B36B16"/>
                </a:solidFill>
              </a:rPr>
              <a:t>2  AUGMENTATION</a:t>
            </a:r>
          </a:p>
        </p:txBody>
      </p:sp>
      <p:sp>
        <p:nvSpPr>
          <p:cNvPr id="12" name="2  AUGMENTATION-question">
            <a:extLst xmlns:a="http://schemas.openxmlformats.org/drawingml/2006/main">
              <a:ext uri="{FF2B5EF4-FFF2-40B4-BE49-F238E27FC236}">
                <a16:creationId xmlns:a16="http://schemas.microsoft.com/office/drawing/2014/main" id="{5306A23B-923A-449B-90AE-ED71486B1CE5}"/>
              </a:ext>
            </a:extLst>
          </p:cNvPr>
          <p:cNvSpPr>
            <a:spLocks xmlns:a="http://schemas.openxmlformats.org/drawingml/2006/main" noGrp="1"/>
          </p:cNvSpPr>
          <p:nvPr/>
        </p:nvSpPr>
        <p:spPr>
          <a:xfrm xmlns:a="http://schemas.openxmlformats.org/drawingml/2006/main">
            <a:off x="4419600" y="207645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02B35"/>
                </a:solidFill>
              </a:defRPr>
            </a:defPPr>
            <a:lvl1pPr>
              <a:buNone/>
              <a:defRPr sz="1275" b="1">
                <a:solidFill>
                  <a:srgbClr val="102B35"/>
                </a:solidFill>
              </a:defRPr>
            </a:lvl1pPr>
            <a:lvl2pPr>
              <a:buNone/>
              <a:defRPr sz="1275" b="1">
                <a:solidFill>
                  <a:srgbClr val="102B35"/>
                </a:solidFill>
              </a:defRPr>
            </a:lvl2pPr>
            <a:lvl3pPr>
              <a:buNone/>
              <a:defRPr sz="1275" b="1">
                <a:solidFill>
                  <a:srgbClr val="102B35"/>
                </a:solidFill>
              </a:defRPr>
            </a:lvl3pPr>
            <a:lvl4pPr>
              <a:buNone/>
              <a:defRPr sz="1275" b="1">
                <a:solidFill>
                  <a:srgbClr val="102B35"/>
                </a:solidFill>
              </a:defRPr>
            </a:lvl4pPr>
            <a:lvl5pPr>
              <a:buNone/>
              <a:defRPr sz="1275" b="1">
                <a:solidFill>
                  <a:srgbClr val="102B35"/>
                </a:solidFill>
              </a:defRPr>
            </a:lvl5pPr>
            <a:lvl6pPr>
              <a:buNone/>
              <a:defRPr sz="1275" b="1">
                <a:solidFill>
                  <a:srgbClr val="102B35"/>
                </a:solidFill>
              </a:defRPr>
            </a:lvl6pPr>
            <a:lvl7pPr>
              <a:buNone/>
              <a:defRPr sz="1275" b="1">
                <a:solidFill>
                  <a:srgbClr val="102B35"/>
                </a:solidFill>
              </a:defRPr>
            </a:lvl7pPr>
            <a:lvl8pPr>
              <a:buNone/>
              <a:defRPr sz="1275" b="1">
                <a:solidFill>
                  <a:srgbClr val="102B35"/>
                </a:solidFill>
              </a:defRPr>
            </a:lvl8pPr>
            <a:lvl9pPr>
              <a:buNone/>
              <a:defRPr sz="1275" b="1">
                <a:solidFill>
                  <a:srgbClr val="102B35"/>
                </a:solidFill>
              </a:defRPr>
            </a:lvl9pPr>
          </a:lstStyle>
          <a:p xmlns:a="http://schemas.openxmlformats.org/drawingml/2006/main">
            <a:pPr>
              <a:buNone/>
              <a:defRPr sz="1275" b="1">
                <a:solidFill>
                  <a:srgbClr val="102B35"/>
                </a:solidFill>
              </a:defRPr>
            </a:pPr>
            <a:r>
              <a:rPr sz="1275" b="1">
                <a:solidFill>
                  <a:srgbClr val="102B35"/>
                </a:solidFill>
              </a:rPr>
              <a:t>Did context assembly preserve the required relationship?</a:t>
            </a:r>
          </a:p>
        </p:txBody>
      </p:sp>
      <p:sp>
        <p:nvSpPr>
          <p:cNvPr id="13" name="2  AUGMENTATION-symptom-label">
            <a:extLst xmlns:a="http://schemas.openxmlformats.org/drawingml/2006/main">
              <a:ext uri="{FF2B5EF4-FFF2-40B4-BE49-F238E27FC236}">
                <a16:creationId xmlns:a16="http://schemas.microsoft.com/office/drawing/2014/main" id="{62FAB13D-E4AF-4E28-A543-7F9C2E6D0109}"/>
              </a:ext>
            </a:extLst>
          </p:cNvPr>
          <p:cNvSpPr>
            <a:spLocks xmlns:a="http://schemas.openxmlformats.org/drawingml/2006/main" noGrp="1"/>
          </p:cNvSpPr>
          <p:nvPr/>
        </p:nvSpPr>
        <p:spPr>
          <a:xfrm xmlns:a="http://schemas.openxmlformats.org/drawingml/2006/main">
            <a:off x="4419600" y="26860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FAILURE SIGNALS</a:t>
            </a:r>
          </a:p>
        </p:txBody>
      </p:sp>
      <p:sp>
        <p:nvSpPr>
          <p:cNvPr id="14" name="2  AUGMENTATION-symptoms">
            <a:extLst xmlns:a="http://schemas.openxmlformats.org/drawingml/2006/main">
              <a:ext uri="{FF2B5EF4-FFF2-40B4-BE49-F238E27FC236}">
                <a16:creationId xmlns:a16="http://schemas.microsoft.com/office/drawing/2014/main" id="{0E19391E-71A2-4D3B-B996-CDF79848B67F}"/>
              </a:ext>
            </a:extLst>
          </p:cNvPr>
          <p:cNvSpPr>
            <a:spLocks xmlns:a="http://schemas.openxmlformats.org/drawingml/2006/main" noGrp="1"/>
          </p:cNvSpPr>
          <p:nvPr/>
        </p:nvSpPr>
        <p:spPr>
          <a:xfrm xmlns:a="http://schemas.openxmlformats.org/drawingml/2006/main">
            <a:off x="4419600" y="2924175"/>
            <a:ext cx="2838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Detached value and header</a:t>
            </a:r>
          </a:p>
          <a:p xmlns:a="http://schemas.openxmlformats.org/drawingml/2006/main">
            <a:pPr>
              <a:buNone/>
              <a:defRPr sz="975">
                <a:solidFill>
                  <a:srgbClr val="4D606A"/>
                </a:solidFill>
              </a:defRPr>
            </a:pPr>
            <a:r>
              <a:rPr sz="975">
                <a:solidFill>
                  <a:srgbClr val="4D606A"/>
                </a:solidFill>
              </a:rPr>
              <a:t>Required sibling omitted</a:t>
            </a:r>
          </a:p>
          <a:p xmlns:a="http://schemas.openxmlformats.org/drawingml/2006/main">
            <a:pPr>
              <a:buNone/>
              <a:defRPr sz="975">
                <a:solidFill>
                  <a:srgbClr val="4D606A"/>
                </a:solidFill>
              </a:defRPr>
            </a:pPr>
            <a:r>
              <a:rPr sz="975">
                <a:solidFill>
                  <a:srgbClr val="4D606A"/>
                </a:solidFill>
              </a:rPr>
              <a:t>Whole parent adds distractors</a:t>
            </a:r>
          </a:p>
        </p:txBody>
      </p:sp>
      <p:sp>
        <p:nvSpPr>
          <p:cNvPr id="15" name="2  AUGMENTATION-check-label">
            <a:extLst xmlns:a="http://schemas.openxmlformats.org/drawingml/2006/main">
              <a:ext uri="{FF2B5EF4-FFF2-40B4-BE49-F238E27FC236}">
                <a16:creationId xmlns:a16="http://schemas.microsoft.com/office/drawing/2014/main" id="{E79CA7D7-A210-4C63-9938-1CC5858AAAC1}"/>
              </a:ext>
            </a:extLst>
          </p:cNvPr>
          <p:cNvSpPr>
            <a:spLocks xmlns:a="http://schemas.openxmlformats.org/drawingml/2006/main" noGrp="1"/>
          </p:cNvSpPr>
          <p:nvPr/>
        </p:nvSpPr>
        <p:spPr>
          <a:xfrm xmlns:a="http://schemas.openxmlformats.org/drawingml/2006/main">
            <a:off x="4419600" y="37147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VERIFY WITH</a:t>
            </a:r>
          </a:p>
        </p:txBody>
      </p:sp>
      <p:sp>
        <p:nvSpPr>
          <p:cNvPr id="16" name="2  AUGMENTATION-checks">
            <a:extLst xmlns:a="http://schemas.openxmlformats.org/drawingml/2006/main">
              <a:ext uri="{FF2B5EF4-FFF2-40B4-BE49-F238E27FC236}">
                <a16:creationId xmlns:a16="http://schemas.microsoft.com/office/drawing/2014/main" id="{F1E517BB-4D5C-49AE-9992-CFC16CA57A95}"/>
              </a:ext>
            </a:extLst>
          </p:cNvPr>
          <p:cNvSpPr>
            <a:spLocks xmlns:a="http://schemas.openxmlformats.org/drawingml/2006/main" noGrp="1"/>
          </p:cNvSpPr>
          <p:nvPr/>
        </p:nvSpPr>
        <p:spPr>
          <a:xfrm xmlns:a="http://schemas.openxmlformats.org/drawingml/2006/main">
            <a:off x="4419600" y="3952875"/>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b="1">
                <a:solidFill>
                  <a:srgbClr val="B36B16"/>
                </a:solidFill>
              </a:defRPr>
            </a:defPPr>
            <a:lvl1pPr>
              <a:buNone/>
              <a:defRPr sz="938" b="1">
                <a:solidFill>
                  <a:srgbClr val="B36B16"/>
                </a:solidFill>
              </a:defRPr>
            </a:lvl1pPr>
            <a:lvl2pPr>
              <a:buNone/>
              <a:defRPr sz="938" b="1">
                <a:solidFill>
                  <a:srgbClr val="B36B16"/>
                </a:solidFill>
              </a:defRPr>
            </a:lvl2pPr>
            <a:lvl3pPr>
              <a:buNone/>
              <a:defRPr sz="938" b="1">
                <a:solidFill>
                  <a:srgbClr val="B36B16"/>
                </a:solidFill>
              </a:defRPr>
            </a:lvl3pPr>
            <a:lvl4pPr>
              <a:buNone/>
              <a:defRPr sz="938" b="1">
                <a:solidFill>
                  <a:srgbClr val="B36B16"/>
                </a:solidFill>
              </a:defRPr>
            </a:lvl4pPr>
            <a:lvl5pPr>
              <a:buNone/>
              <a:defRPr sz="938" b="1">
                <a:solidFill>
                  <a:srgbClr val="B36B16"/>
                </a:solidFill>
              </a:defRPr>
            </a:lvl5pPr>
            <a:lvl6pPr>
              <a:buNone/>
              <a:defRPr sz="938" b="1">
                <a:solidFill>
                  <a:srgbClr val="B36B16"/>
                </a:solidFill>
              </a:defRPr>
            </a:lvl6pPr>
            <a:lvl7pPr>
              <a:buNone/>
              <a:defRPr sz="938" b="1">
                <a:solidFill>
                  <a:srgbClr val="B36B16"/>
                </a:solidFill>
              </a:defRPr>
            </a:lvl7pPr>
            <a:lvl8pPr>
              <a:buNone/>
              <a:defRPr sz="938" b="1">
                <a:solidFill>
                  <a:srgbClr val="B36B16"/>
                </a:solidFill>
              </a:defRPr>
            </a:lvl8pPr>
            <a:lvl9pPr>
              <a:buNone/>
              <a:defRPr sz="938" b="1">
                <a:solidFill>
                  <a:srgbClr val="B36B16"/>
                </a:solidFill>
              </a:defRPr>
            </a:lvl9pPr>
          </a:lstStyle>
          <a:p xmlns:a="http://schemas.openxmlformats.org/drawingml/2006/main">
            <a:pPr>
              <a:buNone/>
              <a:defRPr sz="938" b="1">
                <a:solidFill>
                  <a:srgbClr val="B36B16"/>
                </a:solidFill>
              </a:defRPr>
            </a:pPr>
            <a:r>
              <a:rPr sz="938" b="1">
                <a:solidFill>
                  <a:srgbClr val="B36B16"/>
                </a:solidFill>
              </a:rPr>
              <a:t>evidence completeness</a:t>
            </a:r>
          </a:p>
          <a:p xmlns:a="http://schemas.openxmlformats.org/drawingml/2006/main">
            <a:pPr>
              <a:buNone/>
              <a:defRPr sz="938" b="1">
                <a:solidFill>
                  <a:srgbClr val="B36B16"/>
                </a:solidFill>
              </a:defRPr>
            </a:pPr>
            <a:r>
              <a:rPr sz="938" b="1">
                <a:solidFill>
                  <a:srgbClr val="B36B16"/>
                </a:solidFill>
              </a:rPr>
              <a:t>rows sent versus needed</a:t>
            </a:r>
          </a:p>
          <a:p xmlns:a="http://schemas.openxmlformats.org/drawingml/2006/main">
            <a:pPr>
              <a:buNone/>
              <a:defRPr sz="938" b="1">
                <a:solidFill>
                  <a:srgbClr val="B36B16"/>
                </a:solidFill>
              </a:defRPr>
            </a:pPr>
            <a:r>
              <a:rPr sz="938" b="1">
                <a:solidFill>
                  <a:srgbClr val="B36B16"/>
                </a:solidFill>
              </a:rPr>
              <a:t>distractor ratio</a:t>
            </a:r>
          </a:p>
        </p:txBody>
      </p:sp>
      <p:sp>
        <p:nvSpPr>
          <p:cNvPr id="17" name="3  GENERATION-panel">
            <a:extLst xmlns:a="http://schemas.openxmlformats.org/drawingml/2006/main">
              <a:ext uri="{FF2B5EF4-FFF2-40B4-BE49-F238E27FC236}">
                <a16:creationId xmlns:a16="http://schemas.microsoft.com/office/drawing/2014/main" id="{4FD8EBD1-A7CF-4526-AD2B-BB1F4AE07A8F}"/>
              </a:ext>
            </a:extLst>
          </p:cNvPr>
          <p:cNvSpPr>
            <a:spLocks xmlns:a="http://schemas.openxmlformats.org/drawingml/2006/main" noGrp="1"/>
          </p:cNvSpPr>
          <p:nvPr/>
        </p:nvSpPr>
        <p:spPr>
          <a:xfrm xmlns:a="http://schemas.openxmlformats.org/drawingml/2006/main">
            <a:off x="7867650" y="1524000"/>
            <a:ext cx="3219450" cy="2952750"/>
          </a:xfrm>
          <a:prstGeom xmlns:a="http://schemas.openxmlformats.org/drawingml/2006/main" prst="roundRect">
            <a:avLst>
              <a:gd name="adj" fmla="val 2581"/>
            </a:avLst>
          </a:prstGeom>
          <a:solidFill xmlns:a="http://schemas.openxmlformats.org/drawingml/2006/main">
            <a:srgbClr val="FBF3F8"/>
          </a:solidFill>
          <a:ln xmlns:a="http://schemas.openxmlformats.org/drawingml/2006/main" w="9525">
            <a:solidFill>
              <a:srgbClr val="DFC1D3"/>
            </a:solidFill>
            <a:prstDash val="solid"/>
          </a:ln>
        </p:spPr>
      </p:sp>
      <p:sp>
        <p:nvSpPr>
          <p:cNvPr id="18" name="3  GENERATION-heading">
            <a:extLst xmlns:a="http://schemas.openxmlformats.org/drawingml/2006/main">
              <a:ext uri="{FF2B5EF4-FFF2-40B4-BE49-F238E27FC236}">
                <a16:creationId xmlns:a16="http://schemas.microsoft.com/office/drawing/2014/main" id="{8091AA7C-70D6-4FA3-9E04-B60CA112197B}"/>
              </a:ext>
            </a:extLst>
          </p:cNvPr>
          <p:cNvSpPr>
            <a:spLocks xmlns:a="http://schemas.openxmlformats.org/drawingml/2006/main" noGrp="1"/>
          </p:cNvSpPr>
          <p:nvPr/>
        </p:nvSpPr>
        <p:spPr>
          <a:xfrm xmlns:a="http://schemas.openxmlformats.org/drawingml/2006/main">
            <a:off x="8058150" y="1714500"/>
            <a:ext cx="2838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8A3B71"/>
                </a:solidFill>
              </a:defRPr>
            </a:defPPr>
            <a:lvl1pPr>
              <a:buNone/>
              <a:defRPr sz="1050" b="1">
                <a:solidFill>
                  <a:srgbClr val="8A3B71"/>
                </a:solidFill>
              </a:defRPr>
            </a:lvl1pPr>
            <a:lvl2pPr>
              <a:buNone/>
              <a:defRPr sz="1050" b="1">
                <a:solidFill>
                  <a:srgbClr val="8A3B71"/>
                </a:solidFill>
              </a:defRPr>
            </a:lvl2pPr>
            <a:lvl3pPr>
              <a:buNone/>
              <a:defRPr sz="1050" b="1">
                <a:solidFill>
                  <a:srgbClr val="8A3B71"/>
                </a:solidFill>
              </a:defRPr>
            </a:lvl3pPr>
            <a:lvl4pPr>
              <a:buNone/>
              <a:defRPr sz="1050" b="1">
                <a:solidFill>
                  <a:srgbClr val="8A3B71"/>
                </a:solidFill>
              </a:defRPr>
            </a:lvl4pPr>
            <a:lvl5pPr>
              <a:buNone/>
              <a:defRPr sz="1050" b="1">
                <a:solidFill>
                  <a:srgbClr val="8A3B71"/>
                </a:solidFill>
              </a:defRPr>
            </a:lvl5pPr>
            <a:lvl6pPr>
              <a:buNone/>
              <a:defRPr sz="1050" b="1">
                <a:solidFill>
                  <a:srgbClr val="8A3B71"/>
                </a:solidFill>
              </a:defRPr>
            </a:lvl6pPr>
            <a:lvl7pPr>
              <a:buNone/>
              <a:defRPr sz="1050" b="1">
                <a:solidFill>
                  <a:srgbClr val="8A3B71"/>
                </a:solidFill>
              </a:defRPr>
            </a:lvl7pPr>
            <a:lvl8pPr>
              <a:buNone/>
              <a:defRPr sz="1050" b="1">
                <a:solidFill>
                  <a:srgbClr val="8A3B71"/>
                </a:solidFill>
              </a:defRPr>
            </a:lvl8pPr>
            <a:lvl9pPr>
              <a:buNone/>
              <a:defRPr sz="1050" b="1">
                <a:solidFill>
                  <a:srgbClr val="8A3B71"/>
                </a:solidFill>
              </a:defRPr>
            </a:lvl9pPr>
          </a:lstStyle>
          <a:p xmlns:a="http://schemas.openxmlformats.org/drawingml/2006/main">
            <a:pPr>
              <a:buNone/>
              <a:defRPr sz="1050" b="1">
                <a:solidFill>
                  <a:srgbClr val="8A3B71"/>
                </a:solidFill>
              </a:defRPr>
            </a:pPr>
            <a:r>
              <a:rPr sz="1050" b="1">
                <a:solidFill>
                  <a:srgbClr val="8A3B71"/>
                </a:solidFill>
              </a:rPr>
              <a:t>3  GENERATION</a:t>
            </a:r>
          </a:p>
        </p:txBody>
      </p:sp>
      <p:sp>
        <p:nvSpPr>
          <p:cNvPr id="19" name="3  GENERATION-question">
            <a:extLst xmlns:a="http://schemas.openxmlformats.org/drawingml/2006/main">
              <a:ext uri="{FF2B5EF4-FFF2-40B4-BE49-F238E27FC236}">
                <a16:creationId xmlns:a16="http://schemas.microsoft.com/office/drawing/2014/main" id="{06FAEF92-2F41-42F7-B682-40BCE7691E8A}"/>
              </a:ext>
            </a:extLst>
          </p:cNvPr>
          <p:cNvSpPr>
            <a:spLocks xmlns:a="http://schemas.openxmlformats.org/drawingml/2006/main" noGrp="1"/>
          </p:cNvSpPr>
          <p:nvPr/>
        </p:nvSpPr>
        <p:spPr>
          <a:xfrm xmlns:a="http://schemas.openxmlformats.org/drawingml/2006/main">
            <a:off x="8058150" y="207645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02B35"/>
                </a:solidFill>
              </a:defRPr>
            </a:defPPr>
            <a:lvl1pPr>
              <a:buNone/>
              <a:defRPr sz="1275" b="1">
                <a:solidFill>
                  <a:srgbClr val="102B35"/>
                </a:solidFill>
              </a:defRPr>
            </a:lvl1pPr>
            <a:lvl2pPr>
              <a:buNone/>
              <a:defRPr sz="1275" b="1">
                <a:solidFill>
                  <a:srgbClr val="102B35"/>
                </a:solidFill>
              </a:defRPr>
            </a:lvl2pPr>
            <a:lvl3pPr>
              <a:buNone/>
              <a:defRPr sz="1275" b="1">
                <a:solidFill>
                  <a:srgbClr val="102B35"/>
                </a:solidFill>
              </a:defRPr>
            </a:lvl3pPr>
            <a:lvl4pPr>
              <a:buNone/>
              <a:defRPr sz="1275" b="1">
                <a:solidFill>
                  <a:srgbClr val="102B35"/>
                </a:solidFill>
              </a:defRPr>
            </a:lvl4pPr>
            <a:lvl5pPr>
              <a:buNone/>
              <a:defRPr sz="1275" b="1">
                <a:solidFill>
                  <a:srgbClr val="102B35"/>
                </a:solidFill>
              </a:defRPr>
            </a:lvl5pPr>
            <a:lvl6pPr>
              <a:buNone/>
              <a:defRPr sz="1275" b="1">
                <a:solidFill>
                  <a:srgbClr val="102B35"/>
                </a:solidFill>
              </a:defRPr>
            </a:lvl6pPr>
            <a:lvl7pPr>
              <a:buNone/>
              <a:defRPr sz="1275" b="1">
                <a:solidFill>
                  <a:srgbClr val="102B35"/>
                </a:solidFill>
              </a:defRPr>
            </a:lvl7pPr>
            <a:lvl8pPr>
              <a:buNone/>
              <a:defRPr sz="1275" b="1">
                <a:solidFill>
                  <a:srgbClr val="102B35"/>
                </a:solidFill>
              </a:defRPr>
            </a:lvl8pPr>
            <a:lvl9pPr>
              <a:buNone/>
              <a:defRPr sz="1275" b="1">
                <a:solidFill>
                  <a:srgbClr val="102B35"/>
                </a:solidFill>
              </a:defRPr>
            </a:lvl9pPr>
          </a:lstStyle>
          <a:p xmlns:a="http://schemas.openxmlformats.org/drawingml/2006/main">
            <a:pPr>
              <a:buNone/>
              <a:defRPr sz="1275" b="1">
                <a:solidFill>
                  <a:srgbClr val="102B35"/>
                </a:solidFill>
              </a:defRPr>
            </a:pPr>
            <a:r>
              <a:rPr sz="1275" b="1">
                <a:solidFill>
                  <a:srgbClr val="102B35"/>
                </a:solidFill>
              </a:rPr>
              <a:t>Did the model apply the query constraint to the evidence?</a:t>
            </a:r>
          </a:p>
        </p:txBody>
      </p:sp>
      <p:sp>
        <p:nvSpPr>
          <p:cNvPr id="20" name="3  GENERATION-symptom-label">
            <a:extLst xmlns:a="http://schemas.openxmlformats.org/drawingml/2006/main">
              <a:ext uri="{FF2B5EF4-FFF2-40B4-BE49-F238E27FC236}">
                <a16:creationId xmlns:a16="http://schemas.microsoft.com/office/drawing/2014/main" id="{E46B88D4-E2D4-42BE-9696-7E302E86E787}"/>
              </a:ext>
            </a:extLst>
          </p:cNvPr>
          <p:cNvSpPr>
            <a:spLocks xmlns:a="http://schemas.openxmlformats.org/drawingml/2006/main" noGrp="1"/>
          </p:cNvSpPr>
          <p:nvPr/>
        </p:nvSpPr>
        <p:spPr>
          <a:xfrm xmlns:a="http://schemas.openxmlformats.org/drawingml/2006/main">
            <a:off x="8058150" y="26860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FAILURE SIGNALS</a:t>
            </a:r>
          </a:p>
        </p:txBody>
      </p:sp>
      <p:sp>
        <p:nvSpPr>
          <p:cNvPr id="21" name="3  GENERATION-symptoms">
            <a:extLst xmlns:a="http://schemas.openxmlformats.org/drawingml/2006/main">
              <a:ext uri="{FF2B5EF4-FFF2-40B4-BE49-F238E27FC236}">
                <a16:creationId xmlns:a16="http://schemas.microsoft.com/office/drawing/2014/main" id="{E5AB7E07-0BDF-41AF-B0E7-3DAEFE443B40}"/>
              </a:ext>
            </a:extLst>
          </p:cNvPr>
          <p:cNvSpPr>
            <a:spLocks xmlns:a="http://schemas.openxmlformats.org/drawingml/2006/main" noGrp="1"/>
          </p:cNvSpPr>
          <p:nvPr/>
        </p:nvSpPr>
        <p:spPr>
          <a:xfrm xmlns:a="http://schemas.openxmlformats.org/drawingml/2006/main">
            <a:off x="8058150" y="2924175"/>
            <a:ext cx="28384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a:solidFill>
                  <a:srgbClr val="4D606A"/>
                </a:solidFill>
              </a:defRPr>
            </a:defPPr>
            <a:lvl1pPr>
              <a:buNone/>
              <a:defRPr sz="975">
                <a:solidFill>
                  <a:srgbClr val="4D606A"/>
                </a:solidFill>
              </a:defRPr>
            </a:lvl1pPr>
            <a:lvl2pPr>
              <a:buNone/>
              <a:defRPr sz="975">
                <a:solidFill>
                  <a:srgbClr val="4D606A"/>
                </a:solidFill>
              </a:defRPr>
            </a:lvl2pPr>
            <a:lvl3pPr>
              <a:buNone/>
              <a:defRPr sz="975">
                <a:solidFill>
                  <a:srgbClr val="4D606A"/>
                </a:solidFill>
              </a:defRPr>
            </a:lvl3pPr>
            <a:lvl4pPr>
              <a:buNone/>
              <a:defRPr sz="975">
                <a:solidFill>
                  <a:srgbClr val="4D606A"/>
                </a:solidFill>
              </a:defRPr>
            </a:lvl4pPr>
            <a:lvl5pPr>
              <a:buNone/>
              <a:defRPr sz="975">
                <a:solidFill>
                  <a:srgbClr val="4D606A"/>
                </a:solidFill>
              </a:defRPr>
            </a:lvl5pPr>
            <a:lvl6pPr>
              <a:buNone/>
              <a:defRPr sz="975">
                <a:solidFill>
                  <a:srgbClr val="4D606A"/>
                </a:solidFill>
              </a:defRPr>
            </a:lvl6pPr>
            <a:lvl7pPr>
              <a:buNone/>
              <a:defRPr sz="975">
                <a:solidFill>
                  <a:srgbClr val="4D606A"/>
                </a:solidFill>
              </a:defRPr>
            </a:lvl7pPr>
            <a:lvl8pPr>
              <a:buNone/>
              <a:defRPr sz="975">
                <a:solidFill>
                  <a:srgbClr val="4D606A"/>
                </a:solidFill>
              </a:defRPr>
            </a:lvl8pPr>
            <a:lvl9pPr>
              <a:buNone/>
              <a:defRPr sz="975">
                <a:solidFill>
                  <a:srgbClr val="4D606A"/>
                </a:solidFill>
              </a:defRPr>
            </a:lvl9pPr>
          </a:lstStyle>
          <a:p xmlns:a="http://schemas.openxmlformats.org/drawingml/2006/main">
            <a:pPr>
              <a:buNone/>
              <a:defRPr sz="975">
                <a:solidFill>
                  <a:srgbClr val="4D606A"/>
                </a:solidFill>
              </a:defRPr>
            </a:pPr>
            <a:r>
              <a:rPr sz="975">
                <a:solidFill>
                  <a:srgbClr val="4D606A"/>
                </a:solidFill>
              </a:rPr>
              <a:t>Wrong row selected</a:t>
            </a:r>
          </a:p>
          <a:p xmlns:a="http://schemas.openxmlformats.org/drawingml/2006/main">
            <a:pPr>
              <a:buNone/>
              <a:defRPr sz="975">
                <a:solidFill>
                  <a:srgbClr val="4D606A"/>
                </a:solidFill>
              </a:defRPr>
            </a:pPr>
            <a:r>
              <a:rPr sz="975">
                <a:solidFill>
                  <a:srgbClr val="4D606A"/>
                </a:solidFill>
              </a:rPr>
              <a:t>Extra products listed</a:t>
            </a:r>
          </a:p>
          <a:p xmlns:a="http://schemas.openxmlformats.org/drawingml/2006/main">
            <a:pPr>
              <a:buNone/>
              <a:defRPr sz="975">
                <a:solidFill>
                  <a:srgbClr val="4D606A"/>
                </a:solidFill>
              </a:defRPr>
            </a:pPr>
            <a:r>
              <a:rPr sz="975">
                <a:solidFill>
                  <a:srgbClr val="4D606A"/>
                </a:solidFill>
              </a:rPr>
              <a:t>Unsupported relationship stated</a:t>
            </a:r>
          </a:p>
        </p:txBody>
      </p:sp>
      <p:sp>
        <p:nvSpPr>
          <p:cNvPr id="22" name="3  GENERATION-check-label">
            <a:extLst xmlns:a="http://schemas.openxmlformats.org/drawingml/2006/main">
              <a:ext uri="{FF2B5EF4-FFF2-40B4-BE49-F238E27FC236}">
                <a16:creationId xmlns:a16="http://schemas.microsoft.com/office/drawing/2014/main" id="{247C2AF2-F67F-422D-AF4B-14E52F6B7FA5}"/>
              </a:ext>
            </a:extLst>
          </p:cNvPr>
          <p:cNvSpPr>
            <a:spLocks xmlns:a="http://schemas.openxmlformats.org/drawingml/2006/main" noGrp="1"/>
          </p:cNvSpPr>
          <p:nvPr/>
        </p:nvSpPr>
        <p:spPr>
          <a:xfrm xmlns:a="http://schemas.openxmlformats.org/drawingml/2006/main">
            <a:off x="8058150" y="3714750"/>
            <a:ext cx="2838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47680"/>
                </a:solidFill>
              </a:defRPr>
            </a:defPPr>
            <a:lvl1pPr>
              <a:buNone/>
              <a:defRPr sz="750" b="1">
                <a:solidFill>
                  <a:srgbClr val="647680"/>
                </a:solidFill>
              </a:defRPr>
            </a:lvl1pPr>
            <a:lvl2pPr>
              <a:buNone/>
              <a:defRPr sz="750" b="1">
                <a:solidFill>
                  <a:srgbClr val="647680"/>
                </a:solidFill>
              </a:defRPr>
            </a:lvl2pPr>
            <a:lvl3pPr>
              <a:buNone/>
              <a:defRPr sz="750" b="1">
                <a:solidFill>
                  <a:srgbClr val="647680"/>
                </a:solidFill>
              </a:defRPr>
            </a:lvl3pPr>
            <a:lvl4pPr>
              <a:buNone/>
              <a:defRPr sz="750" b="1">
                <a:solidFill>
                  <a:srgbClr val="647680"/>
                </a:solidFill>
              </a:defRPr>
            </a:lvl4pPr>
            <a:lvl5pPr>
              <a:buNone/>
              <a:defRPr sz="750" b="1">
                <a:solidFill>
                  <a:srgbClr val="647680"/>
                </a:solidFill>
              </a:defRPr>
            </a:lvl5pPr>
            <a:lvl6pPr>
              <a:buNone/>
              <a:defRPr sz="750" b="1">
                <a:solidFill>
                  <a:srgbClr val="647680"/>
                </a:solidFill>
              </a:defRPr>
            </a:lvl6pPr>
            <a:lvl7pPr>
              <a:buNone/>
              <a:defRPr sz="750" b="1">
                <a:solidFill>
                  <a:srgbClr val="647680"/>
                </a:solidFill>
              </a:defRPr>
            </a:lvl7pPr>
            <a:lvl8pPr>
              <a:buNone/>
              <a:defRPr sz="750" b="1">
                <a:solidFill>
                  <a:srgbClr val="647680"/>
                </a:solidFill>
              </a:defRPr>
            </a:lvl8pPr>
            <a:lvl9pPr>
              <a:buNone/>
              <a:defRPr sz="750" b="1">
                <a:solidFill>
                  <a:srgbClr val="647680"/>
                </a:solidFill>
              </a:defRPr>
            </a:lvl9pPr>
          </a:lstStyle>
          <a:p xmlns:a="http://schemas.openxmlformats.org/drawingml/2006/main">
            <a:pPr>
              <a:buNone/>
              <a:defRPr sz="750" b="1">
                <a:solidFill>
                  <a:srgbClr val="647680"/>
                </a:solidFill>
              </a:defRPr>
            </a:pPr>
            <a:r>
              <a:rPr sz="750" b="1">
                <a:solidFill>
                  <a:srgbClr val="647680"/>
                </a:solidFill>
              </a:rPr>
              <a:t>VERIFY WITH</a:t>
            </a:r>
          </a:p>
        </p:txBody>
      </p:sp>
      <p:sp>
        <p:nvSpPr>
          <p:cNvPr id="23" name="3  GENERATION-checks">
            <a:extLst xmlns:a="http://schemas.openxmlformats.org/drawingml/2006/main">
              <a:ext uri="{FF2B5EF4-FFF2-40B4-BE49-F238E27FC236}">
                <a16:creationId xmlns:a16="http://schemas.microsoft.com/office/drawing/2014/main" id="{A8FAD2B6-3165-4D3D-90B1-E2674BE05FC3}"/>
              </a:ext>
            </a:extLst>
          </p:cNvPr>
          <p:cNvSpPr>
            <a:spLocks xmlns:a="http://schemas.openxmlformats.org/drawingml/2006/main" noGrp="1"/>
          </p:cNvSpPr>
          <p:nvPr/>
        </p:nvSpPr>
        <p:spPr>
          <a:xfrm xmlns:a="http://schemas.openxmlformats.org/drawingml/2006/main">
            <a:off x="8058150" y="3952875"/>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b="1">
                <a:solidFill>
                  <a:srgbClr val="8A3B71"/>
                </a:solidFill>
              </a:defRPr>
            </a:defPPr>
            <a:lvl1pPr>
              <a:buNone/>
              <a:defRPr sz="938" b="1">
                <a:solidFill>
                  <a:srgbClr val="8A3B71"/>
                </a:solidFill>
              </a:defRPr>
            </a:lvl1pPr>
            <a:lvl2pPr>
              <a:buNone/>
              <a:defRPr sz="938" b="1">
                <a:solidFill>
                  <a:srgbClr val="8A3B71"/>
                </a:solidFill>
              </a:defRPr>
            </a:lvl2pPr>
            <a:lvl3pPr>
              <a:buNone/>
              <a:defRPr sz="938" b="1">
                <a:solidFill>
                  <a:srgbClr val="8A3B71"/>
                </a:solidFill>
              </a:defRPr>
            </a:lvl3pPr>
            <a:lvl4pPr>
              <a:buNone/>
              <a:defRPr sz="938" b="1">
                <a:solidFill>
                  <a:srgbClr val="8A3B71"/>
                </a:solidFill>
              </a:defRPr>
            </a:lvl4pPr>
            <a:lvl5pPr>
              <a:buNone/>
              <a:defRPr sz="938" b="1">
                <a:solidFill>
                  <a:srgbClr val="8A3B71"/>
                </a:solidFill>
              </a:defRPr>
            </a:lvl5pPr>
            <a:lvl6pPr>
              <a:buNone/>
              <a:defRPr sz="938" b="1">
                <a:solidFill>
                  <a:srgbClr val="8A3B71"/>
                </a:solidFill>
              </a:defRPr>
            </a:lvl6pPr>
            <a:lvl7pPr>
              <a:buNone/>
              <a:defRPr sz="938" b="1">
                <a:solidFill>
                  <a:srgbClr val="8A3B71"/>
                </a:solidFill>
              </a:defRPr>
            </a:lvl7pPr>
            <a:lvl8pPr>
              <a:buNone/>
              <a:defRPr sz="938" b="1">
                <a:solidFill>
                  <a:srgbClr val="8A3B71"/>
                </a:solidFill>
              </a:defRPr>
            </a:lvl8pPr>
            <a:lvl9pPr>
              <a:buNone/>
              <a:defRPr sz="938" b="1">
                <a:solidFill>
                  <a:srgbClr val="8A3B71"/>
                </a:solidFill>
              </a:defRPr>
            </a:lvl9pPr>
          </a:lstStyle>
          <a:p xmlns:a="http://schemas.openxmlformats.org/drawingml/2006/main">
            <a:pPr>
              <a:buNone/>
              <a:defRPr sz="938" b="1">
                <a:solidFill>
                  <a:srgbClr val="8A3B71"/>
                </a:solidFill>
              </a:defRPr>
            </a:pPr>
            <a:r>
              <a:rPr sz="938" b="1">
                <a:solidFill>
                  <a:srgbClr val="8A3B71"/>
                </a:solidFill>
              </a:rPr>
              <a:t>gold-value coverage</a:t>
            </a:r>
          </a:p>
          <a:p xmlns:a="http://schemas.openxmlformats.org/drawingml/2006/main">
            <a:pPr>
              <a:buNone/>
              <a:defRPr sz="938" b="1">
                <a:solidFill>
                  <a:srgbClr val="8A3B71"/>
                </a:solidFill>
              </a:defRPr>
            </a:pPr>
            <a:r>
              <a:rPr sz="938" b="1">
                <a:solidFill>
                  <a:srgbClr val="8A3B71"/>
                </a:solidFill>
              </a:rPr>
              <a:t>extraneous claims</a:t>
            </a:r>
          </a:p>
          <a:p xmlns:a="http://schemas.openxmlformats.org/drawingml/2006/main">
            <a:pPr>
              <a:buNone/>
              <a:defRPr sz="938" b="1">
                <a:solidFill>
                  <a:srgbClr val="8A3B71"/>
                </a:solidFill>
              </a:defRPr>
            </a:pPr>
            <a:r>
              <a:rPr sz="938" b="1">
                <a:solidFill>
                  <a:srgbClr val="8A3B71"/>
                </a:solidFill>
              </a:rPr>
              <a:t>exact-code compliance</a:t>
            </a:r>
          </a:p>
        </p:txBody>
      </p:sp>
      <p:sp>
        <p:nvSpPr>
          <p:cNvPr id="24" name="retrieval-to-augmentation-line">
            <a:extLst xmlns:a="http://schemas.openxmlformats.org/drawingml/2006/main">
              <a:ext uri="{FF2B5EF4-FFF2-40B4-BE49-F238E27FC236}">
                <a16:creationId xmlns:a16="http://schemas.microsoft.com/office/drawing/2014/main" id="{EECBD47D-F617-4C11-8E0B-CA55145B50BE}"/>
              </a:ext>
            </a:extLst>
          </p:cNvPr>
          <p:cNvSpPr>
            <a:spLocks xmlns:a="http://schemas.openxmlformats.org/drawingml/2006/main" noGrp="1"/>
          </p:cNvSpPr>
          <p:nvPr/>
        </p:nvSpPr>
        <p:spPr>
          <a:xfrm xmlns:a="http://schemas.openxmlformats.org/drawingml/2006/main">
            <a:off x="3829050" y="3000375"/>
            <a:ext cx="28575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25" name="retrieval-to-augmentation-head">
            <a:extLst xmlns:a="http://schemas.openxmlformats.org/drawingml/2006/main">
              <a:ext uri="{FF2B5EF4-FFF2-40B4-BE49-F238E27FC236}">
                <a16:creationId xmlns:a16="http://schemas.microsoft.com/office/drawing/2014/main" id="{0D7DC46B-5466-43E7-BB3E-FDDA1EFAB430}"/>
              </a:ext>
            </a:extLst>
          </p:cNvPr>
          <p:cNvSpPr>
            <a:spLocks xmlns:a="http://schemas.openxmlformats.org/drawingml/2006/main" noGrp="1"/>
          </p:cNvSpPr>
          <p:nvPr/>
        </p:nvSpPr>
        <p:spPr>
          <a:xfrm xmlns:a="http://schemas.openxmlformats.org/drawingml/2006/main">
            <a:off x="4057650" y="2943225"/>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26" name="augmentation-to-generation-line">
            <a:extLst xmlns:a="http://schemas.openxmlformats.org/drawingml/2006/main">
              <a:ext uri="{FF2B5EF4-FFF2-40B4-BE49-F238E27FC236}">
                <a16:creationId xmlns:a16="http://schemas.microsoft.com/office/drawing/2014/main" id="{F55220A7-DD33-484A-BC8B-307C75290D91}"/>
              </a:ext>
            </a:extLst>
          </p:cNvPr>
          <p:cNvSpPr>
            <a:spLocks xmlns:a="http://schemas.openxmlformats.org/drawingml/2006/main" noGrp="1"/>
          </p:cNvSpPr>
          <p:nvPr/>
        </p:nvSpPr>
        <p:spPr>
          <a:xfrm xmlns:a="http://schemas.openxmlformats.org/drawingml/2006/main">
            <a:off x="7467600" y="3000375"/>
            <a:ext cx="285750" cy="0"/>
          </a:xfrm>
          <a:prstGeom xmlns:a="http://schemas.openxmlformats.org/drawingml/2006/main" prst="line">
            <a:avLst/>
          </a:prstGeom>
          <a:noFill xmlns:a="http://schemas.openxmlformats.org/drawingml/2006/main"/>
          <a:ln xmlns:a="http://schemas.openxmlformats.org/drawingml/2006/main" w="19050">
            <a:solidFill>
              <a:srgbClr val="80939B"/>
            </a:solidFill>
            <a:prstDash val="solid"/>
          </a:ln>
        </p:spPr>
      </p:sp>
      <p:sp>
        <p:nvSpPr>
          <p:cNvPr id="27" name="augmentation-to-generation-head">
            <a:extLst xmlns:a="http://schemas.openxmlformats.org/drawingml/2006/main">
              <a:ext uri="{FF2B5EF4-FFF2-40B4-BE49-F238E27FC236}">
                <a16:creationId xmlns:a16="http://schemas.microsoft.com/office/drawing/2014/main" id="{41353860-A824-46F3-86EC-DA695C408008}"/>
              </a:ext>
            </a:extLst>
          </p:cNvPr>
          <p:cNvSpPr>
            <a:spLocks xmlns:a="http://schemas.openxmlformats.org/drawingml/2006/main" noGrp="1"/>
          </p:cNvSpPr>
          <p:nvPr/>
        </p:nvSpPr>
        <p:spPr>
          <a:xfrm xmlns:a="http://schemas.openxmlformats.org/drawingml/2006/main">
            <a:off x="7696200" y="2943225"/>
            <a:ext cx="114300" cy="114300"/>
          </a:xfrm>
          <a:prstGeom xmlns:a="http://schemas.openxmlformats.org/drawingml/2006/main" prst="chevron">
            <a:avLst/>
          </a:prstGeom>
          <a:solidFill xmlns:a="http://schemas.openxmlformats.org/drawingml/2006/main">
            <a:srgbClr val="80939B"/>
          </a:solidFill>
          <a:ln xmlns:a="http://schemas.openxmlformats.org/drawingml/2006/main" w="0">
            <a:solidFill>
              <a:srgbClr val="80939B"/>
            </a:solidFill>
            <a:prstDash val="solid"/>
          </a:ln>
        </p:spPr>
      </p:sp>
      <p:sp>
        <p:nvSpPr>
          <p:cNvPr id="28" name="case-label">
            <a:extLst xmlns:a="http://schemas.openxmlformats.org/drawingml/2006/main">
              <a:ext uri="{FF2B5EF4-FFF2-40B4-BE49-F238E27FC236}">
                <a16:creationId xmlns:a16="http://schemas.microsoft.com/office/drawing/2014/main" id="{1C1C7869-1BB3-4789-9FC7-873D696BE5FC}"/>
              </a:ext>
            </a:extLst>
          </p:cNvPr>
          <p:cNvSpPr>
            <a:spLocks xmlns:a="http://schemas.openxmlformats.org/drawingml/2006/main" noGrp="1"/>
          </p:cNvSpPr>
          <p:nvPr/>
        </p:nvSpPr>
        <p:spPr>
          <a:xfrm xmlns:a="http://schemas.openxmlformats.org/drawingml/2006/main">
            <a:off x="590550" y="4714875"/>
            <a:ext cx="10839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49717D"/>
                </a:solidFill>
              </a:defRPr>
            </a:defPPr>
            <a:lvl1pPr>
              <a:buNone/>
              <a:defRPr sz="900" b="1">
                <a:solidFill>
                  <a:srgbClr val="49717D"/>
                </a:solidFill>
              </a:defRPr>
            </a:lvl1pPr>
            <a:lvl2pPr>
              <a:buNone/>
              <a:defRPr sz="900" b="1">
                <a:solidFill>
                  <a:srgbClr val="49717D"/>
                </a:solidFill>
              </a:defRPr>
            </a:lvl2pPr>
            <a:lvl3pPr>
              <a:buNone/>
              <a:defRPr sz="900" b="1">
                <a:solidFill>
                  <a:srgbClr val="49717D"/>
                </a:solidFill>
              </a:defRPr>
            </a:lvl3pPr>
            <a:lvl4pPr>
              <a:buNone/>
              <a:defRPr sz="900" b="1">
                <a:solidFill>
                  <a:srgbClr val="49717D"/>
                </a:solidFill>
              </a:defRPr>
            </a:lvl4pPr>
            <a:lvl5pPr>
              <a:buNone/>
              <a:defRPr sz="900" b="1">
                <a:solidFill>
                  <a:srgbClr val="49717D"/>
                </a:solidFill>
              </a:defRPr>
            </a:lvl5pPr>
            <a:lvl6pPr>
              <a:buNone/>
              <a:defRPr sz="900" b="1">
                <a:solidFill>
                  <a:srgbClr val="49717D"/>
                </a:solidFill>
              </a:defRPr>
            </a:lvl6pPr>
            <a:lvl7pPr>
              <a:buNone/>
              <a:defRPr sz="900" b="1">
                <a:solidFill>
                  <a:srgbClr val="49717D"/>
                </a:solidFill>
              </a:defRPr>
            </a:lvl7pPr>
            <a:lvl8pPr>
              <a:buNone/>
              <a:defRPr sz="900" b="1">
                <a:solidFill>
                  <a:srgbClr val="49717D"/>
                </a:solidFill>
              </a:defRPr>
            </a:lvl8pPr>
            <a:lvl9pPr>
              <a:buNone/>
              <a:defRPr sz="900" b="1">
                <a:solidFill>
                  <a:srgbClr val="49717D"/>
                </a:solidFill>
              </a:defRPr>
            </a:lvl9pPr>
          </a:lstStyle>
          <a:p xmlns:a="http://schemas.openxmlformats.org/drawingml/2006/main">
            <a:pPr>
              <a:buNone/>
              <a:defRPr sz="900" b="1">
                <a:solidFill>
                  <a:srgbClr val="49717D"/>
                </a:solidFill>
              </a:defRPr>
            </a:pPr>
            <a:r>
              <a:rPr sz="900" b="1">
                <a:solidFill>
                  <a:srgbClr val="49717D"/>
                </a:solidFill>
              </a:rPr>
              <a:t>Q5157 CASE DIAGNOSIS</a:t>
            </a:r>
          </a:p>
        </p:txBody>
      </p:sp>
      <p:sp>
        <p:nvSpPr>
          <p:cNvPr id="29" name="RETRIEVAL-verdict">
            <a:extLst xmlns:a="http://schemas.openxmlformats.org/drawingml/2006/main">
              <a:ext uri="{FF2B5EF4-FFF2-40B4-BE49-F238E27FC236}">
                <a16:creationId xmlns:a16="http://schemas.microsoft.com/office/drawing/2014/main" id="{6D49EE28-4ABA-4971-A384-A09C16AA3A09}"/>
              </a:ext>
            </a:extLst>
          </p:cNvPr>
          <p:cNvSpPr>
            <a:spLocks xmlns:a="http://schemas.openxmlformats.org/drawingml/2006/main" noGrp="1"/>
          </p:cNvSpPr>
          <p:nvPr/>
        </p:nvSpPr>
        <p:spPr>
          <a:xfrm xmlns:a="http://schemas.openxmlformats.org/drawingml/2006/main">
            <a:off x="590550" y="5048250"/>
            <a:ext cx="2743200" cy="876300"/>
          </a:xfrm>
          <a:prstGeom xmlns:a="http://schemas.openxmlformats.org/drawingml/2006/main" prst="roundRect">
            <a:avLst>
              <a:gd name="adj" fmla="val 8696"/>
            </a:avLst>
          </a:prstGeom>
          <a:solidFill xmlns:a="http://schemas.openxmlformats.org/drawingml/2006/main">
            <a:srgbClr val="EAF7F1"/>
          </a:solidFill>
          <a:ln xmlns:a="http://schemas.openxmlformats.org/drawingml/2006/main" w="9525">
            <a:solidFill>
              <a:srgbClr val="116D60"/>
            </a:solidFill>
            <a:prstDash val="solid"/>
          </a:ln>
        </p:spPr>
      </p:sp>
      <p:sp>
        <p:nvSpPr>
          <p:cNvPr id="30" name="RETRIEVAL-label">
            <a:extLst xmlns:a="http://schemas.openxmlformats.org/drawingml/2006/main">
              <a:ext uri="{FF2B5EF4-FFF2-40B4-BE49-F238E27FC236}">
                <a16:creationId xmlns:a16="http://schemas.microsoft.com/office/drawing/2014/main" id="{E45CA407-4C83-4C66-90E1-7AF156650C19}"/>
              </a:ext>
            </a:extLst>
          </p:cNvPr>
          <p:cNvSpPr>
            <a:spLocks xmlns:a="http://schemas.openxmlformats.org/drawingml/2006/main" noGrp="1"/>
          </p:cNvSpPr>
          <p:nvPr/>
        </p:nvSpPr>
        <p:spPr>
          <a:xfrm xmlns:a="http://schemas.openxmlformats.org/drawingml/2006/main">
            <a:off x="723900" y="51816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116D60"/>
                </a:solidFill>
              </a:defRPr>
            </a:defPPr>
            <a:lvl1pPr>
              <a:buNone/>
              <a:defRPr sz="750" b="1">
                <a:solidFill>
                  <a:srgbClr val="116D60"/>
                </a:solidFill>
              </a:defRPr>
            </a:lvl1pPr>
            <a:lvl2pPr>
              <a:buNone/>
              <a:defRPr sz="750" b="1">
                <a:solidFill>
                  <a:srgbClr val="116D60"/>
                </a:solidFill>
              </a:defRPr>
            </a:lvl2pPr>
            <a:lvl3pPr>
              <a:buNone/>
              <a:defRPr sz="750" b="1">
                <a:solidFill>
                  <a:srgbClr val="116D60"/>
                </a:solidFill>
              </a:defRPr>
            </a:lvl3pPr>
            <a:lvl4pPr>
              <a:buNone/>
              <a:defRPr sz="750" b="1">
                <a:solidFill>
                  <a:srgbClr val="116D60"/>
                </a:solidFill>
              </a:defRPr>
            </a:lvl4pPr>
            <a:lvl5pPr>
              <a:buNone/>
              <a:defRPr sz="750" b="1">
                <a:solidFill>
                  <a:srgbClr val="116D60"/>
                </a:solidFill>
              </a:defRPr>
            </a:lvl5pPr>
            <a:lvl6pPr>
              <a:buNone/>
              <a:defRPr sz="750" b="1">
                <a:solidFill>
                  <a:srgbClr val="116D60"/>
                </a:solidFill>
              </a:defRPr>
            </a:lvl6pPr>
            <a:lvl7pPr>
              <a:buNone/>
              <a:defRPr sz="750" b="1">
                <a:solidFill>
                  <a:srgbClr val="116D60"/>
                </a:solidFill>
              </a:defRPr>
            </a:lvl7pPr>
            <a:lvl8pPr>
              <a:buNone/>
              <a:defRPr sz="750" b="1">
                <a:solidFill>
                  <a:srgbClr val="116D60"/>
                </a:solidFill>
              </a:defRPr>
            </a:lvl8pPr>
            <a:lvl9pPr>
              <a:buNone/>
              <a:defRPr sz="750" b="1">
                <a:solidFill>
                  <a:srgbClr val="116D60"/>
                </a:solidFill>
              </a:defRPr>
            </a:lvl9pPr>
          </a:lstStyle>
          <a:p xmlns:a="http://schemas.openxmlformats.org/drawingml/2006/main">
            <a:pPr>
              <a:buNone/>
              <a:defRPr sz="750" b="1">
                <a:solidFill>
                  <a:srgbClr val="116D60"/>
                </a:solidFill>
              </a:defRPr>
            </a:pPr>
            <a:r>
              <a:rPr sz="750" b="1">
                <a:solidFill>
                  <a:srgbClr val="116D60"/>
                </a:solidFill>
              </a:rPr>
              <a:t>RETRIEVAL</a:t>
            </a:r>
          </a:p>
        </p:txBody>
      </p:sp>
      <p:sp>
        <p:nvSpPr>
          <p:cNvPr id="31" name="RETRIEVAL-status">
            <a:extLst xmlns:a="http://schemas.openxmlformats.org/drawingml/2006/main">
              <a:ext uri="{FF2B5EF4-FFF2-40B4-BE49-F238E27FC236}">
                <a16:creationId xmlns:a16="http://schemas.microsoft.com/office/drawing/2014/main" id="{878CB436-32FA-4595-8D6A-4FC177662E08}"/>
              </a:ext>
            </a:extLst>
          </p:cNvPr>
          <p:cNvSpPr>
            <a:spLocks xmlns:a="http://schemas.openxmlformats.org/drawingml/2006/main" noGrp="1"/>
          </p:cNvSpPr>
          <p:nvPr/>
        </p:nvSpPr>
        <p:spPr>
          <a:xfrm xmlns:a="http://schemas.openxmlformats.org/drawingml/2006/main">
            <a:off x="723900" y="5391150"/>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116D60"/>
                </a:solidFill>
              </a:defRPr>
            </a:defPPr>
            <a:lvl1pPr>
              <a:buNone/>
              <a:defRPr sz="1275" b="1">
                <a:solidFill>
                  <a:srgbClr val="116D60"/>
                </a:solidFill>
              </a:defRPr>
            </a:lvl1pPr>
            <a:lvl2pPr>
              <a:buNone/>
              <a:defRPr sz="1275" b="1">
                <a:solidFill>
                  <a:srgbClr val="116D60"/>
                </a:solidFill>
              </a:defRPr>
            </a:lvl2pPr>
            <a:lvl3pPr>
              <a:buNone/>
              <a:defRPr sz="1275" b="1">
                <a:solidFill>
                  <a:srgbClr val="116D60"/>
                </a:solidFill>
              </a:defRPr>
            </a:lvl3pPr>
            <a:lvl4pPr>
              <a:buNone/>
              <a:defRPr sz="1275" b="1">
                <a:solidFill>
                  <a:srgbClr val="116D60"/>
                </a:solidFill>
              </a:defRPr>
            </a:lvl4pPr>
            <a:lvl5pPr>
              <a:buNone/>
              <a:defRPr sz="1275" b="1">
                <a:solidFill>
                  <a:srgbClr val="116D60"/>
                </a:solidFill>
              </a:defRPr>
            </a:lvl5pPr>
            <a:lvl6pPr>
              <a:buNone/>
              <a:defRPr sz="1275" b="1">
                <a:solidFill>
                  <a:srgbClr val="116D60"/>
                </a:solidFill>
              </a:defRPr>
            </a:lvl6pPr>
            <a:lvl7pPr>
              <a:buNone/>
              <a:defRPr sz="1275" b="1">
                <a:solidFill>
                  <a:srgbClr val="116D60"/>
                </a:solidFill>
              </a:defRPr>
            </a:lvl7pPr>
            <a:lvl8pPr>
              <a:buNone/>
              <a:defRPr sz="1275" b="1">
                <a:solidFill>
                  <a:srgbClr val="116D60"/>
                </a:solidFill>
              </a:defRPr>
            </a:lvl8pPr>
            <a:lvl9pPr>
              <a:buNone/>
              <a:defRPr sz="1275" b="1">
                <a:solidFill>
                  <a:srgbClr val="116D60"/>
                </a:solidFill>
              </a:defRPr>
            </a:lvl9pPr>
          </a:lstStyle>
          <a:p xmlns:a="http://schemas.openxmlformats.org/drawingml/2006/main">
            <a:pPr>
              <a:buNone/>
              <a:defRPr sz="1275" b="1">
                <a:solidFill>
                  <a:srgbClr val="116D60"/>
                </a:solidFill>
              </a:defRPr>
            </a:pPr>
            <a:r>
              <a:rPr sz="1275" b="1">
                <a:solidFill>
                  <a:srgbClr val="116D60"/>
                </a:solidFill>
              </a:rPr>
              <a:t>PASS</a:t>
            </a:r>
          </a:p>
        </p:txBody>
      </p:sp>
      <p:sp>
        <p:nvSpPr>
          <p:cNvPr id="32" name="RETRIEVAL-explanation">
            <a:extLst xmlns:a="http://schemas.openxmlformats.org/drawingml/2006/main">
              <a:ext uri="{FF2B5EF4-FFF2-40B4-BE49-F238E27FC236}">
                <a16:creationId xmlns:a16="http://schemas.microsoft.com/office/drawing/2014/main" id="{995CE627-0C28-413D-8F50-C93E5837A649}"/>
              </a:ext>
            </a:extLst>
          </p:cNvPr>
          <p:cNvSpPr>
            <a:spLocks xmlns:a="http://schemas.openxmlformats.org/drawingml/2006/main" noGrp="1"/>
          </p:cNvSpPr>
          <p:nvPr/>
        </p:nvSpPr>
        <p:spPr>
          <a:xfrm xmlns:a="http://schemas.openxmlformats.org/drawingml/2006/main">
            <a:off x="1466850" y="521970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a:solidFill>
                  <a:srgbClr val="4D606A"/>
                </a:solidFill>
              </a:defRPr>
            </a:defPPr>
            <a:lvl1pPr>
              <a:buNone/>
              <a:defRPr sz="863">
                <a:solidFill>
                  <a:srgbClr val="4D606A"/>
                </a:solidFill>
              </a:defRPr>
            </a:lvl1pPr>
            <a:lvl2pPr>
              <a:buNone/>
              <a:defRPr sz="863">
                <a:solidFill>
                  <a:srgbClr val="4D606A"/>
                </a:solidFill>
              </a:defRPr>
            </a:lvl2pPr>
            <a:lvl3pPr>
              <a:buNone/>
              <a:defRPr sz="863">
                <a:solidFill>
                  <a:srgbClr val="4D606A"/>
                </a:solidFill>
              </a:defRPr>
            </a:lvl3pPr>
            <a:lvl4pPr>
              <a:buNone/>
              <a:defRPr sz="863">
                <a:solidFill>
                  <a:srgbClr val="4D606A"/>
                </a:solidFill>
              </a:defRPr>
            </a:lvl4pPr>
            <a:lvl5pPr>
              <a:buNone/>
              <a:defRPr sz="863">
                <a:solidFill>
                  <a:srgbClr val="4D606A"/>
                </a:solidFill>
              </a:defRPr>
            </a:lvl5pPr>
            <a:lvl6pPr>
              <a:buNone/>
              <a:defRPr sz="863">
                <a:solidFill>
                  <a:srgbClr val="4D606A"/>
                </a:solidFill>
              </a:defRPr>
            </a:lvl6pPr>
            <a:lvl7pPr>
              <a:buNone/>
              <a:defRPr sz="863">
                <a:solidFill>
                  <a:srgbClr val="4D606A"/>
                </a:solidFill>
              </a:defRPr>
            </a:lvl7pPr>
            <a:lvl8pPr>
              <a:buNone/>
              <a:defRPr sz="863">
                <a:solidFill>
                  <a:srgbClr val="4D606A"/>
                </a:solidFill>
              </a:defRPr>
            </a:lvl8pPr>
            <a:lvl9pPr>
              <a:buNone/>
              <a:defRPr sz="863">
                <a:solidFill>
                  <a:srgbClr val="4D606A"/>
                </a:solidFill>
              </a:defRPr>
            </a:lvl9pPr>
          </a:lstStyle>
          <a:p xmlns:a="http://schemas.openxmlformats.org/drawingml/2006/main">
            <a:pPr>
              <a:buNone/>
              <a:defRPr sz="863">
                <a:solidFill>
                  <a:srgbClr val="4D606A"/>
                </a:solidFill>
              </a:defRPr>
            </a:pPr>
            <a:r>
              <a:rPr sz="863">
                <a:solidFill>
                  <a:srgbClr val="4D606A"/>
                </a:solidFill>
              </a:rPr>
              <a:t>Preference table ranked first; both Q5157 rows reached context.</a:t>
            </a:r>
          </a:p>
        </p:txBody>
      </p:sp>
      <p:sp>
        <p:nvSpPr>
          <p:cNvPr id="33" name="AUGMENTATION-verdict">
            <a:extLst xmlns:a="http://schemas.openxmlformats.org/drawingml/2006/main">
              <a:ext uri="{FF2B5EF4-FFF2-40B4-BE49-F238E27FC236}">
                <a16:creationId xmlns:a16="http://schemas.microsoft.com/office/drawing/2014/main" id="{09D3A4C2-4141-4A20-8EE4-EE0A7113C7FD}"/>
              </a:ext>
            </a:extLst>
          </p:cNvPr>
          <p:cNvSpPr>
            <a:spLocks xmlns:a="http://schemas.openxmlformats.org/drawingml/2006/main" noGrp="1"/>
          </p:cNvSpPr>
          <p:nvPr/>
        </p:nvSpPr>
        <p:spPr>
          <a:xfrm xmlns:a="http://schemas.openxmlformats.org/drawingml/2006/main">
            <a:off x="3467100" y="5048250"/>
            <a:ext cx="2743200" cy="876300"/>
          </a:xfrm>
          <a:prstGeom xmlns:a="http://schemas.openxmlformats.org/drawingml/2006/main" prst="roundRect">
            <a:avLst>
              <a:gd name="adj" fmla="val 8696"/>
            </a:avLst>
          </a:prstGeom>
          <a:solidFill xmlns:a="http://schemas.openxmlformats.org/drawingml/2006/main">
            <a:srgbClr val="FFF4E8"/>
          </a:solidFill>
          <a:ln xmlns:a="http://schemas.openxmlformats.org/drawingml/2006/main" w="9525">
            <a:solidFill>
              <a:srgbClr val="A65A12"/>
            </a:solidFill>
            <a:prstDash val="solid"/>
          </a:ln>
        </p:spPr>
      </p:sp>
      <p:sp>
        <p:nvSpPr>
          <p:cNvPr id="34" name="AUGMENTATION-label">
            <a:extLst xmlns:a="http://schemas.openxmlformats.org/drawingml/2006/main">
              <a:ext uri="{FF2B5EF4-FFF2-40B4-BE49-F238E27FC236}">
                <a16:creationId xmlns:a16="http://schemas.microsoft.com/office/drawing/2014/main" id="{A629F019-FD31-4E59-A4C1-C1172AD9EFE2}"/>
              </a:ext>
            </a:extLst>
          </p:cNvPr>
          <p:cNvSpPr>
            <a:spLocks xmlns:a="http://schemas.openxmlformats.org/drawingml/2006/main" noGrp="1"/>
          </p:cNvSpPr>
          <p:nvPr/>
        </p:nvSpPr>
        <p:spPr>
          <a:xfrm xmlns:a="http://schemas.openxmlformats.org/drawingml/2006/main">
            <a:off x="3600450" y="51816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A65A12"/>
                </a:solidFill>
              </a:defRPr>
            </a:defPPr>
            <a:lvl1pPr>
              <a:buNone/>
              <a:defRPr sz="750" b="1">
                <a:solidFill>
                  <a:srgbClr val="A65A12"/>
                </a:solidFill>
              </a:defRPr>
            </a:lvl1pPr>
            <a:lvl2pPr>
              <a:buNone/>
              <a:defRPr sz="750" b="1">
                <a:solidFill>
                  <a:srgbClr val="A65A12"/>
                </a:solidFill>
              </a:defRPr>
            </a:lvl2pPr>
            <a:lvl3pPr>
              <a:buNone/>
              <a:defRPr sz="750" b="1">
                <a:solidFill>
                  <a:srgbClr val="A65A12"/>
                </a:solidFill>
              </a:defRPr>
            </a:lvl3pPr>
            <a:lvl4pPr>
              <a:buNone/>
              <a:defRPr sz="750" b="1">
                <a:solidFill>
                  <a:srgbClr val="A65A12"/>
                </a:solidFill>
              </a:defRPr>
            </a:lvl4pPr>
            <a:lvl5pPr>
              <a:buNone/>
              <a:defRPr sz="750" b="1">
                <a:solidFill>
                  <a:srgbClr val="A65A12"/>
                </a:solidFill>
              </a:defRPr>
            </a:lvl5pPr>
            <a:lvl6pPr>
              <a:buNone/>
              <a:defRPr sz="750" b="1">
                <a:solidFill>
                  <a:srgbClr val="A65A12"/>
                </a:solidFill>
              </a:defRPr>
            </a:lvl6pPr>
            <a:lvl7pPr>
              <a:buNone/>
              <a:defRPr sz="750" b="1">
                <a:solidFill>
                  <a:srgbClr val="A65A12"/>
                </a:solidFill>
              </a:defRPr>
            </a:lvl7pPr>
            <a:lvl8pPr>
              <a:buNone/>
              <a:defRPr sz="750" b="1">
                <a:solidFill>
                  <a:srgbClr val="A65A12"/>
                </a:solidFill>
              </a:defRPr>
            </a:lvl8pPr>
            <a:lvl9pPr>
              <a:buNone/>
              <a:defRPr sz="750" b="1">
                <a:solidFill>
                  <a:srgbClr val="A65A12"/>
                </a:solidFill>
              </a:defRPr>
            </a:lvl9pPr>
          </a:lstStyle>
          <a:p xmlns:a="http://schemas.openxmlformats.org/drawingml/2006/main">
            <a:pPr>
              <a:buNone/>
              <a:defRPr sz="750" b="1">
                <a:solidFill>
                  <a:srgbClr val="A65A12"/>
                </a:solidFill>
              </a:defRPr>
            </a:pPr>
            <a:r>
              <a:rPr sz="750" b="1">
                <a:solidFill>
                  <a:srgbClr val="A65A12"/>
                </a:solidFill>
              </a:rPr>
              <a:t>AUGMENTATION</a:t>
            </a:r>
          </a:p>
        </p:txBody>
      </p:sp>
      <p:sp>
        <p:nvSpPr>
          <p:cNvPr id="35" name="AUGMENTATION-status">
            <a:extLst xmlns:a="http://schemas.openxmlformats.org/drawingml/2006/main">
              <a:ext uri="{FF2B5EF4-FFF2-40B4-BE49-F238E27FC236}">
                <a16:creationId xmlns:a16="http://schemas.microsoft.com/office/drawing/2014/main" id="{C35DA2F5-2DF6-4789-8269-EBD98900C11F}"/>
              </a:ext>
            </a:extLst>
          </p:cNvPr>
          <p:cNvSpPr>
            <a:spLocks xmlns:a="http://schemas.openxmlformats.org/drawingml/2006/main" noGrp="1"/>
          </p:cNvSpPr>
          <p:nvPr/>
        </p:nvSpPr>
        <p:spPr>
          <a:xfrm xmlns:a="http://schemas.openxmlformats.org/drawingml/2006/main">
            <a:off x="3600450" y="5391150"/>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A65A12"/>
                </a:solidFill>
              </a:defRPr>
            </a:defPPr>
            <a:lvl1pPr>
              <a:buNone/>
              <a:defRPr sz="1275" b="1">
                <a:solidFill>
                  <a:srgbClr val="A65A12"/>
                </a:solidFill>
              </a:defRPr>
            </a:lvl1pPr>
            <a:lvl2pPr>
              <a:buNone/>
              <a:defRPr sz="1275" b="1">
                <a:solidFill>
                  <a:srgbClr val="A65A12"/>
                </a:solidFill>
              </a:defRPr>
            </a:lvl2pPr>
            <a:lvl3pPr>
              <a:buNone/>
              <a:defRPr sz="1275" b="1">
                <a:solidFill>
                  <a:srgbClr val="A65A12"/>
                </a:solidFill>
              </a:defRPr>
            </a:lvl3pPr>
            <a:lvl4pPr>
              <a:buNone/>
              <a:defRPr sz="1275" b="1">
                <a:solidFill>
                  <a:srgbClr val="A65A12"/>
                </a:solidFill>
              </a:defRPr>
            </a:lvl4pPr>
            <a:lvl5pPr>
              <a:buNone/>
              <a:defRPr sz="1275" b="1">
                <a:solidFill>
                  <a:srgbClr val="A65A12"/>
                </a:solidFill>
              </a:defRPr>
            </a:lvl5pPr>
            <a:lvl6pPr>
              <a:buNone/>
              <a:defRPr sz="1275" b="1">
                <a:solidFill>
                  <a:srgbClr val="A65A12"/>
                </a:solidFill>
              </a:defRPr>
            </a:lvl6pPr>
            <a:lvl7pPr>
              <a:buNone/>
              <a:defRPr sz="1275" b="1">
                <a:solidFill>
                  <a:srgbClr val="A65A12"/>
                </a:solidFill>
              </a:defRPr>
            </a:lvl7pPr>
            <a:lvl8pPr>
              <a:buNone/>
              <a:defRPr sz="1275" b="1">
                <a:solidFill>
                  <a:srgbClr val="A65A12"/>
                </a:solidFill>
              </a:defRPr>
            </a:lvl8pPr>
            <a:lvl9pPr>
              <a:buNone/>
              <a:defRPr sz="1275" b="1">
                <a:solidFill>
                  <a:srgbClr val="A65A12"/>
                </a:solidFill>
              </a:defRPr>
            </a:lvl9pPr>
          </a:lstStyle>
          <a:p xmlns:a="http://schemas.openxmlformats.org/drawingml/2006/main">
            <a:pPr>
              <a:buNone/>
              <a:defRPr sz="1275" b="1">
                <a:solidFill>
                  <a:srgbClr val="A65A12"/>
                </a:solidFill>
              </a:defRPr>
            </a:pPr>
            <a:r>
              <a:rPr sz="1275" b="1">
                <a:solidFill>
                  <a:srgbClr val="A65A12"/>
                </a:solidFill>
              </a:rPr>
              <a:t>RISK</a:t>
            </a:r>
          </a:p>
        </p:txBody>
      </p:sp>
      <p:sp>
        <p:nvSpPr>
          <p:cNvPr id="36" name="AUGMENTATION-explanation">
            <a:extLst xmlns:a="http://schemas.openxmlformats.org/drawingml/2006/main">
              <a:ext uri="{FF2B5EF4-FFF2-40B4-BE49-F238E27FC236}">
                <a16:creationId xmlns:a16="http://schemas.microsoft.com/office/drawing/2014/main" id="{60056E84-B39B-4E3B-A43C-80D1E4B603EF}"/>
              </a:ext>
            </a:extLst>
          </p:cNvPr>
          <p:cNvSpPr>
            <a:spLocks xmlns:a="http://schemas.openxmlformats.org/drawingml/2006/main" noGrp="1"/>
          </p:cNvSpPr>
          <p:nvPr/>
        </p:nvSpPr>
        <p:spPr>
          <a:xfrm xmlns:a="http://schemas.openxmlformats.org/drawingml/2006/main">
            <a:off x="4343400" y="521970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a:solidFill>
                  <a:srgbClr val="4D606A"/>
                </a:solidFill>
              </a:defRPr>
            </a:defPPr>
            <a:lvl1pPr>
              <a:buNone/>
              <a:defRPr sz="863">
                <a:solidFill>
                  <a:srgbClr val="4D606A"/>
                </a:solidFill>
              </a:defRPr>
            </a:lvl1pPr>
            <a:lvl2pPr>
              <a:buNone/>
              <a:defRPr sz="863">
                <a:solidFill>
                  <a:srgbClr val="4D606A"/>
                </a:solidFill>
              </a:defRPr>
            </a:lvl2pPr>
            <a:lvl3pPr>
              <a:buNone/>
              <a:defRPr sz="863">
                <a:solidFill>
                  <a:srgbClr val="4D606A"/>
                </a:solidFill>
              </a:defRPr>
            </a:lvl3pPr>
            <a:lvl4pPr>
              <a:buNone/>
              <a:defRPr sz="863">
                <a:solidFill>
                  <a:srgbClr val="4D606A"/>
                </a:solidFill>
              </a:defRPr>
            </a:lvl4pPr>
            <a:lvl5pPr>
              <a:buNone/>
              <a:defRPr sz="863">
                <a:solidFill>
                  <a:srgbClr val="4D606A"/>
                </a:solidFill>
              </a:defRPr>
            </a:lvl5pPr>
            <a:lvl6pPr>
              <a:buNone/>
              <a:defRPr sz="863">
                <a:solidFill>
                  <a:srgbClr val="4D606A"/>
                </a:solidFill>
              </a:defRPr>
            </a:lvl6pPr>
            <a:lvl7pPr>
              <a:buNone/>
              <a:defRPr sz="863">
                <a:solidFill>
                  <a:srgbClr val="4D606A"/>
                </a:solidFill>
              </a:defRPr>
            </a:lvl7pPr>
            <a:lvl8pPr>
              <a:buNone/>
              <a:defRPr sz="863">
                <a:solidFill>
                  <a:srgbClr val="4D606A"/>
                </a:solidFill>
              </a:defRPr>
            </a:lvl8pPr>
            <a:lvl9pPr>
              <a:buNone/>
              <a:defRPr sz="863">
                <a:solidFill>
                  <a:srgbClr val="4D606A"/>
                </a:solidFill>
              </a:defRPr>
            </a:lvl9pPr>
          </a:lstStyle>
          <a:p xmlns:a="http://schemas.openxmlformats.org/drawingml/2006/main">
            <a:pPr>
              <a:buNone/>
              <a:defRPr sz="863">
                <a:solidFill>
                  <a:srgbClr val="4D606A"/>
                </a:solidFill>
              </a:defRPr>
            </a:pPr>
            <a:r>
              <a:rPr sz="863">
                <a:solidFill>
                  <a:srgbClr val="4D606A"/>
                </a:solidFill>
              </a:rPr>
              <a:t>Full parent table also supplied unrelated denosumab rows.</a:t>
            </a:r>
          </a:p>
        </p:txBody>
      </p:sp>
      <p:sp>
        <p:nvSpPr>
          <p:cNvPr id="37" name="GENERATION-verdict">
            <a:extLst xmlns:a="http://schemas.openxmlformats.org/drawingml/2006/main">
              <a:ext uri="{FF2B5EF4-FFF2-40B4-BE49-F238E27FC236}">
                <a16:creationId xmlns:a16="http://schemas.microsoft.com/office/drawing/2014/main" id="{6FBDF169-A6BC-4AB3-91C0-7363514876F3}"/>
              </a:ext>
            </a:extLst>
          </p:cNvPr>
          <p:cNvSpPr>
            <a:spLocks xmlns:a="http://schemas.openxmlformats.org/drawingml/2006/main" noGrp="1"/>
          </p:cNvSpPr>
          <p:nvPr/>
        </p:nvSpPr>
        <p:spPr>
          <a:xfrm xmlns:a="http://schemas.openxmlformats.org/drawingml/2006/main">
            <a:off x="6343650" y="5048250"/>
            <a:ext cx="2743200" cy="876300"/>
          </a:xfrm>
          <a:prstGeom xmlns:a="http://schemas.openxmlformats.org/drawingml/2006/main" prst="roundRect">
            <a:avLst>
              <a:gd name="adj" fmla="val 8696"/>
            </a:avLst>
          </a:prstGeom>
          <a:solidFill xmlns:a="http://schemas.openxmlformats.org/drawingml/2006/main">
            <a:srgbClr val="FFF0F0"/>
          </a:solidFill>
          <a:ln xmlns:a="http://schemas.openxmlformats.org/drawingml/2006/main" w="9525">
            <a:solidFill>
              <a:srgbClr val="A54040"/>
            </a:solidFill>
            <a:prstDash val="solid"/>
          </a:ln>
        </p:spPr>
      </p:sp>
      <p:sp>
        <p:nvSpPr>
          <p:cNvPr id="38" name="GENERATION-label">
            <a:extLst xmlns:a="http://schemas.openxmlformats.org/drawingml/2006/main">
              <a:ext uri="{FF2B5EF4-FFF2-40B4-BE49-F238E27FC236}">
                <a16:creationId xmlns:a16="http://schemas.microsoft.com/office/drawing/2014/main" id="{A7671EF5-0F06-4691-A67E-2D889AB49171}"/>
              </a:ext>
            </a:extLst>
          </p:cNvPr>
          <p:cNvSpPr>
            <a:spLocks xmlns:a="http://schemas.openxmlformats.org/drawingml/2006/main" noGrp="1"/>
          </p:cNvSpPr>
          <p:nvPr/>
        </p:nvSpPr>
        <p:spPr>
          <a:xfrm xmlns:a="http://schemas.openxmlformats.org/drawingml/2006/main">
            <a:off x="6477000" y="518160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A54040"/>
                </a:solidFill>
              </a:defRPr>
            </a:defPPr>
            <a:lvl1pPr>
              <a:buNone/>
              <a:defRPr sz="750" b="1">
                <a:solidFill>
                  <a:srgbClr val="A54040"/>
                </a:solidFill>
              </a:defRPr>
            </a:lvl1pPr>
            <a:lvl2pPr>
              <a:buNone/>
              <a:defRPr sz="750" b="1">
                <a:solidFill>
                  <a:srgbClr val="A54040"/>
                </a:solidFill>
              </a:defRPr>
            </a:lvl2pPr>
            <a:lvl3pPr>
              <a:buNone/>
              <a:defRPr sz="750" b="1">
                <a:solidFill>
                  <a:srgbClr val="A54040"/>
                </a:solidFill>
              </a:defRPr>
            </a:lvl3pPr>
            <a:lvl4pPr>
              <a:buNone/>
              <a:defRPr sz="750" b="1">
                <a:solidFill>
                  <a:srgbClr val="A54040"/>
                </a:solidFill>
              </a:defRPr>
            </a:lvl4pPr>
            <a:lvl5pPr>
              <a:buNone/>
              <a:defRPr sz="750" b="1">
                <a:solidFill>
                  <a:srgbClr val="A54040"/>
                </a:solidFill>
              </a:defRPr>
            </a:lvl5pPr>
            <a:lvl6pPr>
              <a:buNone/>
              <a:defRPr sz="750" b="1">
                <a:solidFill>
                  <a:srgbClr val="A54040"/>
                </a:solidFill>
              </a:defRPr>
            </a:lvl6pPr>
            <a:lvl7pPr>
              <a:buNone/>
              <a:defRPr sz="750" b="1">
                <a:solidFill>
                  <a:srgbClr val="A54040"/>
                </a:solidFill>
              </a:defRPr>
            </a:lvl7pPr>
            <a:lvl8pPr>
              <a:buNone/>
              <a:defRPr sz="750" b="1">
                <a:solidFill>
                  <a:srgbClr val="A54040"/>
                </a:solidFill>
              </a:defRPr>
            </a:lvl8pPr>
            <a:lvl9pPr>
              <a:buNone/>
              <a:defRPr sz="750" b="1">
                <a:solidFill>
                  <a:srgbClr val="A54040"/>
                </a:solidFill>
              </a:defRPr>
            </a:lvl9pPr>
          </a:lstStyle>
          <a:p xmlns:a="http://schemas.openxmlformats.org/drawingml/2006/main">
            <a:pPr>
              <a:buNone/>
              <a:defRPr sz="750" b="1">
                <a:solidFill>
                  <a:srgbClr val="A54040"/>
                </a:solidFill>
              </a:defRPr>
            </a:pPr>
            <a:r>
              <a:rPr sz="750" b="1">
                <a:solidFill>
                  <a:srgbClr val="A54040"/>
                </a:solidFill>
              </a:rPr>
              <a:t>GENERATION</a:t>
            </a:r>
          </a:p>
        </p:txBody>
      </p:sp>
      <p:sp>
        <p:nvSpPr>
          <p:cNvPr id="39" name="GENERATION-status">
            <a:extLst xmlns:a="http://schemas.openxmlformats.org/drawingml/2006/main">
              <a:ext uri="{FF2B5EF4-FFF2-40B4-BE49-F238E27FC236}">
                <a16:creationId xmlns:a16="http://schemas.microsoft.com/office/drawing/2014/main" id="{60CEF284-B6B7-449B-85BE-2148DB8E80A2}"/>
              </a:ext>
            </a:extLst>
          </p:cNvPr>
          <p:cNvSpPr>
            <a:spLocks xmlns:a="http://schemas.openxmlformats.org/drawingml/2006/main" noGrp="1"/>
          </p:cNvSpPr>
          <p:nvPr/>
        </p:nvSpPr>
        <p:spPr>
          <a:xfrm xmlns:a="http://schemas.openxmlformats.org/drawingml/2006/main">
            <a:off x="6477000" y="5391150"/>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A54040"/>
                </a:solidFill>
              </a:defRPr>
            </a:defPPr>
            <a:lvl1pPr>
              <a:buNone/>
              <a:defRPr sz="1275" b="1">
                <a:solidFill>
                  <a:srgbClr val="A54040"/>
                </a:solidFill>
              </a:defRPr>
            </a:lvl1pPr>
            <a:lvl2pPr>
              <a:buNone/>
              <a:defRPr sz="1275" b="1">
                <a:solidFill>
                  <a:srgbClr val="A54040"/>
                </a:solidFill>
              </a:defRPr>
            </a:lvl2pPr>
            <a:lvl3pPr>
              <a:buNone/>
              <a:defRPr sz="1275" b="1">
                <a:solidFill>
                  <a:srgbClr val="A54040"/>
                </a:solidFill>
              </a:defRPr>
            </a:lvl3pPr>
            <a:lvl4pPr>
              <a:buNone/>
              <a:defRPr sz="1275" b="1">
                <a:solidFill>
                  <a:srgbClr val="A54040"/>
                </a:solidFill>
              </a:defRPr>
            </a:lvl4pPr>
            <a:lvl5pPr>
              <a:buNone/>
              <a:defRPr sz="1275" b="1">
                <a:solidFill>
                  <a:srgbClr val="A54040"/>
                </a:solidFill>
              </a:defRPr>
            </a:lvl5pPr>
            <a:lvl6pPr>
              <a:buNone/>
              <a:defRPr sz="1275" b="1">
                <a:solidFill>
                  <a:srgbClr val="A54040"/>
                </a:solidFill>
              </a:defRPr>
            </a:lvl6pPr>
            <a:lvl7pPr>
              <a:buNone/>
              <a:defRPr sz="1275" b="1">
                <a:solidFill>
                  <a:srgbClr val="A54040"/>
                </a:solidFill>
              </a:defRPr>
            </a:lvl7pPr>
            <a:lvl8pPr>
              <a:buNone/>
              <a:defRPr sz="1275" b="1">
                <a:solidFill>
                  <a:srgbClr val="A54040"/>
                </a:solidFill>
              </a:defRPr>
            </a:lvl8pPr>
            <a:lvl9pPr>
              <a:buNone/>
              <a:defRPr sz="1275" b="1">
                <a:solidFill>
                  <a:srgbClr val="A54040"/>
                </a:solidFill>
              </a:defRPr>
            </a:lvl9pPr>
          </a:lstStyle>
          <a:p xmlns:a="http://schemas.openxmlformats.org/drawingml/2006/main">
            <a:pPr>
              <a:buNone/>
              <a:defRPr sz="1275" b="1">
                <a:solidFill>
                  <a:srgbClr val="A54040"/>
                </a:solidFill>
              </a:defRPr>
            </a:pPr>
            <a:r>
              <a:rPr sz="1275" b="1">
                <a:solidFill>
                  <a:srgbClr val="A54040"/>
                </a:solidFill>
              </a:rPr>
              <a:t>FAIL</a:t>
            </a:r>
          </a:p>
        </p:txBody>
      </p:sp>
      <p:sp>
        <p:nvSpPr>
          <p:cNvPr id="40" name="GENERATION-explanation">
            <a:extLst xmlns:a="http://schemas.openxmlformats.org/drawingml/2006/main">
              <a:ext uri="{FF2B5EF4-FFF2-40B4-BE49-F238E27FC236}">
                <a16:creationId xmlns:a16="http://schemas.microsoft.com/office/drawing/2014/main" id="{5EAD0A6F-B387-49BF-AF87-3E4BD277D027}"/>
              </a:ext>
            </a:extLst>
          </p:cNvPr>
          <p:cNvSpPr>
            <a:spLocks xmlns:a="http://schemas.openxmlformats.org/drawingml/2006/main" noGrp="1"/>
          </p:cNvSpPr>
          <p:nvPr/>
        </p:nvSpPr>
        <p:spPr>
          <a:xfrm xmlns:a="http://schemas.openxmlformats.org/drawingml/2006/main">
            <a:off x="7219950" y="5219700"/>
            <a:ext cx="1733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a:solidFill>
                  <a:srgbClr val="4D606A"/>
                </a:solidFill>
              </a:defRPr>
            </a:defPPr>
            <a:lvl1pPr>
              <a:buNone/>
              <a:defRPr sz="863">
                <a:solidFill>
                  <a:srgbClr val="4D606A"/>
                </a:solidFill>
              </a:defRPr>
            </a:lvl1pPr>
            <a:lvl2pPr>
              <a:buNone/>
              <a:defRPr sz="863">
                <a:solidFill>
                  <a:srgbClr val="4D606A"/>
                </a:solidFill>
              </a:defRPr>
            </a:lvl2pPr>
            <a:lvl3pPr>
              <a:buNone/>
              <a:defRPr sz="863">
                <a:solidFill>
                  <a:srgbClr val="4D606A"/>
                </a:solidFill>
              </a:defRPr>
            </a:lvl3pPr>
            <a:lvl4pPr>
              <a:buNone/>
              <a:defRPr sz="863">
                <a:solidFill>
                  <a:srgbClr val="4D606A"/>
                </a:solidFill>
              </a:defRPr>
            </a:lvl4pPr>
            <a:lvl5pPr>
              <a:buNone/>
              <a:defRPr sz="863">
                <a:solidFill>
                  <a:srgbClr val="4D606A"/>
                </a:solidFill>
              </a:defRPr>
            </a:lvl5pPr>
            <a:lvl6pPr>
              <a:buNone/>
              <a:defRPr sz="863">
                <a:solidFill>
                  <a:srgbClr val="4D606A"/>
                </a:solidFill>
              </a:defRPr>
            </a:lvl6pPr>
            <a:lvl7pPr>
              <a:buNone/>
              <a:defRPr sz="863">
                <a:solidFill>
                  <a:srgbClr val="4D606A"/>
                </a:solidFill>
              </a:defRPr>
            </a:lvl7pPr>
            <a:lvl8pPr>
              <a:buNone/>
              <a:defRPr sz="863">
                <a:solidFill>
                  <a:srgbClr val="4D606A"/>
                </a:solidFill>
              </a:defRPr>
            </a:lvl8pPr>
            <a:lvl9pPr>
              <a:buNone/>
              <a:defRPr sz="863">
                <a:solidFill>
                  <a:srgbClr val="4D606A"/>
                </a:solidFill>
              </a:defRPr>
            </a:lvl9pPr>
          </a:lstStyle>
          <a:p xmlns:a="http://schemas.openxmlformats.org/drawingml/2006/main">
            <a:pPr>
              <a:buNone/>
              <a:defRPr sz="863">
                <a:solidFill>
                  <a:srgbClr val="4D606A"/>
                </a:solidFill>
              </a:defRPr>
            </a:pPr>
            <a:r>
              <a:rPr sz="863">
                <a:solidFill>
                  <a:srgbClr val="4D606A"/>
                </a:solidFill>
              </a:rPr>
              <a:t>The answer selected sibling rows instead of filtering to Q5157.</a:t>
            </a:r>
          </a:p>
        </p:txBody>
      </p:sp>
      <p:sp>
        <p:nvSpPr>
          <p:cNvPr id="41" name="LLM JUDGE-verdict">
            <a:extLst xmlns:a="http://schemas.openxmlformats.org/drawingml/2006/main">
              <a:ext uri="{FF2B5EF4-FFF2-40B4-BE49-F238E27FC236}">
                <a16:creationId xmlns:a16="http://schemas.microsoft.com/office/drawing/2014/main" id="{FC44388C-B7A0-49E9-81FE-EAD6C21F82AF}"/>
              </a:ext>
            </a:extLst>
          </p:cNvPr>
          <p:cNvSpPr>
            <a:spLocks xmlns:a="http://schemas.openxmlformats.org/drawingml/2006/main" noGrp="1"/>
          </p:cNvSpPr>
          <p:nvPr/>
        </p:nvSpPr>
        <p:spPr>
          <a:xfrm xmlns:a="http://schemas.openxmlformats.org/drawingml/2006/main">
            <a:off x="9220200" y="5048250"/>
            <a:ext cx="2171700" cy="876300"/>
          </a:xfrm>
          <a:prstGeom xmlns:a="http://schemas.openxmlformats.org/drawingml/2006/main" prst="roundRect">
            <a:avLst>
              <a:gd name="adj" fmla="val 8696"/>
            </a:avLst>
          </a:prstGeom>
          <a:solidFill xmlns:a="http://schemas.openxmlformats.org/drawingml/2006/main">
            <a:srgbClr val="F4F1FA"/>
          </a:solidFill>
          <a:ln xmlns:a="http://schemas.openxmlformats.org/drawingml/2006/main" w="9525">
            <a:solidFill>
              <a:srgbClr val="68469B"/>
            </a:solidFill>
            <a:prstDash val="solid"/>
          </a:ln>
        </p:spPr>
      </p:sp>
      <p:sp>
        <p:nvSpPr>
          <p:cNvPr id="42" name="LLM JUDGE-label">
            <a:extLst xmlns:a="http://schemas.openxmlformats.org/drawingml/2006/main">
              <a:ext uri="{FF2B5EF4-FFF2-40B4-BE49-F238E27FC236}">
                <a16:creationId xmlns:a16="http://schemas.microsoft.com/office/drawing/2014/main" id="{ED3EF282-2577-45A9-B52D-AADB22714281}"/>
              </a:ext>
            </a:extLst>
          </p:cNvPr>
          <p:cNvSpPr>
            <a:spLocks xmlns:a="http://schemas.openxmlformats.org/drawingml/2006/main" noGrp="1"/>
          </p:cNvSpPr>
          <p:nvPr/>
        </p:nvSpPr>
        <p:spPr>
          <a:xfrm xmlns:a="http://schemas.openxmlformats.org/drawingml/2006/main">
            <a:off x="9353550" y="518160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50" b="1">
                <a:solidFill>
                  <a:srgbClr val="68469B"/>
                </a:solidFill>
              </a:defRPr>
            </a:defPPr>
            <a:lvl1pPr>
              <a:buNone/>
              <a:defRPr sz="750" b="1">
                <a:solidFill>
                  <a:srgbClr val="68469B"/>
                </a:solidFill>
              </a:defRPr>
            </a:lvl1pPr>
            <a:lvl2pPr>
              <a:buNone/>
              <a:defRPr sz="750" b="1">
                <a:solidFill>
                  <a:srgbClr val="68469B"/>
                </a:solidFill>
              </a:defRPr>
            </a:lvl2pPr>
            <a:lvl3pPr>
              <a:buNone/>
              <a:defRPr sz="750" b="1">
                <a:solidFill>
                  <a:srgbClr val="68469B"/>
                </a:solidFill>
              </a:defRPr>
            </a:lvl3pPr>
            <a:lvl4pPr>
              <a:buNone/>
              <a:defRPr sz="750" b="1">
                <a:solidFill>
                  <a:srgbClr val="68469B"/>
                </a:solidFill>
              </a:defRPr>
            </a:lvl4pPr>
            <a:lvl5pPr>
              <a:buNone/>
              <a:defRPr sz="750" b="1">
                <a:solidFill>
                  <a:srgbClr val="68469B"/>
                </a:solidFill>
              </a:defRPr>
            </a:lvl5pPr>
            <a:lvl6pPr>
              <a:buNone/>
              <a:defRPr sz="750" b="1">
                <a:solidFill>
                  <a:srgbClr val="68469B"/>
                </a:solidFill>
              </a:defRPr>
            </a:lvl6pPr>
            <a:lvl7pPr>
              <a:buNone/>
              <a:defRPr sz="750" b="1">
                <a:solidFill>
                  <a:srgbClr val="68469B"/>
                </a:solidFill>
              </a:defRPr>
            </a:lvl7pPr>
            <a:lvl8pPr>
              <a:buNone/>
              <a:defRPr sz="750" b="1">
                <a:solidFill>
                  <a:srgbClr val="68469B"/>
                </a:solidFill>
              </a:defRPr>
            </a:lvl8pPr>
            <a:lvl9pPr>
              <a:buNone/>
              <a:defRPr sz="750" b="1">
                <a:solidFill>
                  <a:srgbClr val="68469B"/>
                </a:solidFill>
              </a:defRPr>
            </a:lvl9pPr>
          </a:lstStyle>
          <a:p xmlns:a="http://schemas.openxmlformats.org/drawingml/2006/main">
            <a:pPr>
              <a:buNone/>
              <a:defRPr sz="750" b="1">
                <a:solidFill>
                  <a:srgbClr val="68469B"/>
                </a:solidFill>
              </a:defRPr>
            </a:pPr>
            <a:r>
              <a:rPr sz="750" b="1">
                <a:solidFill>
                  <a:srgbClr val="68469B"/>
                </a:solidFill>
              </a:rPr>
              <a:t>LLM JUDGE</a:t>
            </a:r>
          </a:p>
        </p:txBody>
      </p:sp>
      <p:sp>
        <p:nvSpPr>
          <p:cNvPr id="43" name="LLM JUDGE-status">
            <a:extLst xmlns:a="http://schemas.openxmlformats.org/drawingml/2006/main">
              <a:ext uri="{FF2B5EF4-FFF2-40B4-BE49-F238E27FC236}">
                <a16:creationId xmlns:a16="http://schemas.microsoft.com/office/drawing/2014/main" id="{06594A9A-8552-4298-9BA9-F23D869F3968}"/>
              </a:ext>
            </a:extLst>
          </p:cNvPr>
          <p:cNvSpPr>
            <a:spLocks xmlns:a="http://schemas.openxmlformats.org/drawingml/2006/main" noGrp="1"/>
          </p:cNvSpPr>
          <p:nvPr/>
        </p:nvSpPr>
        <p:spPr>
          <a:xfrm xmlns:a="http://schemas.openxmlformats.org/drawingml/2006/main">
            <a:off x="9353550" y="5391150"/>
            <a:ext cx="800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68469B"/>
                </a:solidFill>
              </a:defRPr>
            </a:defPPr>
            <a:lvl1pPr>
              <a:buNone/>
              <a:defRPr sz="1275" b="1">
                <a:solidFill>
                  <a:srgbClr val="68469B"/>
                </a:solidFill>
              </a:defRPr>
            </a:lvl1pPr>
            <a:lvl2pPr>
              <a:buNone/>
              <a:defRPr sz="1275" b="1">
                <a:solidFill>
                  <a:srgbClr val="68469B"/>
                </a:solidFill>
              </a:defRPr>
            </a:lvl2pPr>
            <a:lvl3pPr>
              <a:buNone/>
              <a:defRPr sz="1275" b="1">
                <a:solidFill>
                  <a:srgbClr val="68469B"/>
                </a:solidFill>
              </a:defRPr>
            </a:lvl3pPr>
            <a:lvl4pPr>
              <a:buNone/>
              <a:defRPr sz="1275" b="1">
                <a:solidFill>
                  <a:srgbClr val="68469B"/>
                </a:solidFill>
              </a:defRPr>
            </a:lvl4pPr>
            <a:lvl5pPr>
              <a:buNone/>
              <a:defRPr sz="1275" b="1">
                <a:solidFill>
                  <a:srgbClr val="68469B"/>
                </a:solidFill>
              </a:defRPr>
            </a:lvl5pPr>
            <a:lvl6pPr>
              <a:buNone/>
              <a:defRPr sz="1275" b="1">
                <a:solidFill>
                  <a:srgbClr val="68469B"/>
                </a:solidFill>
              </a:defRPr>
            </a:lvl6pPr>
            <a:lvl7pPr>
              <a:buNone/>
              <a:defRPr sz="1275" b="1">
                <a:solidFill>
                  <a:srgbClr val="68469B"/>
                </a:solidFill>
              </a:defRPr>
            </a:lvl7pPr>
            <a:lvl8pPr>
              <a:buNone/>
              <a:defRPr sz="1275" b="1">
                <a:solidFill>
                  <a:srgbClr val="68469B"/>
                </a:solidFill>
              </a:defRPr>
            </a:lvl8pPr>
            <a:lvl9pPr>
              <a:buNone/>
              <a:defRPr sz="1275" b="1">
                <a:solidFill>
                  <a:srgbClr val="68469B"/>
                </a:solidFill>
              </a:defRPr>
            </a:lvl9pPr>
          </a:lstStyle>
          <a:p xmlns:a="http://schemas.openxmlformats.org/drawingml/2006/main">
            <a:pPr>
              <a:buNone/>
              <a:defRPr sz="1275" b="1">
                <a:solidFill>
                  <a:srgbClr val="68469B"/>
                </a:solidFill>
              </a:defRPr>
            </a:pPr>
            <a:r>
              <a:rPr sz="1275" b="1">
                <a:solidFill>
                  <a:srgbClr val="68469B"/>
                </a:solidFill>
              </a:rPr>
              <a:t>INVALID</a:t>
            </a:r>
          </a:p>
        </p:txBody>
      </p:sp>
      <p:sp>
        <p:nvSpPr>
          <p:cNvPr id="44" name="LLM JUDGE-explanation">
            <a:extLst xmlns:a="http://schemas.openxmlformats.org/drawingml/2006/main">
              <a:ext uri="{FF2B5EF4-FFF2-40B4-BE49-F238E27FC236}">
                <a16:creationId xmlns:a16="http://schemas.microsoft.com/office/drawing/2014/main" id="{241A7C64-5A1F-499D-A97B-D8CB4553790A}"/>
              </a:ext>
            </a:extLst>
          </p:cNvPr>
          <p:cNvSpPr>
            <a:spLocks xmlns:a="http://schemas.openxmlformats.org/drawingml/2006/main" noGrp="1"/>
          </p:cNvSpPr>
          <p:nvPr/>
        </p:nvSpPr>
        <p:spPr>
          <a:xfrm xmlns:a="http://schemas.openxmlformats.org/drawingml/2006/main">
            <a:off x="10096500" y="5219700"/>
            <a:ext cx="1162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63">
                <a:solidFill>
                  <a:srgbClr val="4D606A"/>
                </a:solidFill>
              </a:defRPr>
            </a:defPPr>
            <a:lvl1pPr>
              <a:buNone/>
              <a:defRPr sz="863">
                <a:solidFill>
                  <a:srgbClr val="4D606A"/>
                </a:solidFill>
              </a:defRPr>
            </a:lvl1pPr>
            <a:lvl2pPr>
              <a:buNone/>
              <a:defRPr sz="863">
                <a:solidFill>
                  <a:srgbClr val="4D606A"/>
                </a:solidFill>
              </a:defRPr>
            </a:lvl2pPr>
            <a:lvl3pPr>
              <a:buNone/>
              <a:defRPr sz="863">
                <a:solidFill>
                  <a:srgbClr val="4D606A"/>
                </a:solidFill>
              </a:defRPr>
            </a:lvl3pPr>
            <a:lvl4pPr>
              <a:buNone/>
              <a:defRPr sz="863">
                <a:solidFill>
                  <a:srgbClr val="4D606A"/>
                </a:solidFill>
              </a:defRPr>
            </a:lvl4pPr>
            <a:lvl5pPr>
              <a:buNone/>
              <a:defRPr sz="863">
                <a:solidFill>
                  <a:srgbClr val="4D606A"/>
                </a:solidFill>
              </a:defRPr>
            </a:lvl5pPr>
            <a:lvl6pPr>
              <a:buNone/>
              <a:defRPr sz="863">
                <a:solidFill>
                  <a:srgbClr val="4D606A"/>
                </a:solidFill>
              </a:defRPr>
            </a:lvl6pPr>
            <a:lvl7pPr>
              <a:buNone/>
              <a:defRPr sz="863">
                <a:solidFill>
                  <a:srgbClr val="4D606A"/>
                </a:solidFill>
              </a:defRPr>
            </a:lvl7pPr>
            <a:lvl8pPr>
              <a:buNone/>
              <a:defRPr sz="863">
                <a:solidFill>
                  <a:srgbClr val="4D606A"/>
                </a:solidFill>
              </a:defRPr>
            </a:lvl8pPr>
            <a:lvl9pPr>
              <a:buNone/>
              <a:defRPr sz="863">
                <a:solidFill>
                  <a:srgbClr val="4D606A"/>
                </a:solidFill>
              </a:defRPr>
            </a:lvl9pPr>
          </a:lstStyle>
          <a:p xmlns:a="http://schemas.openxmlformats.org/drawingml/2006/main">
            <a:pPr>
              <a:buNone/>
              <a:defRPr sz="863">
                <a:solidFill>
                  <a:srgbClr val="4D606A"/>
                </a:solidFill>
              </a:defRPr>
            </a:pPr>
            <a:r>
              <a:rPr sz="863">
                <a:solidFill>
                  <a:srgbClr val="4D606A"/>
                </a:solidFill>
              </a:rPr>
              <a:t>It treated Xtrenbo as Q5157; the source assigns Xtrenbo to J3590.</a:t>
            </a:r>
          </a:p>
        </p:txBody>
      </p:sp>
      <p:sp>
        <p:nvSpPr>
          <p:cNvPr id="45" name="conclusion">
            <a:extLst xmlns:a="http://schemas.openxmlformats.org/drawingml/2006/main">
              <a:ext uri="{FF2B5EF4-FFF2-40B4-BE49-F238E27FC236}">
                <a16:creationId xmlns:a16="http://schemas.microsoft.com/office/drawing/2014/main" id="{477157B1-DA31-4FD7-96C4-D5493DC7F3C2}"/>
              </a:ext>
            </a:extLst>
          </p:cNvPr>
          <p:cNvSpPr>
            <a:spLocks xmlns:a="http://schemas.openxmlformats.org/drawingml/2006/main" noGrp="1"/>
          </p:cNvSpPr>
          <p:nvPr/>
        </p:nvSpPr>
        <p:spPr>
          <a:xfrm xmlns:a="http://schemas.openxmlformats.org/drawingml/2006/main">
            <a:off x="590550" y="6115050"/>
            <a:ext cx="10801350" cy="400050"/>
          </a:xfrm>
          <a:prstGeom xmlns:a="http://schemas.openxmlformats.org/drawingml/2006/main" prst="roundRect">
            <a:avLst>
              <a:gd name="adj" fmla="val 19048"/>
            </a:avLst>
          </a:prstGeom>
          <a:solidFill xmlns:a="http://schemas.openxmlformats.org/drawingml/2006/main">
            <a:srgbClr val="102B35"/>
          </a:solidFill>
          <a:ln xmlns:a="http://schemas.openxmlformats.org/drawingml/2006/main" w="9525">
            <a:solidFill>
              <a:srgbClr val="102B35"/>
            </a:solidFill>
            <a:prstDash val="solid"/>
          </a:ln>
        </p:spPr>
        <p:txBody>
          <a:bodyPr xmlns:a="http://schemas.openxmlformats.org/drawingml/2006/main" lIns="76200" tIns="76200" rIns="76200" bIns="76200" anchor="ctr"/>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Conclusion: the historical screenshot combines a generation selectivity error with an evaluation error. Retrieval ordering succeeded for the current row-child TableRAG path.</a:t>
            </a:r>
          </a:p>
        </p:txBody>
      </p:sp>
    </p:spTree>
    <p:extLst>
      <p:ext uri="{BB962C8B-B14F-4D97-AF65-F5344CB8AC3E}">
        <p14:creationId xmlns:p14="http://schemas.microsoft.com/office/powerpoint/2010/main" val="147445394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title">
            <a:extLst xmlns:a="http://schemas.openxmlformats.org/drawingml/2006/main">
              <a:ext uri="{FF2B5EF4-FFF2-40B4-BE49-F238E27FC236}">
                <a16:creationId xmlns:a16="http://schemas.microsoft.com/office/drawing/2014/main" id="{5453F847-371C-4DB6-8F20-D93815D1B904}"/>
              </a:ext>
            </a:extLst>
          </p:cNvPr>
          <p:cNvSpPr>
            <a:spLocks xmlns:a="http://schemas.openxmlformats.org/drawingml/2006/main" noGrp="1"/>
          </p:cNvSpPr>
          <p:nvPr/>
        </p:nvSpPr>
        <p:spPr>
          <a:xfrm xmlns:a="http://schemas.openxmlformats.org/drawingml/2006/main">
            <a:off x="590550" y="361950"/>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TableRAG improves evidence assembly, with a token cost</a:t>
            </a:r>
          </a:p>
        </p:txBody>
      </p:sp>
      <p:sp>
        <p:nvSpPr>
          <p:cNvPr id="2" name="subtitle">
            <a:extLst xmlns:a="http://schemas.openxmlformats.org/drawingml/2006/main">
              <a:ext uri="{FF2B5EF4-FFF2-40B4-BE49-F238E27FC236}">
                <a16:creationId xmlns:a16="http://schemas.microsoft.com/office/drawing/2014/main" id="{257AD336-8658-47B3-93D7-D4802A6F3FFC}"/>
              </a:ext>
            </a:extLst>
          </p:cNvPr>
          <p:cNvSpPr>
            <a:spLocks xmlns:a="http://schemas.openxmlformats.org/drawingml/2006/main" noGrp="1"/>
          </p:cNvSpPr>
          <p:nvPr/>
        </p:nvSpPr>
        <p:spPr>
          <a:xfrm xmlns:a="http://schemas.openxmlformats.org/drawingml/2006/main">
            <a:off x="590550" y="866775"/>
            <a:ext cx="1083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Results across 59 table-relation queries using the same BM25 and pgvector retrieval stack</a:t>
            </a:r>
          </a:p>
        </p:txBody>
      </p:sp>
      <p:sp>
        <p:nvSpPr>
          <p:cNvPr id="3" name="baseline-key">
            <a:extLst xmlns:a="http://schemas.openxmlformats.org/drawingml/2006/main">
              <a:ext uri="{FF2B5EF4-FFF2-40B4-BE49-F238E27FC236}">
                <a16:creationId xmlns:a16="http://schemas.microsoft.com/office/drawing/2014/main" id="{07AC5DE0-83EC-4853-989C-A6D3F6C6B482}"/>
              </a:ext>
            </a:extLst>
          </p:cNvPr>
          <p:cNvSpPr>
            <a:spLocks xmlns:a="http://schemas.openxmlformats.org/drawingml/2006/main" noGrp="1"/>
          </p:cNvSpPr>
          <p:nvPr/>
        </p:nvSpPr>
        <p:spPr>
          <a:xfrm xmlns:a="http://schemas.openxmlformats.org/drawingml/2006/main">
            <a:off x="609600" y="1352550"/>
            <a:ext cx="190500" cy="76200"/>
          </a:xfrm>
          <a:prstGeom xmlns:a="http://schemas.openxmlformats.org/drawingml/2006/main" prst="rect">
            <a:avLst/>
          </a:prstGeom>
          <a:solidFill xmlns:a="http://schemas.openxmlformats.org/drawingml/2006/main">
            <a:srgbClr val="7D8D95"/>
          </a:solidFill>
          <a:ln xmlns:a="http://schemas.openxmlformats.org/drawingml/2006/main" w="7620">
            <a:solidFill>
              <a:srgbClr val="7D8D95"/>
            </a:solidFill>
            <a:prstDash val="solid"/>
          </a:ln>
        </p:spPr>
      </p:sp>
      <p:sp>
        <p:nvSpPr>
          <p:cNvPr id="4" name="baseline-label">
            <a:extLst xmlns:a="http://schemas.openxmlformats.org/drawingml/2006/main">
              <a:ext uri="{FF2B5EF4-FFF2-40B4-BE49-F238E27FC236}">
                <a16:creationId xmlns:a16="http://schemas.microsoft.com/office/drawing/2014/main" id="{76E7F3BB-92C0-4307-A797-8463A7961FBA}"/>
              </a:ext>
            </a:extLst>
          </p:cNvPr>
          <p:cNvSpPr>
            <a:spLocks xmlns:a="http://schemas.openxmlformats.org/drawingml/2006/main" noGrp="1"/>
          </p:cNvSpPr>
          <p:nvPr/>
        </p:nvSpPr>
        <p:spPr>
          <a:xfrm xmlns:a="http://schemas.openxmlformats.org/drawingml/2006/main">
            <a:off x="876300" y="1257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7D8D95"/>
                </a:solidFill>
              </a:defRPr>
            </a:defPPr>
            <a:lvl1pPr>
              <a:buNone/>
              <a:defRPr sz="900" b="1">
                <a:solidFill>
                  <a:srgbClr val="7D8D95"/>
                </a:solidFill>
              </a:defRPr>
            </a:lvl1pPr>
            <a:lvl2pPr>
              <a:buNone/>
              <a:defRPr sz="900" b="1">
                <a:solidFill>
                  <a:srgbClr val="7D8D95"/>
                </a:solidFill>
              </a:defRPr>
            </a:lvl2pPr>
            <a:lvl3pPr>
              <a:buNone/>
              <a:defRPr sz="900" b="1">
                <a:solidFill>
                  <a:srgbClr val="7D8D95"/>
                </a:solidFill>
              </a:defRPr>
            </a:lvl3pPr>
            <a:lvl4pPr>
              <a:buNone/>
              <a:defRPr sz="900" b="1">
                <a:solidFill>
                  <a:srgbClr val="7D8D95"/>
                </a:solidFill>
              </a:defRPr>
            </a:lvl4pPr>
            <a:lvl5pPr>
              <a:buNone/>
              <a:defRPr sz="900" b="1">
                <a:solidFill>
                  <a:srgbClr val="7D8D95"/>
                </a:solidFill>
              </a:defRPr>
            </a:lvl5pPr>
            <a:lvl6pPr>
              <a:buNone/>
              <a:defRPr sz="900" b="1">
                <a:solidFill>
                  <a:srgbClr val="7D8D95"/>
                </a:solidFill>
              </a:defRPr>
            </a:lvl6pPr>
            <a:lvl7pPr>
              <a:buNone/>
              <a:defRPr sz="900" b="1">
                <a:solidFill>
                  <a:srgbClr val="7D8D95"/>
                </a:solidFill>
              </a:defRPr>
            </a:lvl7pPr>
            <a:lvl8pPr>
              <a:buNone/>
              <a:defRPr sz="900" b="1">
                <a:solidFill>
                  <a:srgbClr val="7D8D95"/>
                </a:solidFill>
              </a:defRPr>
            </a:lvl8pPr>
            <a:lvl9pPr>
              <a:buNone/>
              <a:defRPr sz="900" b="1">
                <a:solidFill>
                  <a:srgbClr val="7D8D95"/>
                </a:solidFill>
              </a:defRPr>
            </a:lvl9pPr>
          </a:lstStyle>
          <a:p xmlns:a="http://schemas.openxmlformats.org/drawingml/2006/main">
            <a:pPr>
              <a:buNone/>
              <a:defRPr sz="900" b="1">
                <a:solidFill>
                  <a:srgbClr val="7D8D95"/>
                </a:solidFill>
              </a:defRPr>
            </a:pPr>
            <a:r>
              <a:rPr sz="900" b="1">
                <a:solidFill>
                  <a:srgbClr val="7D8D95"/>
                </a:solidFill>
              </a:rPr>
              <a:t>Flat hybrid chunks</a:t>
            </a:r>
          </a:p>
        </p:txBody>
      </p:sp>
      <p:sp>
        <p:nvSpPr>
          <p:cNvPr id="5" name="tablerag-key">
            <a:extLst xmlns:a="http://schemas.openxmlformats.org/drawingml/2006/main">
              <a:ext uri="{FF2B5EF4-FFF2-40B4-BE49-F238E27FC236}">
                <a16:creationId xmlns:a16="http://schemas.microsoft.com/office/drawing/2014/main" id="{AF017D37-F10C-441B-B421-683C21C4F3C2}"/>
              </a:ext>
            </a:extLst>
          </p:cNvPr>
          <p:cNvSpPr>
            <a:spLocks xmlns:a="http://schemas.openxmlformats.org/drawingml/2006/main" noGrp="1"/>
          </p:cNvSpPr>
          <p:nvPr/>
        </p:nvSpPr>
        <p:spPr>
          <a:xfrm xmlns:a="http://schemas.openxmlformats.org/drawingml/2006/main">
            <a:off x="2571750" y="1352550"/>
            <a:ext cx="190500" cy="76200"/>
          </a:xfrm>
          <a:prstGeom xmlns:a="http://schemas.openxmlformats.org/drawingml/2006/main" prst="rect">
            <a:avLst/>
          </a:prstGeom>
          <a:solidFill xmlns:a="http://schemas.openxmlformats.org/drawingml/2006/main">
            <a:srgbClr val="0E8A78"/>
          </a:solidFill>
          <a:ln xmlns:a="http://schemas.openxmlformats.org/drawingml/2006/main" w="7620">
            <a:solidFill>
              <a:srgbClr val="0E8A78"/>
            </a:solidFill>
            <a:prstDash val="solid"/>
          </a:ln>
        </p:spPr>
      </p:sp>
      <p:sp>
        <p:nvSpPr>
          <p:cNvPr id="6" name="tablerag-label">
            <a:extLst xmlns:a="http://schemas.openxmlformats.org/drawingml/2006/main">
              <a:ext uri="{FF2B5EF4-FFF2-40B4-BE49-F238E27FC236}">
                <a16:creationId xmlns:a16="http://schemas.microsoft.com/office/drawing/2014/main" id="{F3D080E7-17D9-49D8-BE4E-24B204046009}"/>
              </a:ext>
            </a:extLst>
          </p:cNvPr>
          <p:cNvSpPr>
            <a:spLocks xmlns:a="http://schemas.openxmlformats.org/drawingml/2006/main" noGrp="1"/>
          </p:cNvSpPr>
          <p:nvPr/>
        </p:nvSpPr>
        <p:spPr>
          <a:xfrm xmlns:a="http://schemas.openxmlformats.org/drawingml/2006/main">
            <a:off x="2838450" y="12573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0E8A78"/>
                </a:solidFill>
              </a:defRPr>
            </a:defPPr>
            <a:lvl1pPr>
              <a:buNone/>
              <a:defRPr sz="900" b="1">
                <a:solidFill>
                  <a:srgbClr val="0E8A78"/>
                </a:solidFill>
              </a:defRPr>
            </a:lvl1pPr>
            <a:lvl2pPr>
              <a:buNone/>
              <a:defRPr sz="900" b="1">
                <a:solidFill>
                  <a:srgbClr val="0E8A78"/>
                </a:solidFill>
              </a:defRPr>
            </a:lvl2pPr>
            <a:lvl3pPr>
              <a:buNone/>
              <a:defRPr sz="900" b="1">
                <a:solidFill>
                  <a:srgbClr val="0E8A78"/>
                </a:solidFill>
              </a:defRPr>
            </a:lvl3pPr>
            <a:lvl4pPr>
              <a:buNone/>
              <a:defRPr sz="900" b="1">
                <a:solidFill>
                  <a:srgbClr val="0E8A78"/>
                </a:solidFill>
              </a:defRPr>
            </a:lvl4pPr>
            <a:lvl5pPr>
              <a:buNone/>
              <a:defRPr sz="900" b="1">
                <a:solidFill>
                  <a:srgbClr val="0E8A78"/>
                </a:solidFill>
              </a:defRPr>
            </a:lvl5pPr>
            <a:lvl6pPr>
              <a:buNone/>
              <a:defRPr sz="900" b="1">
                <a:solidFill>
                  <a:srgbClr val="0E8A78"/>
                </a:solidFill>
              </a:defRPr>
            </a:lvl6pPr>
            <a:lvl7pPr>
              <a:buNone/>
              <a:defRPr sz="900" b="1">
                <a:solidFill>
                  <a:srgbClr val="0E8A78"/>
                </a:solidFill>
              </a:defRPr>
            </a:lvl7pPr>
            <a:lvl8pPr>
              <a:buNone/>
              <a:defRPr sz="900" b="1">
                <a:solidFill>
                  <a:srgbClr val="0E8A78"/>
                </a:solidFill>
              </a:defRPr>
            </a:lvl8pPr>
            <a:lvl9pPr>
              <a:buNone/>
              <a:defRPr sz="900" b="1">
                <a:solidFill>
                  <a:srgbClr val="0E8A78"/>
                </a:solidFill>
              </a:defRPr>
            </a:lvl9pPr>
          </a:lstStyle>
          <a:p xmlns:a="http://schemas.openxmlformats.org/drawingml/2006/main">
            <a:pPr>
              <a:buNone/>
              <a:defRPr sz="900" b="1">
                <a:solidFill>
                  <a:srgbClr val="0E8A78"/>
                </a:solidFill>
              </a:defRPr>
            </a:pPr>
            <a:r>
              <a:rPr sz="900" b="1">
                <a:solidFill>
                  <a:srgbClr val="0E8A78"/>
                </a:solidFill>
              </a:rPr>
              <a:t>TableRAG parent expansion</a:t>
            </a:r>
          </a:p>
        </p:txBody>
      </p:sp>
      <p:sp>
        <p:nvSpPr>
          <p:cNvPr id="7" name="metric-0-label">
            <a:extLst xmlns:a="http://schemas.openxmlformats.org/drawingml/2006/main">
              <a:ext uri="{FF2B5EF4-FFF2-40B4-BE49-F238E27FC236}">
                <a16:creationId xmlns:a16="http://schemas.microsoft.com/office/drawing/2014/main" id="{1CE574E7-6D39-42A7-8D65-BE60CC08978A}"/>
              </a:ext>
            </a:extLst>
          </p:cNvPr>
          <p:cNvSpPr>
            <a:spLocks xmlns:a="http://schemas.openxmlformats.org/drawingml/2006/main" noGrp="1"/>
          </p:cNvSpPr>
          <p:nvPr/>
        </p:nvSpPr>
        <p:spPr>
          <a:xfrm xmlns:a="http://schemas.openxmlformats.org/drawingml/2006/main">
            <a:off x="590550" y="1847850"/>
            <a:ext cx="1638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Judge pass rate</a:t>
            </a:r>
          </a:p>
        </p:txBody>
      </p:sp>
      <p:sp>
        <p:nvSpPr>
          <p:cNvPr id="8" name="metric-0-direction">
            <a:extLst xmlns:a="http://schemas.openxmlformats.org/drawingml/2006/main">
              <a:ext uri="{FF2B5EF4-FFF2-40B4-BE49-F238E27FC236}">
                <a16:creationId xmlns:a16="http://schemas.microsoft.com/office/drawing/2014/main" id="{FCED071B-DCA4-426F-86FF-87E0E020B944}"/>
              </a:ext>
            </a:extLst>
          </p:cNvPr>
          <p:cNvSpPr>
            <a:spLocks xmlns:a="http://schemas.openxmlformats.org/drawingml/2006/main" noGrp="1"/>
          </p:cNvSpPr>
          <p:nvPr/>
        </p:nvSpPr>
        <p:spPr>
          <a:xfrm xmlns:a="http://schemas.openxmlformats.org/drawingml/2006/main">
            <a:off x="590550" y="2105025"/>
            <a:ext cx="1638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a:solidFill>
                  <a:srgbClr val="71828A"/>
                </a:solidFill>
              </a:defRPr>
            </a:defPPr>
            <a:lvl1pPr>
              <a:buNone/>
              <a:defRPr sz="788">
                <a:solidFill>
                  <a:srgbClr val="71828A"/>
                </a:solidFill>
              </a:defRPr>
            </a:lvl1pPr>
            <a:lvl2pPr>
              <a:buNone/>
              <a:defRPr sz="788">
                <a:solidFill>
                  <a:srgbClr val="71828A"/>
                </a:solidFill>
              </a:defRPr>
            </a:lvl2pPr>
            <a:lvl3pPr>
              <a:buNone/>
              <a:defRPr sz="788">
                <a:solidFill>
                  <a:srgbClr val="71828A"/>
                </a:solidFill>
              </a:defRPr>
            </a:lvl3pPr>
            <a:lvl4pPr>
              <a:buNone/>
              <a:defRPr sz="788">
                <a:solidFill>
                  <a:srgbClr val="71828A"/>
                </a:solidFill>
              </a:defRPr>
            </a:lvl4pPr>
            <a:lvl5pPr>
              <a:buNone/>
              <a:defRPr sz="788">
                <a:solidFill>
                  <a:srgbClr val="71828A"/>
                </a:solidFill>
              </a:defRPr>
            </a:lvl5pPr>
            <a:lvl6pPr>
              <a:buNone/>
              <a:defRPr sz="788">
                <a:solidFill>
                  <a:srgbClr val="71828A"/>
                </a:solidFill>
              </a:defRPr>
            </a:lvl6pPr>
            <a:lvl7pPr>
              <a:buNone/>
              <a:defRPr sz="788">
                <a:solidFill>
                  <a:srgbClr val="71828A"/>
                </a:solidFill>
              </a:defRPr>
            </a:lvl7pPr>
            <a:lvl8pPr>
              <a:buNone/>
              <a:defRPr sz="788">
                <a:solidFill>
                  <a:srgbClr val="71828A"/>
                </a:solidFill>
              </a:defRPr>
            </a:lvl8pPr>
            <a:lvl9pPr>
              <a:buNone/>
              <a:defRPr sz="788">
                <a:solidFill>
                  <a:srgbClr val="71828A"/>
                </a:solidFill>
              </a:defRPr>
            </a:lvl9pPr>
          </a:lstStyle>
          <a:p xmlns:a="http://schemas.openxmlformats.org/drawingml/2006/main">
            <a:pPr>
              <a:buNone/>
              <a:defRPr sz="788">
                <a:solidFill>
                  <a:srgbClr val="71828A"/>
                </a:solidFill>
              </a:defRPr>
            </a:pPr>
            <a:r>
              <a:rPr sz="788">
                <a:solidFill>
                  <a:srgbClr val="71828A"/>
                </a:solidFill>
              </a:rPr>
              <a:t>higher is better</a:t>
            </a:r>
          </a:p>
        </p:txBody>
      </p:sp>
      <p:sp>
        <p:nvSpPr>
          <p:cNvPr id="9" name="metric-0-track-a">
            <a:extLst xmlns:a="http://schemas.openxmlformats.org/drawingml/2006/main">
              <a:ext uri="{FF2B5EF4-FFF2-40B4-BE49-F238E27FC236}">
                <a16:creationId xmlns:a16="http://schemas.microsoft.com/office/drawing/2014/main" id="{7C83AE1A-2E94-471B-9A36-C41522F1073D}"/>
              </a:ext>
            </a:extLst>
          </p:cNvPr>
          <p:cNvSpPr>
            <a:spLocks xmlns:a="http://schemas.openxmlformats.org/drawingml/2006/main" noGrp="1"/>
          </p:cNvSpPr>
          <p:nvPr/>
        </p:nvSpPr>
        <p:spPr>
          <a:xfrm xmlns:a="http://schemas.openxmlformats.org/drawingml/2006/main">
            <a:off x="2400300" y="193357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10" name="metric-0-track-b">
            <a:extLst xmlns:a="http://schemas.openxmlformats.org/drawingml/2006/main">
              <a:ext uri="{FF2B5EF4-FFF2-40B4-BE49-F238E27FC236}">
                <a16:creationId xmlns:a16="http://schemas.microsoft.com/office/drawing/2014/main" id="{D5961645-EC04-4810-AB03-7C3F32F49A64}"/>
              </a:ext>
            </a:extLst>
          </p:cNvPr>
          <p:cNvSpPr>
            <a:spLocks xmlns:a="http://schemas.openxmlformats.org/drawingml/2006/main" noGrp="1"/>
          </p:cNvSpPr>
          <p:nvPr/>
        </p:nvSpPr>
        <p:spPr>
          <a:xfrm xmlns:a="http://schemas.openxmlformats.org/drawingml/2006/main">
            <a:off x="2400300" y="225742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11" name="metric-0-base">
            <a:extLst xmlns:a="http://schemas.openxmlformats.org/drawingml/2006/main">
              <a:ext uri="{FF2B5EF4-FFF2-40B4-BE49-F238E27FC236}">
                <a16:creationId xmlns:a16="http://schemas.microsoft.com/office/drawing/2014/main" id="{CB1FBE7A-5642-48D6-9F7E-DF6AF301DE88}"/>
              </a:ext>
            </a:extLst>
          </p:cNvPr>
          <p:cNvSpPr>
            <a:spLocks xmlns:a="http://schemas.openxmlformats.org/drawingml/2006/main" noGrp="1"/>
          </p:cNvSpPr>
          <p:nvPr/>
        </p:nvSpPr>
        <p:spPr>
          <a:xfrm xmlns:a="http://schemas.openxmlformats.org/drawingml/2006/main">
            <a:off x="2400300" y="1933575"/>
            <a:ext cx="1240155" cy="0"/>
          </a:xfrm>
          <a:prstGeom xmlns:a="http://schemas.openxmlformats.org/drawingml/2006/main" prst="line">
            <a:avLst/>
          </a:prstGeom>
          <a:noFill xmlns:a="http://schemas.openxmlformats.org/drawingml/2006/main"/>
          <a:ln xmlns:a="http://schemas.openxmlformats.org/drawingml/2006/main" w="66675">
            <a:solidFill>
              <a:srgbClr val="7D8D95"/>
            </a:solidFill>
            <a:prstDash val="solid"/>
          </a:ln>
        </p:spPr>
      </p:sp>
      <p:sp>
        <p:nvSpPr>
          <p:cNvPr id="12" name="metric-0-table">
            <a:extLst xmlns:a="http://schemas.openxmlformats.org/drawingml/2006/main">
              <a:ext uri="{FF2B5EF4-FFF2-40B4-BE49-F238E27FC236}">
                <a16:creationId xmlns:a16="http://schemas.microsoft.com/office/drawing/2014/main" id="{74B24226-86F3-43A9-9557-734C7A067DF8}"/>
              </a:ext>
            </a:extLst>
          </p:cNvPr>
          <p:cNvSpPr>
            <a:spLocks xmlns:a="http://schemas.openxmlformats.org/drawingml/2006/main" noGrp="1"/>
          </p:cNvSpPr>
          <p:nvPr/>
        </p:nvSpPr>
        <p:spPr>
          <a:xfrm xmlns:a="http://schemas.openxmlformats.org/drawingml/2006/main">
            <a:off x="2400300" y="2257425"/>
            <a:ext cx="2560320" cy="0"/>
          </a:xfrm>
          <a:prstGeom xmlns:a="http://schemas.openxmlformats.org/drawingml/2006/main" prst="line">
            <a:avLst/>
          </a:prstGeom>
          <a:noFill xmlns:a="http://schemas.openxmlformats.org/drawingml/2006/main"/>
          <a:ln xmlns:a="http://schemas.openxmlformats.org/drawingml/2006/main" w="66675">
            <a:solidFill>
              <a:srgbClr val="0E8A78"/>
            </a:solidFill>
            <a:prstDash val="solid"/>
          </a:ln>
        </p:spPr>
      </p:sp>
      <p:sp>
        <p:nvSpPr>
          <p:cNvPr id="13" name="metric-0-base-value">
            <a:extLst xmlns:a="http://schemas.openxmlformats.org/drawingml/2006/main">
              <a:ext uri="{FF2B5EF4-FFF2-40B4-BE49-F238E27FC236}">
                <a16:creationId xmlns:a16="http://schemas.microsoft.com/office/drawing/2014/main" id="{2F0CE93B-03CC-469B-8D24-7DA40722FD94}"/>
              </a:ext>
            </a:extLst>
          </p:cNvPr>
          <p:cNvSpPr>
            <a:spLocks xmlns:a="http://schemas.openxmlformats.org/drawingml/2006/main" noGrp="1"/>
          </p:cNvSpPr>
          <p:nvPr/>
        </p:nvSpPr>
        <p:spPr>
          <a:xfrm xmlns:a="http://schemas.openxmlformats.org/drawingml/2006/main">
            <a:off x="6534150" y="180975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7D8D95"/>
                </a:solidFill>
              </a:defRPr>
            </a:defPPr>
            <a:lvl1pPr>
              <a:buNone/>
              <a:defRPr sz="1125" b="1">
                <a:solidFill>
                  <a:srgbClr val="7D8D95"/>
                </a:solidFill>
              </a:defRPr>
            </a:lvl1pPr>
            <a:lvl2pPr>
              <a:buNone/>
              <a:defRPr sz="1125" b="1">
                <a:solidFill>
                  <a:srgbClr val="7D8D95"/>
                </a:solidFill>
              </a:defRPr>
            </a:lvl2pPr>
            <a:lvl3pPr>
              <a:buNone/>
              <a:defRPr sz="1125" b="1">
                <a:solidFill>
                  <a:srgbClr val="7D8D95"/>
                </a:solidFill>
              </a:defRPr>
            </a:lvl3pPr>
            <a:lvl4pPr>
              <a:buNone/>
              <a:defRPr sz="1125" b="1">
                <a:solidFill>
                  <a:srgbClr val="7D8D95"/>
                </a:solidFill>
              </a:defRPr>
            </a:lvl4pPr>
            <a:lvl5pPr>
              <a:buNone/>
              <a:defRPr sz="1125" b="1">
                <a:solidFill>
                  <a:srgbClr val="7D8D95"/>
                </a:solidFill>
              </a:defRPr>
            </a:lvl5pPr>
            <a:lvl6pPr>
              <a:buNone/>
              <a:defRPr sz="1125" b="1">
                <a:solidFill>
                  <a:srgbClr val="7D8D95"/>
                </a:solidFill>
              </a:defRPr>
            </a:lvl6pPr>
            <a:lvl7pPr>
              <a:buNone/>
              <a:defRPr sz="1125" b="1">
                <a:solidFill>
                  <a:srgbClr val="7D8D95"/>
                </a:solidFill>
              </a:defRPr>
            </a:lvl7pPr>
            <a:lvl8pPr>
              <a:buNone/>
              <a:defRPr sz="1125" b="1">
                <a:solidFill>
                  <a:srgbClr val="7D8D95"/>
                </a:solidFill>
              </a:defRPr>
            </a:lvl8pPr>
            <a:lvl9pPr>
              <a:buNone/>
              <a:defRPr sz="1125" b="1">
                <a:solidFill>
                  <a:srgbClr val="7D8D95"/>
                </a:solidFill>
              </a:defRPr>
            </a:lvl9pPr>
          </a:lstStyle>
          <a:p xmlns:a="http://schemas.openxmlformats.org/drawingml/2006/main">
            <a:pPr>
              <a:buNone/>
              <a:defRPr sz="1125" b="1">
                <a:solidFill>
                  <a:srgbClr val="7D8D95"/>
                </a:solidFill>
              </a:defRPr>
            </a:pPr>
            <a:r>
              <a:rPr sz="1125" b="1">
                <a:solidFill>
                  <a:srgbClr val="7D8D95"/>
                </a:solidFill>
              </a:rPr>
              <a:t>31%</a:t>
            </a:r>
          </a:p>
        </p:txBody>
      </p:sp>
      <p:sp>
        <p:nvSpPr>
          <p:cNvPr id="14" name="metric-0-table-value">
            <a:extLst xmlns:a="http://schemas.openxmlformats.org/drawingml/2006/main">
              <a:ext uri="{FF2B5EF4-FFF2-40B4-BE49-F238E27FC236}">
                <a16:creationId xmlns:a16="http://schemas.microsoft.com/office/drawing/2014/main" id="{46AAE2EC-7DE3-4DE1-9AF4-D6BD889D5739}"/>
              </a:ext>
            </a:extLst>
          </p:cNvPr>
          <p:cNvSpPr>
            <a:spLocks xmlns:a="http://schemas.openxmlformats.org/drawingml/2006/main" noGrp="1"/>
          </p:cNvSpPr>
          <p:nvPr/>
        </p:nvSpPr>
        <p:spPr>
          <a:xfrm xmlns:a="http://schemas.openxmlformats.org/drawingml/2006/main">
            <a:off x="6534150" y="21336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0E8A78"/>
                </a:solidFill>
              </a:defRPr>
            </a:defPPr>
            <a:lvl1pPr>
              <a:buNone/>
              <a:defRPr sz="1125" b="1">
                <a:solidFill>
                  <a:srgbClr val="0E8A78"/>
                </a:solidFill>
              </a:defRPr>
            </a:lvl1pPr>
            <a:lvl2pPr>
              <a:buNone/>
              <a:defRPr sz="1125" b="1">
                <a:solidFill>
                  <a:srgbClr val="0E8A78"/>
                </a:solidFill>
              </a:defRPr>
            </a:lvl2pPr>
            <a:lvl3pPr>
              <a:buNone/>
              <a:defRPr sz="1125" b="1">
                <a:solidFill>
                  <a:srgbClr val="0E8A78"/>
                </a:solidFill>
              </a:defRPr>
            </a:lvl3pPr>
            <a:lvl4pPr>
              <a:buNone/>
              <a:defRPr sz="1125" b="1">
                <a:solidFill>
                  <a:srgbClr val="0E8A78"/>
                </a:solidFill>
              </a:defRPr>
            </a:lvl4pPr>
            <a:lvl5pPr>
              <a:buNone/>
              <a:defRPr sz="1125" b="1">
                <a:solidFill>
                  <a:srgbClr val="0E8A78"/>
                </a:solidFill>
              </a:defRPr>
            </a:lvl5pPr>
            <a:lvl6pPr>
              <a:buNone/>
              <a:defRPr sz="1125" b="1">
                <a:solidFill>
                  <a:srgbClr val="0E8A78"/>
                </a:solidFill>
              </a:defRPr>
            </a:lvl6pPr>
            <a:lvl7pPr>
              <a:buNone/>
              <a:defRPr sz="1125" b="1">
                <a:solidFill>
                  <a:srgbClr val="0E8A78"/>
                </a:solidFill>
              </a:defRPr>
            </a:lvl7pPr>
            <a:lvl8pPr>
              <a:buNone/>
              <a:defRPr sz="1125" b="1">
                <a:solidFill>
                  <a:srgbClr val="0E8A78"/>
                </a:solidFill>
              </a:defRPr>
            </a:lvl8pPr>
            <a:lvl9pPr>
              <a:buNone/>
              <a:defRPr sz="1125" b="1">
                <a:solidFill>
                  <a:srgbClr val="0E8A78"/>
                </a:solidFill>
              </a:defRPr>
            </a:lvl9pPr>
          </a:lstStyle>
          <a:p xmlns:a="http://schemas.openxmlformats.org/drawingml/2006/main">
            <a:pPr>
              <a:buNone/>
              <a:defRPr sz="1125" b="1">
                <a:solidFill>
                  <a:srgbClr val="0E8A78"/>
                </a:solidFill>
              </a:defRPr>
            </a:pPr>
            <a:r>
              <a:rPr sz="1125" b="1">
                <a:solidFill>
                  <a:srgbClr val="0E8A78"/>
                </a:solidFill>
              </a:rPr>
              <a:t>64%</a:t>
            </a:r>
          </a:p>
        </p:txBody>
      </p:sp>
      <p:sp>
        <p:nvSpPr>
          <p:cNvPr id="15" name="metric-1-label">
            <a:extLst xmlns:a="http://schemas.openxmlformats.org/drawingml/2006/main">
              <a:ext uri="{FF2B5EF4-FFF2-40B4-BE49-F238E27FC236}">
                <a16:creationId xmlns:a16="http://schemas.microsoft.com/office/drawing/2014/main" id="{25BA6C90-A3ED-43F4-B3D3-4525D6F54311}"/>
              </a:ext>
            </a:extLst>
          </p:cNvPr>
          <p:cNvSpPr>
            <a:spLocks xmlns:a="http://schemas.openxmlformats.org/drawingml/2006/main" noGrp="1"/>
          </p:cNvSpPr>
          <p:nvPr/>
        </p:nvSpPr>
        <p:spPr>
          <a:xfrm xmlns:a="http://schemas.openxmlformats.org/drawingml/2006/main">
            <a:off x="590550" y="2724150"/>
            <a:ext cx="1638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Answer complete</a:t>
            </a:r>
          </a:p>
        </p:txBody>
      </p:sp>
      <p:sp>
        <p:nvSpPr>
          <p:cNvPr id="16" name="metric-1-direction">
            <a:extLst xmlns:a="http://schemas.openxmlformats.org/drawingml/2006/main">
              <a:ext uri="{FF2B5EF4-FFF2-40B4-BE49-F238E27FC236}">
                <a16:creationId xmlns:a16="http://schemas.microsoft.com/office/drawing/2014/main" id="{8E6B7B5F-248C-4DE3-9D0F-2361FCC2FB85}"/>
              </a:ext>
            </a:extLst>
          </p:cNvPr>
          <p:cNvSpPr>
            <a:spLocks xmlns:a="http://schemas.openxmlformats.org/drawingml/2006/main" noGrp="1"/>
          </p:cNvSpPr>
          <p:nvPr/>
        </p:nvSpPr>
        <p:spPr>
          <a:xfrm xmlns:a="http://schemas.openxmlformats.org/drawingml/2006/main">
            <a:off x="590550" y="2981325"/>
            <a:ext cx="1638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a:solidFill>
                  <a:srgbClr val="71828A"/>
                </a:solidFill>
              </a:defRPr>
            </a:defPPr>
            <a:lvl1pPr>
              <a:buNone/>
              <a:defRPr sz="788">
                <a:solidFill>
                  <a:srgbClr val="71828A"/>
                </a:solidFill>
              </a:defRPr>
            </a:lvl1pPr>
            <a:lvl2pPr>
              <a:buNone/>
              <a:defRPr sz="788">
                <a:solidFill>
                  <a:srgbClr val="71828A"/>
                </a:solidFill>
              </a:defRPr>
            </a:lvl2pPr>
            <a:lvl3pPr>
              <a:buNone/>
              <a:defRPr sz="788">
                <a:solidFill>
                  <a:srgbClr val="71828A"/>
                </a:solidFill>
              </a:defRPr>
            </a:lvl3pPr>
            <a:lvl4pPr>
              <a:buNone/>
              <a:defRPr sz="788">
                <a:solidFill>
                  <a:srgbClr val="71828A"/>
                </a:solidFill>
              </a:defRPr>
            </a:lvl4pPr>
            <a:lvl5pPr>
              <a:buNone/>
              <a:defRPr sz="788">
                <a:solidFill>
                  <a:srgbClr val="71828A"/>
                </a:solidFill>
              </a:defRPr>
            </a:lvl5pPr>
            <a:lvl6pPr>
              <a:buNone/>
              <a:defRPr sz="788">
                <a:solidFill>
                  <a:srgbClr val="71828A"/>
                </a:solidFill>
              </a:defRPr>
            </a:lvl6pPr>
            <a:lvl7pPr>
              <a:buNone/>
              <a:defRPr sz="788">
                <a:solidFill>
                  <a:srgbClr val="71828A"/>
                </a:solidFill>
              </a:defRPr>
            </a:lvl7pPr>
            <a:lvl8pPr>
              <a:buNone/>
              <a:defRPr sz="788">
                <a:solidFill>
                  <a:srgbClr val="71828A"/>
                </a:solidFill>
              </a:defRPr>
            </a:lvl8pPr>
            <a:lvl9pPr>
              <a:buNone/>
              <a:defRPr sz="788">
                <a:solidFill>
                  <a:srgbClr val="71828A"/>
                </a:solidFill>
              </a:defRPr>
            </a:lvl9pPr>
          </a:lstStyle>
          <a:p xmlns:a="http://schemas.openxmlformats.org/drawingml/2006/main">
            <a:pPr>
              <a:buNone/>
              <a:defRPr sz="788">
                <a:solidFill>
                  <a:srgbClr val="71828A"/>
                </a:solidFill>
              </a:defRPr>
            </a:pPr>
            <a:r>
              <a:rPr sz="788">
                <a:solidFill>
                  <a:srgbClr val="71828A"/>
                </a:solidFill>
              </a:rPr>
              <a:t>higher is better</a:t>
            </a:r>
          </a:p>
        </p:txBody>
      </p:sp>
      <p:sp>
        <p:nvSpPr>
          <p:cNvPr id="17" name="metric-1-track-a">
            <a:extLst xmlns:a="http://schemas.openxmlformats.org/drawingml/2006/main">
              <a:ext uri="{FF2B5EF4-FFF2-40B4-BE49-F238E27FC236}">
                <a16:creationId xmlns:a16="http://schemas.microsoft.com/office/drawing/2014/main" id="{6B783930-C829-457F-BA15-435AA1EF961F}"/>
              </a:ext>
            </a:extLst>
          </p:cNvPr>
          <p:cNvSpPr>
            <a:spLocks xmlns:a="http://schemas.openxmlformats.org/drawingml/2006/main" noGrp="1"/>
          </p:cNvSpPr>
          <p:nvPr/>
        </p:nvSpPr>
        <p:spPr>
          <a:xfrm xmlns:a="http://schemas.openxmlformats.org/drawingml/2006/main">
            <a:off x="2400300" y="280987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18" name="metric-1-track-b">
            <a:extLst xmlns:a="http://schemas.openxmlformats.org/drawingml/2006/main">
              <a:ext uri="{FF2B5EF4-FFF2-40B4-BE49-F238E27FC236}">
                <a16:creationId xmlns:a16="http://schemas.microsoft.com/office/drawing/2014/main" id="{00D9309C-439C-4AC3-9037-97408919A53A}"/>
              </a:ext>
            </a:extLst>
          </p:cNvPr>
          <p:cNvSpPr>
            <a:spLocks xmlns:a="http://schemas.openxmlformats.org/drawingml/2006/main" noGrp="1"/>
          </p:cNvSpPr>
          <p:nvPr/>
        </p:nvSpPr>
        <p:spPr>
          <a:xfrm xmlns:a="http://schemas.openxmlformats.org/drawingml/2006/main">
            <a:off x="2400300" y="313372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19" name="metric-1-base">
            <a:extLst xmlns:a="http://schemas.openxmlformats.org/drawingml/2006/main">
              <a:ext uri="{FF2B5EF4-FFF2-40B4-BE49-F238E27FC236}">
                <a16:creationId xmlns:a16="http://schemas.microsoft.com/office/drawing/2014/main" id="{FE861449-F03E-4544-BDE7-07209C50B22C}"/>
              </a:ext>
            </a:extLst>
          </p:cNvPr>
          <p:cNvSpPr>
            <a:spLocks xmlns:a="http://schemas.openxmlformats.org/drawingml/2006/main" noGrp="1"/>
          </p:cNvSpPr>
          <p:nvPr/>
        </p:nvSpPr>
        <p:spPr>
          <a:xfrm xmlns:a="http://schemas.openxmlformats.org/drawingml/2006/main">
            <a:off x="2400300" y="2809875"/>
            <a:ext cx="1640205" cy="0"/>
          </a:xfrm>
          <a:prstGeom xmlns:a="http://schemas.openxmlformats.org/drawingml/2006/main" prst="line">
            <a:avLst/>
          </a:prstGeom>
          <a:noFill xmlns:a="http://schemas.openxmlformats.org/drawingml/2006/main"/>
          <a:ln xmlns:a="http://schemas.openxmlformats.org/drawingml/2006/main" w="66675">
            <a:solidFill>
              <a:srgbClr val="7D8D95"/>
            </a:solidFill>
            <a:prstDash val="solid"/>
          </a:ln>
        </p:spPr>
      </p:sp>
      <p:sp>
        <p:nvSpPr>
          <p:cNvPr id="20" name="metric-1-table">
            <a:extLst xmlns:a="http://schemas.openxmlformats.org/drawingml/2006/main">
              <a:ext uri="{FF2B5EF4-FFF2-40B4-BE49-F238E27FC236}">
                <a16:creationId xmlns:a16="http://schemas.microsoft.com/office/drawing/2014/main" id="{6C3EEBE7-4CB8-4C20-AABA-42BFB513AAA6}"/>
              </a:ext>
            </a:extLst>
          </p:cNvPr>
          <p:cNvSpPr>
            <a:spLocks xmlns:a="http://schemas.openxmlformats.org/drawingml/2006/main" noGrp="1"/>
          </p:cNvSpPr>
          <p:nvPr/>
        </p:nvSpPr>
        <p:spPr>
          <a:xfrm xmlns:a="http://schemas.openxmlformats.org/drawingml/2006/main">
            <a:off x="2400300" y="3133725"/>
            <a:ext cx="2760345" cy="0"/>
          </a:xfrm>
          <a:prstGeom xmlns:a="http://schemas.openxmlformats.org/drawingml/2006/main" prst="line">
            <a:avLst/>
          </a:prstGeom>
          <a:noFill xmlns:a="http://schemas.openxmlformats.org/drawingml/2006/main"/>
          <a:ln xmlns:a="http://schemas.openxmlformats.org/drawingml/2006/main" w="66675">
            <a:solidFill>
              <a:srgbClr val="0E8A78"/>
            </a:solidFill>
            <a:prstDash val="solid"/>
          </a:ln>
        </p:spPr>
      </p:sp>
      <p:sp>
        <p:nvSpPr>
          <p:cNvPr id="21" name="metric-1-base-value">
            <a:extLst xmlns:a="http://schemas.openxmlformats.org/drawingml/2006/main">
              <a:ext uri="{FF2B5EF4-FFF2-40B4-BE49-F238E27FC236}">
                <a16:creationId xmlns:a16="http://schemas.microsoft.com/office/drawing/2014/main" id="{24F87903-6934-4AB7-A022-D949F8D94133}"/>
              </a:ext>
            </a:extLst>
          </p:cNvPr>
          <p:cNvSpPr>
            <a:spLocks xmlns:a="http://schemas.openxmlformats.org/drawingml/2006/main" noGrp="1"/>
          </p:cNvSpPr>
          <p:nvPr/>
        </p:nvSpPr>
        <p:spPr>
          <a:xfrm xmlns:a="http://schemas.openxmlformats.org/drawingml/2006/main">
            <a:off x="6534150" y="268605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7D8D95"/>
                </a:solidFill>
              </a:defRPr>
            </a:defPPr>
            <a:lvl1pPr>
              <a:buNone/>
              <a:defRPr sz="1125" b="1">
                <a:solidFill>
                  <a:srgbClr val="7D8D95"/>
                </a:solidFill>
              </a:defRPr>
            </a:lvl1pPr>
            <a:lvl2pPr>
              <a:buNone/>
              <a:defRPr sz="1125" b="1">
                <a:solidFill>
                  <a:srgbClr val="7D8D95"/>
                </a:solidFill>
              </a:defRPr>
            </a:lvl2pPr>
            <a:lvl3pPr>
              <a:buNone/>
              <a:defRPr sz="1125" b="1">
                <a:solidFill>
                  <a:srgbClr val="7D8D95"/>
                </a:solidFill>
              </a:defRPr>
            </a:lvl3pPr>
            <a:lvl4pPr>
              <a:buNone/>
              <a:defRPr sz="1125" b="1">
                <a:solidFill>
                  <a:srgbClr val="7D8D95"/>
                </a:solidFill>
              </a:defRPr>
            </a:lvl4pPr>
            <a:lvl5pPr>
              <a:buNone/>
              <a:defRPr sz="1125" b="1">
                <a:solidFill>
                  <a:srgbClr val="7D8D95"/>
                </a:solidFill>
              </a:defRPr>
            </a:lvl5pPr>
            <a:lvl6pPr>
              <a:buNone/>
              <a:defRPr sz="1125" b="1">
                <a:solidFill>
                  <a:srgbClr val="7D8D95"/>
                </a:solidFill>
              </a:defRPr>
            </a:lvl6pPr>
            <a:lvl7pPr>
              <a:buNone/>
              <a:defRPr sz="1125" b="1">
                <a:solidFill>
                  <a:srgbClr val="7D8D95"/>
                </a:solidFill>
              </a:defRPr>
            </a:lvl7pPr>
            <a:lvl8pPr>
              <a:buNone/>
              <a:defRPr sz="1125" b="1">
                <a:solidFill>
                  <a:srgbClr val="7D8D95"/>
                </a:solidFill>
              </a:defRPr>
            </a:lvl8pPr>
            <a:lvl9pPr>
              <a:buNone/>
              <a:defRPr sz="1125" b="1">
                <a:solidFill>
                  <a:srgbClr val="7D8D95"/>
                </a:solidFill>
              </a:defRPr>
            </a:lvl9pPr>
          </a:lstStyle>
          <a:p xmlns:a="http://schemas.openxmlformats.org/drawingml/2006/main">
            <a:pPr>
              <a:buNone/>
              <a:defRPr sz="1125" b="1">
                <a:solidFill>
                  <a:srgbClr val="7D8D95"/>
                </a:solidFill>
              </a:defRPr>
            </a:pPr>
            <a:r>
              <a:rPr sz="1125" b="1">
                <a:solidFill>
                  <a:srgbClr val="7D8D95"/>
                </a:solidFill>
              </a:rPr>
              <a:t>41%</a:t>
            </a:r>
          </a:p>
        </p:txBody>
      </p:sp>
      <p:sp>
        <p:nvSpPr>
          <p:cNvPr id="22" name="metric-1-table-value">
            <a:extLst xmlns:a="http://schemas.openxmlformats.org/drawingml/2006/main">
              <a:ext uri="{FF2B5EF4-FFF2-40B4-BE49-F238E27FC236}">
                <a16:creationId xmlns:a16="http://schemas.microsoft.com/office/drawing/2014/main" id="{BE0F315E-68A0-44B9-B485-1E9297D6B90A}"/>
              </a:ext>
            </a:extLst>
          </p:cNvPr>
          <p:cNvSpPr>
            <a:spLocks xmlns:a="http://schemas.openxmlformats.org/drawingml/2006/main" noGrp="1"/>
          </p:cNvSpPr>
          <p:nvPr/>
        </p:nvSpPr>
        <p:spPr>
          <a:xfrm xmlns:a="http://schemas.openxmlformats.org/drawingml/2006/main">
            <a:off x="6534150" y="30099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0E8A78"/>
                </a:solidFill>
              </a:defRPr>
            </a:defPPr>
            <a:lvl1pPr>
              <a:buNone/>
              <a:defRPr sz="1125" b="1">
                <a:solidFill>
                  <a:srgbClr val="0E8A78"/>
                </a:solidFill>
              </a:defRPr>
            </a:lvl1pPr>
            <a:lvl2pPr>
              <a:buNone/>
              <a:defRPr sz="1125" b="1">
                <a:solidFill>
                  <a:srgbClr val="0E8A78"/>
                </a:solidFill>
              </a:defRPr>
            </a:lvl2pPr>
            <a:lvl3pPr>
              <a:buNone/>
              <a:defRPr sz="1125" b="1">
                <a:solidFill>
                  <a:srgbClr val="0E8A78"/>
                </a:solidFill>
              </a:defRPr>
            </a:lvl3pPr>
            <a:lvl4pPr>
              <a:buNone/>
              <a:defRPr sz="1125" b="1">
                <a:solidFill>
                  <a:srgbClr val="0E8A78"/>
                </a:solidFill>
              </a:defRPr>
            </a:lvl4pPr>
            <a:lvl5pPr>
              <a:buNone/>
              <a:defRPr sz="1125" b="1">
                <a:solidFill>
                  <a:srgbClr val="0E8A78"/>
                </a:solidFill>
              </a:defRPr>
            </a:lvl5pPr>
            <a:lvl6pPr>
              <a:buNone/>
              <a:defRPr sz="1125" b="1">
                <a:solidFill>
                  <a:srgbClr val="0E8A78"/>
                </a:solidFill>
              </a:defRPr>
            </a:lvl6pPr>
            <a:lvl7pPr>
              <a:buNone/>
              <a:defRPr sz="1125" b="1">
                <a:solidFill>
                  <a:srgbClr val="0E8A78"/>
                </a:solidFill>
              </a:defRPr>
            </a:lvl7pPr>
            <a:lvl8pPr>
              <a:buNone/>
              <a:defRPr sz="1125" b="1">
                <a:solidFill>
                  <a:srgbClr val="0E8A78"/>
                </a:solidFill>
              </a:defRPr>
            </a:lvl8pPr>
            <a:lvl9pPr>
              <a:buNone/>
              <a:defRPr sz="1125" b="1">
                <a:solidFill>
                  <a:srgbClr val="0E8A78"/>
                </a:solidFill>
              </a:defRPr>
            </a:lvl9pPr>
          </a:lstStyle>
          <a:p xmlns:a="http://schemas.openxmlformats.org/drawingml/2006/main">
            <a:pPr>
              <a:buNone/>
              <a:defRPr sz="1125" b="1">
                <a:solidFill>
                  <a:srgbClr val="0E8A78"/>
                </a:solidFill>
              </a:defRPr>
            </a:pPr>
            <a:r>
              <a:rPr sz="1125" b="1">
                <a:solidFill>
                  <a:srgbClr val="0E8A78"/>
                </a:solidFill>
              </a:rPr>
              <a:t>69%</a:t>
            </a:r>
          </a:p>
        </p:txBody>
      </p:sp>
      <p:sp>
        <p:nvSpPr>
          <p:cNvPr id="23" name="metric-2-label">
            <a:extLst xmlns:a="http://schemas.openxmlformats.org/drawingml/2006/main">
              <a:ext uri="{FF2B5EF4-FFF2-40B4-BE49-F238E27FC236}">
                <a16:creationId xmlns:a16="http://schemas.microsoft.com/office/drawing/2014/main" id="{508881D8-E619-4C05-819D-A8DB854EE54C}"/>
              </a:ext>
            </a:extLst>
          </p:cNvPr>
          <p:cNvSpPr>
            <a:spLocks xmlns:a="http://schemas.openxmlformats.org/drawingml/2006/main" noGrp="1"/>
          </p:cNvSpPr>
          <p:nvPr/>
        </p:nvSpPr>
        <p:spPr>
          <a:xfrm xmlns:a="http://schemas.openxmlformats.org/drawingml/2006/main">
            <a:off x="590550" y="3600450"/>
            <a:ext cx="1638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Context complete</a:t>
            </a:r>
          </a:p>
        </p:txBody>
      </p:sp>
      <p:sp>
        <p:nvSpPr>
          <p:cNvPr id="24" name="metric-2-direction">
            <a:extLst xmlns:a="http://schemas.openxmlformats.org/drawingml/2006/main">
              <a:ext uri="{FF2B5EF4-FFF2-40B4-BE49-F238E27FC236}">
                <a16:creationId xmlns:a16="http://schemas.microsoft.com/office/drawing/2014/main" id="{3047702F-3567-4529-9720-775A4AC77050}"/>
              </a:ext>
            </a:extLst>
          </p:cNvPr>
          <p:cNvSpPr>
            <a:spLocks xmlns:a="http://schemas.openxmlformats.org/drawingml/2006/main" noGrp="1"/>
          </p:cNvSpPr>
          <p:nvPr/>
        </p:nvSpPr>
        <p:spPr>
          <a:xfrm xmlns:a="http://schemas.openxmlformats.org/drawingml/2006/main">
            <a:off x="590550" y="3857625"/>
            <a:ext cx="1638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a:solidFill>
                  <a:srgbClr val="71828A"/>
                </a:solidFill>
              </a:defRPr>
            </a:defPPr>
            <a:lvl1pPr>
              <a:buNone/>
              <a:defRPr sz="788">
                <a:solidFill>
                  <a:srgbClr val="71828A"/>
                </a:solidFill>
              </a:defRPr>
            </a:lvl1pPr>
            <a:lvl2pPr>
              <a:buNone/>
              <a:defRPr sz="788">
                <a:solidFill>
                  <a:srgbClr val="71828A"/>
                </a:solidFill>
              </a:defRPr>
            </a:lvl2pPr>
            <a:lvl3pPr>
              <a:buNone/>
              <a:defRPr sz="788">
                <a:solidFill>
                  <a:srgbClr val="71828A"/>
                </a:solidFill>
              </a:defRPr>
            </a:lvl3pPr>
            <a:lvl4pPr>
              <a:buNone/>
              <a:defRPr sz="788">
                <a:solidFill>
                  <a:srgbClr val="71828A"/>
                </a:solidFill>
              </a:defRPr>
            </a:lvl4pPr>
            <a:lvl5pPr>
              <a:buNone/>
              <a:defRPr sz="788">
                <a:solidFill>
                  <a:srgbClr val="71828A"/>
                </a:solidFill>
              </a:defRPr>
            </a:lvl5pPr>
            <a:lvl6pPr>
              <a:buNone/>
              <a:defRPr sz="788">
                <a:solidFill>
                  <a:srgbClr val="71828A"/>
                </a:solidFill>
              </a:defRPr>
            </a:lvl6pPr>
            <a:lvl7pPr>
              <a:buNone/>
              <a:defRPr sz="788">
                <a:solidFill>
                  <a:srgbClr val="71828A"/>
                </a:solidFill>
              </a:defRPr>
            </a:lvl7pPr>
            <a:lvl8pPr>
              <a:buNone/>
              <a:defRPr sz="788">
                <a:solidFill>
                  <a:srgbClr val="71828A"/>
                </a:solidFill>
              </a:defRPr>
            </a:lvl8pPr>
            <a:lvl9pPr>
              <a:buNone/>
              <a:defRPr sz="788">
                <a:solidFill>
                  <a:srgbClr val="71828A"/>
                </a:solidFill>
              </a:defRPr>
            </a:lvl9pPr>
          </a:lstStyle>
          <a:p xmlns:a="http://schemas.openxmlformats.org/drawingml/2006/main">
            <a:pPr>
              <a:buNone/>
              <a:defRPr sz="788">
                <a:solidFill>
                  <a:srgbClr val="71828A"/>
                </a:solidFill>
              </a:defRPr>
            </a:pPr>
            <a:r>
              <a:rPr sz="788">
                <a:solidFill>
                  <a:srgbClr val="71828A"/>
                </a:solidFill>
              </a:rPr>
              <a:t>higher is better</a:t>
            </a:r>
          </a:p>
        </p:txBody>
      </p:sp>
      <p:sp>
        <p:nvSpPr>
          <p:cNvPr id="25" name="metric-2-track-a">
            <a:extLst xmlns:a="http://schemas.openxmlformats.org/drawingml/2006/main">
              <a:ext uri="{FF2B5EF4-FFF2-40B4-BE49-F238E27FC236}">
                <a16:creationId xmlns:a16="http://schemas.microsoft.com/office/drawing/2014/main" id="{DBB19860-BEA7-4524-AC18-3CD68833A304}"/>
              </a:ext>
            </a:extLst>
          </p:cNvPr>
          <p:cNvSpPr>
            <a:spLocks xmlns:a="http://schemas.openxmlformats.org/drawingml/2006/main" noGrp="1"/>
          </p:cNvSpPr>
          <p:nvPr/>
        </p:nvSpPr>
        <p:spPr>
          <a:xfrm xmlns:a="http://schemas.openxmlformats.org/drawingml/2006/main">
            <a:off x="2400300" y="368617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26" name="metric-2-track-b">
            <a:extLst xmlns:a="http://schemas.openxmlformats.org/drawingml/2006/main">
              <a:ext uri="{FF2B5EF4-FFF2-40B4-BE49-F238E27FC236}">
                <a16:creationId xmlns:a16="http://schemas.microsoft.com/office/drawing/2014/main" id="{4EE48BF6-93ED-4264-9613-0BB2CEB4ECA3}"/>
              </a:ext>
            </a:extLst>
          </p:cNvPr>
          <p:cNvSpPr>
            <a:spLocks xmlns:a="http://schemas.openxmlformats.org/drawingml/2006/main" noGrp="1"/>
          </p:cNvSpPr>
          <p:nvPr/>
        </p:nvSpPr>
        <p:spPr>
          <a:xfrm xmlns:a="http://schemas.openxmlformats.org/drawingml/2006/main">
            <a:off x="2400300" y="401002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27" name="metric-2-base">
            <a:extLst xmlns:a="http://schemas.openxmlformats.org/drawingml/2006/main">
              <a:ext uri="{FF2B5EF4-FFF2-40B4-BE49-F238E27FC236}">
                <a16:creationId xmlns:a16="http://schemas.microsoft.com/office/drawing/2014/main" id="{6C5184F7-4C44-4252-A95E-E0D02E3FFE86}"/>
              </a:ext>
            </a:extLst>
          </p:cNvPr>
          <p:cNvSpPr>
            <a:spLocks xmlns:a="http://schemas.openxmlformats.org/drawingml/2006/main" noGrp="1"/>
          </p:cNvSpPr>
          <p:nvPr/>
        </p:nvSpPr>
        <p:spPr>
          <a:xfrm xmlns:a="http://schemas.openxmlformats.org/drawingml/2006/main">
            <a:off x="2400300" y="3686175"/>
            <a:ext cx="1640205" cy="0"/>
          </a:xfrm>
          <a:prstGeom xmlns:a="http://schemas.openxmlformats.org/drawingml/2006/main" prst="line">
            <a:avLst/>
          </a:prstGeom>
          <a:noFill xmlns:a="http://schemas.openxmlformats.org/drawingml/2006/main"/>
          <a:ln xmlns:a="http://schemas.openxmlformats.org/drawingml/2006/main" w="66675">
            <a:solidFill>
              <a:srgbClr val="7D8D95"/>
            </a:solidFill>
            <a:prstDash val="solid"/>
          </a:ln>
        </p:spPr>
      </p:sp>
      <p:sp>
        <p:nvSpPr>
          <p:cNvPr id="28" name="metric-2-table">
            <a:extLst xmlns:a="http://schemas.openxmlformats.org/drawingml/2006/main">
              <a:ext uri="{FF2B5EF4-FFF2-40B4-BE49-F238E27FC236}">
                <a16:creationId xmlns:a16="http://schemas.microsoft.com/office/drawing/2014/main" id="{0F0E5ED0-CE50-4452-921B-833601D7E5EE}"/>
              </a:ext>
            </a:extLst>
          </p:cNvPr>
          <p:cNvSpPr>
            <a:spLocks xmlns:a="http://schemas.openxmlformats.org/drawingml/2006/main" noGrp="1"/>
          </p:cNvSpPr>
          <p:nvPr/>
        </p:nvSpPr>
        <p:spPr>
          <a:xfrm xmlns:a="http://schemas.openxmlformats.org/drawingml/2006/main">
            <a:off x="2400300" y="4010025"/>
            <a:ext cx="2760345" cy="0"/>
          </a:xfrm>
          <a:prstGeom xmlns:a="http://schemas.openxmlformats.org/drawingml/2006/main" prst="line">
            <a:avLst/>
          </a:prstGeom>
          <a:noFill xmlns:a="http://schemas.openxmlformats.org/drawingml/2006/main"/>
          <a:ln xmlns:a="http://schemas.openxmlformats.org/drawingml/2006/main" w="66675">
            <a:solidFill>
              <a:srgbClr val="0E8A78"/>
            </a:solidFill>
            <a:prstDash val="solid"/>
          </a:ln>
        </p:spPr>
      </p:sp>
      <p:sp>
        <p:nvSpPr>
          <p:cNvPr id="29" name="metric-2-base-value">
            <a:extLst xmlns:a="http://schemas.openxmlformats.org/drawingml/2006/main">
              <a:ext uri="{FF2B5EF4-FFF2-40B4-BE49-F238E27FC236}">
                <a16:creationId xmlns:a16="http://schemas.microsoft.com/office/drawing/2014/main" id="{7CE5D685-E4C8-42A6-9909-669EE4445068}"/>
              </a:ext>
            </a:extLst>
          </p:cNvPr>
          <p:cNvSpPr>
            <a:spLocks xmlns:a="http://schemas.openxmlformats.org/drawingml/2006/main" noGrp="1"/>
          </p:cNvSpPr>
          <p:nvPr/>
        </p:nvSpPr>
        <p:spPr>
          <a:xfrm xmlns:a="http://schemas.openxmlformats.org/drawingml/2006/main">
            <a:off x="6534150" y="356235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7D8D95"/>
                </a:solidFill>
              </a:defRPr>
            </a:defPPr>
            <a:lvl1pPr>
              <a:buNone/>
              <a:defRPr sz="1125" b="1">
                <a:solidFill>
                  <a:srgbClr val="7D8D95"/>
                </a:solidFill>
              </a:defRPr>
            </a:lvl1pPr>
            <a:lvl2pPr>
              <a:buNone/>
              <a:defRPr sz="1125" b="1">
                <a:solidFill>
                  <a:srgbClr val="7D8D95"/>
                </a:solidFill>
              </a:defRPr>
            </a:lvl2pPr>
            <a:lvl3pPr>
              <a:buNone/>
              <a:defRPr sz="1125" b="1">
                <a:solidFill>
                  <a:srgbClr val="7D8D95"/>
                </a:solidFill>
              </a:defRPr>
            </a:lvl3pPr>
            <a:lvl4pPr>
              <a:buNone/>
              <a:defRPr sz="1125" b="1">
                <a:solidFill>
                  <a:srgbClr val="7D8D95"/>
                </a:solidFill>
              </a:defRPr>
            </a:lvl4pPr>
            <a:lvl5pPr>
              <a:buNone/>
              <a:defRPr sz="1125" b="1">
                <a:solidFill>
                  <a:srgbClr val="7D8D95"/>
                </a:solidFill>
              </a:defRPr>
            </a:lvl5pPr>
            <a:lvl6pPr>
              <a:buNone/>
              <a:defRPr sz="1125" b="1">
                <a:solidFill>
                  <a:srgbClr val="7D8D95"/>
                </a:solidFill>
              </a:defRPr>
            </a:lvl6pPr>
            <a:lvl7pPr>
              <a:buNone/>
              <a:defRPr sz="1125" b="1">
                <a:solidFill>
                  <a:srgbClr val="7D8D95"/>
                </a:solidFill>
              </a:defRPr>
            </a:lvl7pPr>
            <a:lvl8pPr>
              <a:buNone/>
              <a:defRPr sz="1125" b="1">
                <a:solidFill>
                  <a:srgbClr val="7D8D95"/>
                </a:solidFill>
              </a:defRPr>
            </a:lvl8pPr>
            <a:lvl9pPr>
              <a:buNone/>
              <a:defRPr sz="1125" b="1">
                <a:solidFill>
                  <a:srgbClr val="7D8D95"/>
                </a:solidFill>
              </a:defRPr>
            </a:lvl9pPr>
          </a:lstStyle>
          <a:p xmlns:a="http://schemas.openxmlformats.org/drawingml/2006/main">
            <a:pPr>
              <a:buNone/>
              <a:defRPr sz="1125" b="1">
                <a:solidFill>
                  <a:srgbClr val="7D8D95"/>
                </a:solidFill>
              </a:defRPr>
            </a:pPr>
            <a:r>
              <a:rPr sz="1125" b="1">
                <a:solidFill>
                  <a:srgbClr val="7D8D95"/>
                </a:solidFill>
              </a:rPr>
              <a:t>41%</a:t>
            </a:r>
          </a:p>
        </p:txBody>
      </p:sp>
      <p:sp>
        <p:nvSpPr>
          <p:cNvPr id="30" name="metric-2-table-value">
            <a:extLst xmlns:a="http://schemas.openxmlformats.org/drawingml/2006/main">
              <a:ext uri="{FF2B5EF4-FFF2-40B4-BE49-F238E27FC236}">
                <a16:creationId xmlns:a16="http://schemas.microsoft.com/office/drawing/2014/main" id="{D3608873-F4A5-44AD-B18A-39AADAD0FCAC}"/>
              </a:ext>
            </a:extLst>
          </p:cNvPr>
          <p:cNvSpPr>
            <a:spLocks xmlns:a="http://schemas.openxmlformats.org/drawingml/2006/main" noGrp="1"/>
          </p:cNvSpPr>
          <p:nvPr/>
        </p:nvSpPr>
        <p:spPr>
          <a:xfrm xmlns:a="http://schemas.openxmlformats.org/drawingml/2006/main">
            <a:off x="6534150" y="38862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0E8A78"/>
                </a:solidFill>
              </a:defRPr>
            </a:defPPr>
            <a:lvl1pPr>
              <a:buNone/>
              <a:defRPr sz="1125" b="1">
                <a:solidFill>
                  <a:srgbClr val="0E8A78"/>
                </a:solidFill>
              </a:defRPr>
            </a:lvl1pPr>
            <a:lvl2pPr>
              <a:buNone/>
              <a:defRPr sz="1125" b="1">
                <a:solidFill>
                  <a:srgbClr val="0E8A78"/>
                </a:solidFill>
              </a:defRPr>
            </a:lvl2pPr>
            <a:lvl3pPr>
              <a:buNone/>
              <a:defRPr sz="1125" b="1">
                <a:solidFill>
                  <a:srgbClr val="0E8A78"/>
                </a:solidFill>
              </a:defRPr>
            </a:lvl3pPr>
            <a:lvl4pPr>
              <a:buNone/>
              <a:defRPr sz="1125" b="1">
                <a:solidFill>
                  <a:srgbClr val="0E8A78"/>
                </a:solidFill>
              </a:defRPr>
            </a:lvl4pPr>
            <a:lvl5pPr>
              <a:buNone/>
              <a:defRPr sz="1125" b="1">
                <a:solidFill>
                  <a:srgbClr val="0E8A78"/>
                </a:solidFill>
              </a:defRPr>
            </a:lvl5pPr>
            <a:lvl6pPr>
              <a:buNone/>
              <a:defRPr sz="1125" b="1">
                <a:solidFill>
                  <a:srgbClr val="0E8A78"/>
                </a:solidFill>
              </a:defRPr>
            </a:lvl6pPr>
            <a:lvl7pPr>
              <a:buNone/>
              <a:defRPr sz="1125" b="1">
                <a:solidFill>
                  <a:srgbClr val="0E8A78"/>
                </a:solidFill>
              </a:defRPr>
            </a:lvl7pPr>
            <a:lvl8pPr>
              <a:buNone/>
              <a:defRPr sz="1125" b="1">
                <a:solidFill>
                  <a:srgbClr val="0E8A78"/>
                </a:solidFill>
              </a:defRPr>
            </a:lvl8pPr>
            <a:lvl9pPr>
              <a:buNone/>
              <a:defRPr sz="1125" b="1">
                <a:solidFill>
                  <a:srgbClr val="0E8A78"/>
                </a:solidFill>
              </a:defRPr>
            </a:lvl9pPr>
          </a:lstStyle>
          <a:p xmlns:a="http://schemas.openxmlformats.org/drawingml/2006/main">
            <a:pPr>
              <a:buNone/>
              <a:defRPr sz="1125" b="1">
                <a:solidFill>
                  <a:srgbClr val="0E8A78"/>
                </a:solidFill>
              </a:defRPr>
            </a:pPr>
            <a:r>
              <a:rPr sz="1125" b="1">
                <a:solidFill>
                  <a:srgbClr val="0E8A78"/>
                </a:solidFill>
              </a:rPr>
              <a:t>69%</a:t>
            </a:r>
          </a:p>
        </p:txBody>
      </p:sp>
      <p:sp>
        <p:nvSpPr>
          <p:cNvPr id="31" name="metric-3-label">
            <a:extLst xmlns:a="http://schemas.openxmlformats.org/drawingml/2006/main">
              <a:ext uri="{FF2B5EF4-FFF2-40B4-BE49-F238E27FC236}">
                <a16:creationId xmlns:a16="http://schemas.microsoft.com/office/drawing/2014/main" id="{96A8D8B8-A147-4358-B9D9-17D0E73FB0BA}"/>
              </a:ext>
            </a:extLst>
          </p:cNvPr>
          <p:cNvSpPr>
            <a:spLocks xmlns:a="http://schemas.openxmlformats.org/drawingml/2006/main" noGrp="1"/>
          </p:cNvSpPr>
          <p:nvPr/>
        </p:nvSpPr>
        <p:spPr>
          <a:xfrm xmlns:a="http://schemas.openxmlformats.org/drawingml/2006/main">
            <a:off x="590550" y="4476750"/>
            <a:ext cx="1638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Assembly error</a:t>
            </a:r>
          </a:p>
        </p:txBody>
      </p:sp>
      <p:sp>
        <p:nvSpPr>
          <p:cNvPr id="32" name="metric-3-direction">
            <a:extLst xmlns:a="http://schemas.openxmlformats.org/drawingml/2006/main">
              <a:ext uri="{FF2B5EF4-FFF2-40B4-BE49-F238E27FC236}">
                <a16:creationId xmlns:a16="http://schemas.microsoft.com/office/drawing/2014/main" id="{0E5139B6-E224-48DD-9D58-7CB125054FC3}"/>
              </a:ext>
            </a:extLst>
          </p:cNvPr>
          <p:cNvSpPr>
            <a:spLocks xmlns:a="http://schemas.openxmlformats.org/drawingml/2006/main" noGrp="1"/>
          </p:cNvSpPr>
          <p:nvPr/>
        </p:nvSpPr>
        <p:spPr>
          <a:xfrm xmlns:a="http://schemas.openxmlformats.org/drawingml/2006/main">
            <a:off x="590550" y="4733925"/>
            <a:ext cx="1638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a:solidFill>
                  <a:srgbClr val="71828A"/>
                </a:solidFill>
              </a:defRPr>
            </a:defPPr>
            <a:lvl1pPr>
              <a:buNone/>
              <a:defRPr sz="788">
                <a:solidFill>
                  <a:srgbClr val="71828A"/>
                </a:solidFill>
              </a:defRPr>
            </a:lvl1pPr>
            <a:lvl2pPr>
              <a:buNone/>
              <a:defRPr sz="788">
                <a:solidFill>
                  <a:srgbClr val="71828A"/>
                </a:solidFill>
              </a:defRPr>
            </a:lvl2pPr>
            <a:lvl3pPr>
              <a:buNone/>
              <a:defRPr sz="788">
                <a:solidFill>
                  <a:srgbClr val="71828A"/>
                </a:solidFill>
              </a:defRPr>
            </a:lvl3pPr>
            <a:lvl4pPr>
              <a:buNone/>
              <a:defRPr sz="788">
                <a:solidFill>
                  <a:srgbClr val="71828A"/>
                </a:solidFill>
              </a:defRPr>
            </a:lvl4pPr>
            <a:lvl5pPr>
              <a:buNone/>
              <a:defRPr sz="788">
                <a:solidFill>
                  <a:srgbClr val="71828A"/>
                </a:solidFill>
              </a:defRPr>
            </a:lvl5pPr>
            <a:lvl6pPr>
              <a:buNone/>
              <a:defRPr sz="788">
                <a:solidFill>
                  <a:srgbClr val="71828A"/>
                </a:solidFill>
              </a:defRPr>
            </a:lvl6pPr>
            <a:lvl7pPr>
              <a:buNone/>
              <a:defRPr sz="788">
                <a:solidFill>
                  <a:srgbClr val="71828A"/>
                </a:solidFill>
              </a:defRPr>
            </a:lvl7pPr>
            <a:lvl8pPr>
              <a:buNone/>
              <a:defRPr sz="788">
                <a:solidFill>
                  <a:srgbClr val="71828A"/>
                </a:solidFill>
              </a:defRPr>
            </a:lvl8pPr>
            <a:lvl9pPr>
              <a:buNone/>
              <a:defRPr sz="788">
                <a:solidFill>
                  <a:srgbClr val="71828A"/>
                </a:solidFill>
              </a:defRPr>
            </a:lvl9pPr>
          </a:lstStyle>
          <a:p xmlns:a="http://schemas.openxmlformats.org/drawingml/2006/main">
            <a:pPr>
              <a:buNone/>
              <a:defRPr sz="788">
                <a:solidFill>
                  <a:srgbClr val="71828A"/>
                </a:solidFill>
              </a:defRPr>
            </a:pPr>
            <a:r>
              <a:rPr sz="788">
                <a:solidFill>
                  <a:srgbClr val="71828A"/>
                </a:solidFill>
              </a:rPr>
              <a:t>lower is better</a:t>
            </a:r>
          </a:p>
        </p:txBody>
      </p:sp>
      <p:sp>
        <p:nvSpPr>
          <p:cNvPr id="33" name="metric-3-track-a">
            <a:extLst xmlns:a="http://schemas.openxmlformats.org/drawingml/2006/main">
              <a:ext uri="{FF2B5EF4-FFF2-40B4-BE49-F238E27FC236}">
                <a16:creationId xmlns:a16="http://schemas.microsoft.com/office/drawing/2014/main" id="{B8F2CE9F-1079-480E-B4BB-2FC69C481223}"/>
              </a:ext>
            </a:extLst>
          </p:cNvPr>
          <p:cNvSpPr>
            <a:spLocks xmlns:a="http://schemas.openxmlformats.org/drawingml/2006/main" noGrp="1"/>
          </p:cNvSpPr>
          <p:nvPr/>
        </p:nvSpPr>
        <p:spPr>
          <a:xfrm xmlns:a="http://schemas.openxmlformats.org/drawingml/2006/main">
            <a:off x="2400300" y="456247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34" name="metric-3-track-b">
            <a:extLst xmlns:a="http://schemas.openxmlformats.org/drawingml/2006/main">
              <a:ext uri="{FF2B5EF4-FFF2-40B4-BE49-F238E27FC236}">
                <a16:creationId xmlns:a16="http://schemas.microsoft.com/office/drawing/2014/main" id="{D8A5C434-02CD-4584-8A73-7E2A496D4731}"/>
              </a:ext>
            </a:extLst>
          </p:cNvPr>
          <p:cNvSpPr>
            <a:spLocks xmlns:a="http://schemas.openxmlformats.org/drawingml/2006/main" noGrp="1"/>
          </p:cNvSpPr>
          <p:nvPr/>
        </p:nvSpPr>
        <p:spPr>
          <a:xfrm xmlns:a="http://schemas.openxmlformats.org/drawingml/2006/main">
            <a:off x="2400300" y="4886325"/>
            <a:ext cx="4000500" cy="0"/>
          </a:xfrm>
          <a:prstGeom xmlns:a="http://schemas.openxmlformats.org/drawingml/2006/main" prst="line">
            <a:avLst/>
          </a:prstGeom>
          <a:noFill xmlns:a="http://schemas.openxmlformats.org/drawingml/2006/main"/>
          <a:ln xmlns:a="http://schemas.openxmlformats.org/drawingml/2006/main" w="66675">
            <a:solidFill>
              <a:srgbClr val="E2E8EB"/>
            </a:solidFill>
            <a:prstDash val="solid"/>
          </a:ln>
        </p:spPr>
      </p:sp>
      <p:sp>
        <p:nvSpPr>
          <p:cNvPr id="35" name="metric-3-base">
            <a:extLst xmlns:a="http://schemas.openxmlformats.org/drawingml/2006/main">
              <a:ext uri="{FF2B5EF4-FFF2-40B4-BE49-F238E27FC236}">
                <a16:creationId xmlns:a16="http://schemas.microsoft.com/office/drawing/2014/main" id="{4BC61574-FAE3-408D-81F5-04C10984DFA1}"/>
              </a:ext>
            </a:extLst>
          </p:cNvPr>
          <p:cNvSpPr>
            <a:spLocks xmlns:a="http://schemas.openxmlformats.org/drawingml/2006/main" noGrp="1"/>
          </p:cNvSpPr>
          <p:nvPr/>
        </p:nvSpPr>
        <p:spPr>
          <a:xfrm xmlns:a="http://schemas.openxmlformats.org/drawingml/2006/main">
            <a:off x="2400300" y="4562475"/>
            <a:ext cx="2360295" cy="0"/>
          </a:xfrm>
          <a:prstGeom xmlns:a="http://schemas.openxmlformats.org/drawingml/2006/main" prst="line">
            <a:avLst/>
          </a:prstGeom>
          <a:noFill xmlns:a="http://schemas.openxmlformats.org/drawingml/2006/main"/>
          <a:ln xmlns:a="http://schemas.openxmlformats.org/drawingml/2006/main" w="66675">
            <a:solidFill>
              <a:srgbClr val="7D8D95"/>
            </a:solidFill>
            <a:prstDash val="solid"/>
          </a:ln>
        </p:spPr>
      </p:sp>
      <p:sp>
        <p:nvSpPr>
          <p:cNvPr id="36" name="metric-3-table">
            <a:extLst xmlns:a="http://schemas.openxmlformats.org/drawingml/2006/main">
              <a:ext uri="{FF2B5EF4-FFF2-40B4-BE49-F238E27FC236}">
                <a16:creationId xmlns:a16="http://schemas.microsoft.com/office/drawing/2014/main" id="{D336FA67-3454-4706-BF4D-649079452B6D}"/>
              </a:ext>
            </a:extLst>
          </p:cNvPr>
          <p:cNvSpPr>
            <a:spLocks xmlns:a="http://schemas.openxmlformats.org/drawingml/2006/main" noGrp="1"/>
          </p:cNvSpPr>
          <p:nvPr/>
        </p:nvSpPr>
        <p:spPr>
          <a:xfrm xmlns:a="http://schemas.openxmlformats.org/drawingml/2006/main">
            <a:off x="2400300" y="4886325"/>
            <a:ext cx="1080135" cy="0"/>
          </a:xfrm>
          <a:prstGeom xmlns:a="http://schemas.openxmlformats.org/drawingml/2006/main" prst="line">
            <a:avLst/>
          </a:prstGeom>
          <a:noFill xmlns:a="http://schemas.openxmlformats.org/drawingml/2006/main"/>
          <a:ln xmlns:a="http://schemas.openxmlformats.org/drawingml/2006/main" w="66675">
            <a:solidFill>
              <a:srgbClr val="0E8A78"/>
            </a:solidFill>
            <a:prstDash val="solid"/>
          </a:ln>
        </p:spPr>
      </p:sp>
      <p:sp>
        <p:nvSpPr>
          <p:cNvPr id="37" name="metric-3-base-value">
            <a:extLst xmlns:a="http://schemas.openxmlformats.org/drawingml/2006/main">
              <a:ext uri="{FF2B5EF4-FFF2-40B4-BE49-F238E27FC236}">
                <a16:creationId xmlns:a16="http://schemas.microsoft.com/office/drawing/2014/main" id="{08ED3B2A-9448-423F-A2C4-8A61BC966431}"/>
              </a:ext>
            </a:extLst>
          </p:cNvPr>
          <p:cNvSpPr>
            <a:spLocks xmlns:a="http://schemas.openxmlformats.org/drawingml/2006/main" noGrp="1"/>
          </p:cNvSpPr>
          <p:nvPr/>
        </p:nvSpPr>
        <p:spPr>
          <a:xfrm xmlns:a="http://schemas.openxmlformats.org/drawingml/2006/main">
            <a:off x="6534150" y="443865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7D8D95"/>
                </a:solidFill>
              </a:defRPr>
            </a:defPPr>
            <a:lvl1pPr>
              <a:buNone/>
              <a:defRPr sz="1125" b="1">
                <a:solidFill>
                  <a:srgbClr val="7D8D95"/>
                </a:solidFill>
              </a:defRPr>
            </a:lvl1pPr>
            <a:lvl2pPr>
              <a:buNone/>
              <a:defRPr sz="1125" b="1">
                <a:solidFill>
                  <a:srgbClr val="7D8D95"/>
                </a:solidFill>
              </a:defRPr>
            </a:lvl2pPr>
            <a:lvl3pPr>
              <a:buNone/>
              <a:defRPr sz="1125" b="1">
                <a:solidFill>
                  <a:srgbClr val="7D8D95"/>
                </a:solidFill>
              </a:defRPr>
            </a:lvl3pPr>
            <a:lvl4pPr>
              <a:buNone/>
              <a:defRPr sz="1125" b="1">
                <a:solidFill>
                  <a:srgbClr val="7D8D95"/>
                </a:solidFill>
              </a:defRPr>
            </a:lvl4pPr>
            <a:lvl5pPr>
              <a:buNone/>
              <a:defRPr sz="1125" b="1">
                <a:solidFill>
                  <a:srgbClr val="7D8D95"/>
                </a:solidFill>
              </a:defRPr>
            </a:lvl5pPr>
            <a:lvl6pPr>
              <a:buNone/>
              <a:defRPr sz="1125" b="1">
                <a:solidFill>
                  <a:srgbClr val="7D8D95"/>
                </a:solidFill>
              </a:defRPr>
            </a:lvl6pPr>
            <a:lvl7pPr>
              <a:buNone/>
              <a:defRPr sz="1125" b="1">
                <a:solidFill>
                  <a:srgbClr val="7D8D95"/>
                </a:solidFill>
              </a:defRPr>
            </a:lvl7pPr>
            <a:lvl8pPr>
              <a:buNone/>
              <a:defRPr sz="1125" b="1">
                <a:solidFill>
                  <a:srgbClr val="7D8D95"/>
                </a:solidFill>
              </a:defRPr>
            </a:lvl8pPr>
            <a:lvl9pPr>
              <a:buNone/>
              <a:defRPr sz="1125" b="1">
                <a:solidFill>
                  <a:srgbClr val="7D8D95"/>
                </a:solidFill>
              </a:defRPr>
            </a:lvl9pPr>
          </a:lstStyle>
          <a:p xmlns:a="http://schemas.openxmlformats.org/drawingml/2006/main">
            <a:pPr>
              <a:buNone/>
              <a:defRPr sz="1125" b="1">
                <a:solidFill>
                  <a:srgbClr val="7D8D95"/>
                </a:solidFill>
              </a:defRPr>
            </a:pPr>
            <a:r>
              <a:rPr sz="1125" b="1">
                <a:solidFill>
                  <a:srgbClr val="7D8D95"/>
                </a:solidFill>
              </a:rPr>
              <a:t>59%</a:t>
            </a:r>
          </a:p>
        </p:txBody>
      </p:sp>
      <p:sp>
        <p:nvSpPr>
          <p:cNvPr id="38" name="metric-3-table-value">
            <a:extLst xmlns:a="http://schemas.openxmlformats.org/drawingml/2006/main">
              <a:ext uri="{FF2B5EF4-FFF2-40B4-BE49-F238E27FC236}">
                <a16:creationId xmlns:a16="http://schemas.microsoft.com/office/drawing/2014/main" id="{A7DFAA98-EE04-454F-9128-685F3ACAAFCB}"/>
              </a:ext>
            </a:extLst>
          </p:cNvPr>
          <p:cNvSpPr>
            <a:spLocks xmlns:a="http://schemas.openxmlformats.org/drawingml/2006/main" noGrp="1"/>
          </p:cNvSpPr>
          <p:nvPr/>
        </p:nvSpPr>
        <p:spPr>
          <a:xfrm xmlns:a="http://schemas.openxmlformats.org/drawingml/2006/main">
            <a:off x="6534150" y="4762500"/>
            <a:ext cx="55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0E8A78"/>
                </a:solidFill>
              </a:defRPr>
            </a:defPPr>
            <a:lvl1pPr>
              <a:buNone/>
              <a:defRPr sz="1125" b="1">
                <a:solidFill>
                  <a:srgbClr val="0E8A78"/>
                </a:solidFill>
              </a:defRPr>
            </a:lvl1pPr>
            <a:lvl2pPr>
              <a:buNone/>
              <a:defRPr sz="1125" b="1">
                <a:solidFill>
                  <a:srgbClr val="0E8A78"/>
                </a:solidFill>
              </a:defRPr>
            </a:lvl2pPr>
            <a:lvl3pPr>
              <a:buNone/>
              <a:defRPr sz="1125" b="1">
                <a:solidFill>
                  <a:srgbClr val="0E8A78"/>
                </a:solidFill>
              </a:defRPr>
            </a:lvl3pPr>
            <a:lvl4pPr>
              <a:buNone/>
              <a:defRPr sz="1125" b="1">
                <a:solidFill>
                  <a:srgbClr val="0E8A78"/>
                </a:solidFill>
              </a:defRPr>
            </a:lvl4pPr>
            <a:lvl5pPr>
              <a:buNone/>
              <a:defRPr sz="1125" b="1">
                <a:solidFill>
                  <a:srgbClr val="0E8A78"/>
                </a:solidFill>
              </a:defRPr>
            </a:lvl5pPr>
            <a:lvl6pPr>
              <a:buNone/>
              <a:defRPr sz="1125" b="1">
                <a:solidFill>
                  <a:srgbClr val="0E8A78"/>
                </a:solidFill>
              </a:defRPr>
            </a:lvl6pPr>
            <a:lvl7pPr>
              <a:buNone/>
              <a:defRPr sz="1125" b="1">
                <a:solidFill>
                  <a:srgbClr val="0E8A78"/>
                </a:solidFill>
              </a:defRPr>
            </a:lvl7pPr>
            <a:lvl8pPr>
              <a:buNone/>
              <a:defRPr sz="1125" b="1">
                <a:solidFill>
                  <a:srgbClr val="0E8A78"/>
                </a:solidFill>
              </a:defRPr>
            </a:lvl8pPr>
            <a:lvl9pPr>
              <a:buNone/>
              <a:defRPr sz="1125" b="1">
                <a:solidFill>
                  <a:srgbClr val="0E8A78"/>
                </a:solidFill>
              </a:defRPr>
            </a:lvl9pPr>
          </a:lstStyle>
          <a:p xmlns:a="http://schemas.openxmlformats.org/drawingml/2006/main">
            <a:pPr>
              <a:buNone/>
              <a:defRPr sz="1125" b="1">
                <a:solidFill>
                  <a:srgbClr val="0E8A78"/>
                </a:solidFill>
              </a:defRPr>
            </a:pPr>
            <a:r>
              <a:rPr sz="1125" b="1">
                <a:solidFill>
                  <a:srgbClr val="0E8A78"/>
                </a:solidFill>
              </a:rPr>
              <a:t>27%</a:t>
            </a:r>
          </a:p>
        </p:txBody>
      </p:sp>
      <p:sp>
        <p:nvSpPr>
          <p:cNvPr id="39" name="divider">
            <a:extLst xmlns:a="http://schemas.openxmlformats.org/drawingml/2006/main">
              <a:ext uri="{FF2B5EF4-FFF2-40B4-BE49-F238E27FC236}">
                <a16:creationId xmlns:a16="http://schemas.microsoft.com/office/drawing/2014/main" id="{71B2DC9F-1CEA-474B-8604-821770D1A2CA}"/>
              </a:ext>
            </a:extLst>
          </p:cNvPr>
          <p:cNvSpPr>
            <a:spLocks xmlns:a="http://schemas.openxmlformats.org/drawingml/2006/main" noGrp="1"/>
          </p:cNvSpPr>
          <p:nvPr/>
        </p:nvSpPr>
        <p:spPr>
          <a:xfrm xmlns:a="http://schemas.openxmlformats.org/drawingml/2006/main">
            <a:off x="7477125" y="1447800"/>
            <a:ext cx="0" cy="0"/>
          </a:xfrm>
          <a:prstGeom xmlns:a="http://schemas.openxmlformats.org/drawingml/2006/main" prst="line">
            <a:avLst/>
          </a:prstGeom>
          <a:noFill xmlns:a="http://schemas.openxmlformats.org/drawingml/2006/main"/>
          <a:ln xmlns:a="http://schemas.openxmlformats.org/drawingml/2006/main" w="9525">
            <a:solidFill>
              <a:srgbClr val="D7E0E4"/>
            </a:solidFill>
            <a:prstDash val="solid"/>
          </a:ln>
        </p:spPr>
      </p:sp>
      <p:sp>
        <p:nvSpPr>
          <p:cNvPr id="40" name="vertical-divider">
            <a:extLst xmlns:a="http://schemas.openxmlformats.org/drawingml/2006/main">
              <a:ext uri="{FF2B5EF4-FFF2-40B4-BE49-F238E27FC236}">
                <a16:creationId xmlns:a16="http://schemas.microsoft.com/office/drawing/2014/main" id="{4973B767-96C3-4FAE-BD7C-76DFC208EFAA}"/>
              </a:ext>
            </a:extLst>
          </p:cNvPr>
          <p:cNvSpPr>
            <a:spLocks xmlns:a="http://schemas.openxmlformats.org/drawingml/2006/main" noGrp="1"/>
          </p:cNvSpPr>
          <p:nvPr/>
        </p:nvSpPr>
        <p:spPr>
          <a:xfrm xmlns:a="http://schemas.openxmlformats.org/drawingml/2006/main">
            <a:off x="7477125" y="1428750"/>
            <a:ext cx="0" cy="3905250"/>
          </a:xfrm>
          <a:prstGeom xmlns:a="http://schemas.openxmlformats.org/drawingml/2006/main" prst="line">
            <a:avLst/>
          </a:prstGeom>
          <a:noFill xmlns:a="http://schemas.openxmlformats.org/drawingml/2006/main"/>
          <a:ln xmlns:a="http://schemas.openxmlformats.org/drawingml/2006/main" w="9525">
            <a:solidFill>
              <a:srgbClr val="D7E0E4"/>
            </a:solidFill>
            <a:prstDash val="solid"/>
          </a:ln>
        </p:spPr>
      </p:sp>
      <p:sp>
        <p:nvSpPr>
          <p:cNvPr id="41" name="mechanism-title">
            <a:extLst xmlns:a="http://schemas.openxmlformats.org/drawingml/2006/main">
              <a:ext uri="{FF2B5EF4-FFF2-40B4-BE49-F238E27FC236}">
                <a16:creationId xmlns:a16="http://schemas.microsoft.com/office/drawing/2014/main" id="{420599B2-9058-499A-8F82-1A4CEB9A918C}"/>
              </a:ext>
            </a:extLst>
          </p:cNvPr>
          <p:cNvSpPr>
            <a:spLocks xmlns:a="http://schemas.openxmlformats.org/drawingml/2006/main" noGrp="1"/>
          </p:cNvSpPr>
          <p:nvPr/>
        </p:nvSpPr>
        <p:spPr>
          <a:xfrm xmlns:a="http://schemas.openxmlformats.org/drawingml/2006/main">
            <a:off x="7867650" y="1390650"/>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102B35"/>
                </a:solidFill>
              </a:defRPr>
            </a:defPPr>
            <a:lvl1pPr>
              <a:buNone/>
              <a:defRPr sz="1350" b="1">
                <a:solidFill>
                  <a:srgbClr val="102B35"/>
                </a:solidFill>
              </a:defRPr>
            </a:lvl1pPr>
            <a:lvl2pPr>
              <a:buNone/>
              <a:defRPr sz="1350" b="1">
                <a:solidFill>
                  <a:srgbClr val="102B35"/>
                </a:solidFill>
              </a:defRPr>
            </a:lvl2pPr>
            <a:lvl3pPr>
              <a:buNone/>
              <a:defRPr sz="1350" b="1">
                <a:solidFill>
                  <a:srgbClr val="102B35"/>
                </a:solidFill>
              </a:defRPr>
            </a:lvl3pPr>
            <a:lvl4pPr>
              <a:buNone/>
              <a:defRPr sz="1350" b="1">
                <a:solidFill>
                  <a:srgbClr val="102B35"/>
                </a:solidFill>
              </a:defRPr>
            </a:lvl4pPr>
            <a:lvl5pPr>
              <a:buNone/>
              <a:defRPr sz="1350" b="1">
                <a:solidFill>
                  <a:srgbClr val="102B35"/>
                </a:solidFill>
              </a:defRPr>
            </a:lvl5pPr>
            <a:lvl6pPr>
              <a:buNone/>
              <a:defRPr sz="1350" b="1">
                <a:solidFill>
                  <a:srgbClr val="102B35"/>
                </a:solidFill>
              </a:defRPr>
            </a:lvl6pPr>
            <a:lvl7pPr>
              <a:buNone/>
              <a:defRPr sz="1350" b="1">
                <a:solidFill>
                  <a:srgbClr val="102B35"/>
                </a:solidFill>
              </a:defRPr>
            </a:lvl7pPr>
            <a:lvl8pPr>
              <a:buNone/>
              <a:defRPr sz="1350" b="1">
                <a:solidFill>
                  <a:srgbClr val="102B35"/>
                </a:solidFill>
              </a:defRPr>
            </a:lvl8pPr>
            <a:lvl9pPr>
              <a:buNone/>
              <a:defRPr sz="1350" b="1">
                <a:solidFill>
                  <a:srgbClr val="102B35"/>
                </a:solidFill>
              </a:defRPr>
            </a:lvl9pPr>
          </a:lstStyle>
          <a:p xmlns:a="http://schemas.openxmlformats.org/drawingml/2006/main">
            <a:pPr>
              <a:buNone/>
              <a:defRPr sz="1350" b="1">
                <a:solidFill>
                  <a:srgbClr val="102B35"/>
                </a:solidFill>
              </a:defRPr>
            </a:pPr>
            <a:r>
              <a:rPr sz="1350" b="1">
                <a:solidFill>
                  <a:srgbClr val="102B35"/>
                </a:solidFill>
              </a:rPr>
              <a:t>Why TableRAG wins</a:t>
            </a:r>
          </a:p>
        </p:txBody>
      </p:sp>
      <p:sp>
        <p:nvSpPr>
          <p:cNvPr id="42" name="step-1-number">
            <a:extLst xmlns:a="http://schemas.openxmlformats.org/drawingml/2006/main">
              <a:ext uri="{FF2B5EF4-FFF2-40B4-BE49-F238E27FC236}">
                <a16:creationId xmlns:a16="http://schemas.microsoft.com/office/drawing/2014/main" id="{A622B66E-A129-40F5-9050-5EF5F51AD301}"/>
              </a:ext>
            </a:extLst>
          </p:cNvPr>
          <p:cNvSpPr>
            <a:spLocks xmlns:a="http://schemas.openxmlformats.org/drawingml/2006/main" noGrp="1"/>
          </p:cNvSpPr>
          <p:nvPr/>
        </p:nvSpPr>
        <p:spPr>
          <a:xfrm xmlns:a="http://schemas.openxmlformats.org/drawingml/2006/main">
            <a:off x="7867650" y="1924050"/>
            <a:ext cx="323850" cy="323850"/>
          </a:xfrm>
          <a:prstGeom xmlns:a="http://schemas.openxmlformats.org/drawingml/2006/main" prst="roundRect">
            <a:avLst>
              <a:gd name="adj" fmla="val 50000"/>
            </a:avLst>
          </a:prstGeom>
          <a:solidFill xmlns:a="http://schemas.openxmlformats.org/drawingml/2006/main">
            <a:srgbClr val="0E8A78"/>
          </a:solidFill>
          <a:ln xmlns:a="http://schemas.openxmlformats.org/drawingml/2006/main" w="7620">
            <a:solidFill>
              <a:srgbClr val="0E8A78"/>
            </a:solidFill>
            <a:prstDash val="solid"/>
          </a:ln>
        </p:spPr>
      </p:sp>
      <p:sp>
        <p:nvSpPr>
          <p:cNvPr id="43" name="step-1-number-text">
            <a:extLst xmlns:a="http://schemas.openxmlformats.org/drawingml/2006/main">
              <a:ext uri="{FF2B5EF4-FFF2-40B4-BE49-F238E27FC236}">
                <a16:creationId xmlns:a16="http://schemas.microsoft.com/office/drawing/2014/main" id="{D23B67D9-B6DA-49F8-9D48-41E7C6345709}"/>
              </a:ext>
            </a:extLst>
          </p:cNvPr>
          <p:cNvSpPr>
            <a:spLocks xmlns:a="http://schemas.openxmlformats.org/drawingml/2006/main" noGrp="1"/>
          </p:cNvSpPr>
          <p:nvPr/>
        </p:nvSpPr>
        <p:spPr>
          <a:xfrm xmlns:a="http://schemas.openxmlformats.org/drawingml/2006/main">
            <a:off x="7867650" y="1971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FFFFFF"/>
                </a:solidFill>
              </a:defRPr>
            </a:defPPr>
            <a:lvl1pPr algn="ctr">
              <a:buNone/>
              <a:defRPr sz="1050" b="1">
                <a:solidFill>
                  <a:srgbClr val="FFFFFF"/>
                </a:solidFill>
              </a:defRPr>
            </a:lvl1pPr>
            <a:lvl2pPr algn="ctr">
              <a:buNone/>
              <a:defRPr sz="1050" b="1">
                <a:solidFill>
                  <a:srgbClr val="FFFFFF"/>
                </a:solidFill>
              </a:defRPr>
            </a:lvl2pPr>
            <a:lvl3pPr algn="ctr">
              <a:buNone/>
              <a:defRPr sz="1050" b="1">
                <a:solidFill>
                  <a:srgbClr val="FFFFFF"/>
                </a:solidFill>
              </a:defRPr>
            </a:lvl3pPr>
            <a:lvl4pPr algn="ctr">
              <a:buNone/>
              <a:defRPr sz="1050" b="1">
                <a:solidFill>
                  <a:srgbClr val="FFFFFF"/>
                </a:solidFill>
              </a:defRPr>
            </a:lvl4pPr>
            <a:lvl5pPr algn="ctr">
              <a:buNone/>
              <a:defRPr sz="1050" b="1">
                <a:solidFill>
                  <a:srgbClr val="FFFFFF"/>
                </a:solidFill>
              </a:defRPr>
            </a:lvl5pPr>
            <a:lvl6pPr algn="ctr">
              <a:buNone/>
              <a:defRPr sz="1050" b="1">
                <a:solidFill>
                  <a:srgbClr val="FFFFFF"/>
                </a:solidFill>
              </a:defRPr>
            </a:lvl6pPr>
            <a:lvl7pPr algn="ctr">
              <a:buNone/>
              <a:defRPr sz="1050" b="1">
                <a:solidFill>
                  <a:srgbClr val="FFFFFF"/>
                </a:solidFill>
              </a:defRPr>
            </a:lvl7pPr>
            <a:lvl8pPr algn="ctr">
              <a:buNone/>
              <a:defRPr sz="1050" b="1">
                <a:solidFill>
                  <a:srgbClr val="FFFFFF"/>
                </a:solidFill>
              </a:defRPr>
            </a:lvl8pPr>
            <a:lvl9pPr algn="ctr">
              <a:buNone/>
              <a:defRPr sz="1050" b="1">
                <a:solidFill>
                  <a:srgbClr val="FFFFFF"/>
                </a:solidFill>
              </a:defRPr>
            </a:lvl9pPr>
          </a:lstStyle>
          <a:p xmlns:a="http://schemas.openxmlformats.org/drawingml/2006/main">
            <a:pPr algn="ctr">
              <a:buNone/>
              <a:defRPr sz="1050" b="1">
                <a:solidFill>
                  <a:srgbClr val="FFFFFF"/>
                </a:solidFill>
              </a:defRPr>
            </a:pPr>
            <a:r>
              <a:rPr sz="1050" b="1">
                <a:solidFill>
                  <a:srgbClr val="FFFFFF"/>
                </a:solidFill>
              </a:rPr>
              <a:t>1</a:t>
            </a:r>
          </a:p>
        </p:txBody>
      </p:sp>
      <p:sp>
        <p:nvSpPr>
          <p:cNvPr id="44" name="step-1-heading">
            <a:extLst xmlns:a="http://schemas.openxmlformats.org/drawingml/2006/main">
              <a:ext uri="{FF2B5EF4-FFF2-40B4-BE49-F238E27FC236}">
                <a16:creationId xmlns:a16="http://schemas.microsoft.com/office/drawing/2014/main" id="{8E1F0FF6-82C7-495F-9938-13BE73D12ECD}"/>
              </a:ext>
            </a:extLst>
          </p:cNvPr>
          <p:cNvSpPr>
            <a:spLocks xmlns:a="http://schemas.openxmlformats.org/drawingml/2006/main" noGrp="1"/>
          </p:cNvSpPr>
          <p:nvPr/>
        </p:nvSpPr>
        <p:spPr>
          <a:xfrm xmlns:a="http://schemas.openxmlformats.org/drawingml/2006/main">
            <a:off x="8362950" y="19050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63A44"/>
                </a:solidFill>
              </a:defRPr>
            </a:defPPr>
            <a:lvl1pPr>
              <a:buNone/>
              <a:defRPr sz="1200" b="1">
                <a:solidFill>
                  <a:srgbClr val="263A44"/>
                </a:solidFill>
              </a:defRPr>
            </a:lvl1pPr>
            <a:lvl2pPr>
              <a:buNone/>
              <a:defRPr sz="1200" b="1">
                <a:solidFill>
                  <a:srgbClr val="263A44"/>
                </a:solidFill>
              </a:defRPr>
            </a:lvl2pPr>
            <a:lvl3pPr>
              <a:buNone/>
              <a:defRPr sz="1200" b="1">
                <a:solidFill>
                  <a:srgbClr val="263A44"/>
                </a:solidFill>
              </a:defRPr>
            </a:lvl3pPr>
            <a:lvl4pPr>
              <a:buNone/>
              <a:defRPr sz="1200" b="1">
                <a:solidFill>
                  <a:srgbClr val="263A44"/>
                </a:solidFill>
              </a:defRPr>
            </a:lvl4pPr>
            <a:lvl5pPr>
              <a:buNone/>
              <a:defRPr sz="1200" b="1">
                <a:solidFill>
                  <a:srgbClr val="263A44"/>
                </a:solidFill>
              </a:defRPr>
            </a:lvl5pPr>
            <a:lvl6pPr>
              <a:buNone/>
              <a:defRPr sz="1200" b="1">
                <a:solidFill>
                  <a:srgbClr val="263A44"/>
                </a:solidFill>
              </a:defRPr>
            </a:lvl6pPr>
            <a:lvl7pPr>
              <a:buNone/>
              <a:defRPr sz="1200" b="1">
                <a:solidFill>
                  <a:srgbClr val="263A44"/>
                </a:solidFill>
              </a:defRPr>
            </a:lvl7pPr>
            <a:lvl8pPr>
              <a:buNone/>
              <a:defRPr sz="1200" b="1">
                <a:solidFill>
                  <a:srgbClr val="263A44"/>
                </a:solidFill>
              </a:defRPr>
            </a:lvl8pPr>
            <a:lvl9pPr>
              <a:buNone/>
              <a:defRPr sz="1200" b="1">
                <a:solidFill>
                  <a:srgbClr val="263A44"/>
                </a:solidFill>
              </a:defRPr>
            </a:lvl9pPr>
          </a:lstStyle>
          <a:p xmlns:a="http://schemas.openxmlformats.org/drawingml/2006/main">
            <a:pPr>
              <a:buNone/>
              <a:defRPr sz="1200" b="1">
                <a:solidFill>
                  <a:srgbClr val="263A44"/>
                </a:solidFill>
              </a:defRPr>
            </a:pPr>
            <a:r>
              <a:rPr sz="1200" b="1">
                <a:solidFill>
                  <a:srgbClr val="263A44"/>
                </a:solidFill>
              </a:rPr>
              <a:t>Search row children</a:t>
            </a:r>
          </a:p>
        </p:txBody>
      </p:sp>
      <p:sp>
        <p:nvSpPr>
          <p:cNvPr id="45" name="step-1-body">
            <a:extLst xmlns:a="http://schemas.openxmlformats.org/drawingml/2006/main">
              <a:ext uri="{FF2B5EF4-FFF2-40B4-BE49-F238E27FC236}">
                <a16:creationId xmlns:a16="http://schemas.microsoft.com/office/drawing/2014/main" id="{6C8E02DB-4CD0-40D8-B1ED-11F612A6F7CF}"/>
              </a:ext>
            </a:extLst>
          </p:cNvPr>
          <p:cNvSpPr>
            <a:spLocks xmlns:a="http://schemas.openxmlformats.org/drawingml/2006/main" noGrp="1"/>
          </p:cNvSpPr>
          <p:nvPr/>
        </p:nvSpPr>
        <p:spPr>
          <a:xfrm xmlns:a="http://schemas.openxmlformats.org/drawingml/2006/main">
            <a:off x="8362950" y="22193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Precise row text keeps codes, names, and values searchable.</a:t>
            </a:r>
          </a:p>
        </p:txBody>
      </p:sp>
      <p:sp>
        <p:nvSpPr>
          <p:cNvPr id="46" name="step-1-connector">
            <a:extLst xmlns:a="http://schemas.openxmlformats.org/drawingml/2006/main">
              <a:ext uri="{FF2B5EF4-FFF2-40B4-BE49-F238E27FC236}">
                <a16:creationId xmlns:a16="http://schemas.microsoft.com/office/drawing/2014/main" id="{D0A8DC8A-9628-4604-ADB0-7EFE6F51ABDB}"/>
              </a:ext>
            </a:extLst>
          </p:cNvPr>
          <p:cNvSpPr>
            <a:spLocks xmlns:a="http://schemas.openxmlformats.org/drawingml/2006/main" noGrp="1"/>
          </p:cNvSpPr>
          <p:nvPr/>
        </p:nvSpPr>
        <p:spPr>
          <a:xfrm xmlns:a="http://schemas.openxmlformats.org/drawingml/2006/main">
            <a:off x="8029575" y="2276475"/>
            <a:ext cx="0" cy="723900"/>
          </a:xfrm>
          <a:prstGeom xmlns:a="http://schemas.openxmlformats.org/drawingml/2006/main" prst="line">
            <a:avLst/>
          </a:prstGeom>
          <a:noFill xmlns:a="http://schemas.openxmlformats.org/drawingml/2006/main"/>
          <a:ln xmlns:a="http://schemas.openxmlformats.org/drawingml/2006/main" w="19050">
            <a:solidFill>
              <a:srgbClr val="A8CFC7"/>
            </a:solidFill>
            <a:prstDash val="solid"/>
          </a:ln>
        </p:spPr>
      </p:sp>
      <p:sp>
        <p:nvSpPr>
          <p:cNvPr id="47" name="step-2-number">
            <a:extLst xmlns:a="http://schemas.openxmlformats.org/drawingml/2006/main">
              <a:ext uri="{FF2B5EF4-FFF2-40B4-BE49-F238E27FC236}">
                <a16:creationId xmlns:a16="http://schemas.microsoft.com/office/drawing/2014/main" id="{BB55A0C1-EFB9-479D-9B70-6BA1B44E63F7}"/>
              </a:ext>
            </a:extLst>
          </p:cNvPr>
          <p:cNvSpPr>
            <a:spLocks xmlns:a="http://schemas.openxmlformats.org/drawingml/2006/main" noGrp="1"/>
          </p:cNvSpPr>
          <p:nvPr/>
        </p:nvSpPr>
        <p:spPr>
          <a:xfrm xmlns:a="http://schemas.openxmlformats.org/drawingml/2006/main">
            <a:off x="7867650" y="3028950"/>
            <a:ext cx="323850" cy="323850"/>
          </a:xfrm>
          <a:prstGeom xmlns:a="http://schemas.openxmlformats.org/drawingml/2006/main" prst="roundRect">
            <a:avLst>
              <a:gd name="adj" fmla="val 50000"/>
            </a:avLst>
          </a:prstGeom>
          <a:solidFill xmlns:a="http://schemas.openxmlformats.org/drawingml/2006/main">
            <a:srgbClr val="0E8A78"/>
          </a:solidFill>
          <a:ln xmlns:a="http://schemas.openxmlformats.org/drawingml/2006/main" w="7620">
            <a:solidFill>
              <a:srgbClr val="0E8A78"/>
            </a:solidFill>
            <a:prstDash val="solid"/>
          </a:ln>
        </p:spPr>
      </p:sp>
      <p:sp>
        <p:nvSpPr>
          <p:cNvPr id="48" name="step-2-number-text">
            <a:extLst xmlns:a="http://schemas.openxmlformats.org/drawingml/2006/main">
              <a:ext uri="{FF2B5EF4-FFF2-40B4-BE49-F238E27FC236}">
                <a16:creationId xmlns:a16="http://schemas.microsoft.com/office/drawing/2014/main" id="{9139DFD3-E835-4964-AD72-94B8F1A97C8F}"/>
              </a:ext>
            </a:extLst>
          </p:cNvPr>
          <p:cNvSpPr>
            <a:spLocks xmlns:a="http://schemas.openxmlformats.org/drawingml/2006/main" noGrp="1"/>
          </p:cNvSpPr>
          <p:nvPr/>
        </p:nvSpPr>
        <p:spPr>
          <a:xfrm xmlns:a="http://schemas.openxmlformats.org/drawingml/2006/main">
            <a:off x="7867650" y="30765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FFFFFF"/>
                </a:solidFill>
              </a:defRPr>
            </a:defPPr>
            <a:lvl1pPr algn="ctr">
              <a:buNone/>
              <a:defRPr sz="1050" b="1">
                <a:solidFill>
                  <a:srgbClr val="FFFFFF"/>
                </a:solidFill>
              </a:defRPr>
            </a:lvl1pPr>
            <a:lvl2pPr algn="ctr">
              <a:buNone/>
              <a:defRPr sz="1050" b="1">
                <a:solidFill>
                  <a:srgbClr val="FFFFFF"/>
                </a:solidFill>
              </a:defRPr>
            </a:lvl2pPr>
            <a:lvl3pPr algn="ctr">
              <a:buNone/>
              <a:defRPr sz="1050" b="1">
                <a:solidFill>
                  <a:srgbClr val="FFFFFF"/>
                </a:solidFill>
              </a:defRPr>
            </a:lvl3pPr>
            <a:lvl4pPr algn="ctr">
              <a:buNone/>
              <a:defRPr sz="1050" b="1">
                <a:solidFill>
                  <a:srgbClr val="FFFFFF"/>
                </a:solidFill>
              </a:defRPr>
            </a:lvl4pPr>
            <a:lvl5pPr algn="ctr">
              <a:buNone/>
              <a:defRPr sz="1050" b="1">
                <a:solidFill>
                  <a:srgbClr val="FFFFFF"/>
                </a:solidFill>
              </a:defRPr>
            </a:lvl5pPr>
            <a:lvl6pPr algn="ctr">
              <a:buNone/>
              <a:defRPr sz="1050" b="1">
                <a:solidFill>
                  <a:srgbClr val="FFFFFF"/>
                </a:solidFill>
              </a:defRPr>
            </a:lvl6pPr>
            <a:lvl7pPr algn="ctr">
              <a:buNone/>
              <a:defRPr sz="1050" b="1">
                <a:solidFill>
                  <a:srgbClr val="FFFFFF"/>
                </a:solidFill>
              </a:defRPr>
            </a:lvl7pPr>
            <a:lvl8pPr algn="ctr">
              <a:buNone/>
              <a:defRPr sz="1050" b="1">
                <a:solidFill>
                  <a:srgbClr val="FFFFFF"/>
                </a:solidFill>
              </a:defRPr>
            </a:lvl8pPr>
            <a:lvl9pPr algn="ctr">
              <a:buNone/>
              <a:defRPr sz="1050" b="1">
                <a:solidFill>
                  <a:srgbClr val="FFFFFF"/>
                </a:solidFill>
              </a:defRPr>
            </a:lvl9pPr>
          </a:lstStyle>
          <a:p xmlns:a="http://schemas.openxmlformats.org/drawingml/2006/main">
            <a:pPr algn="ctr">
              <a:buNone/>
              <a:defRPr sz="1050" b="1">
                <a:solidFill>
                  <a:srgbClr val="FFFFFF"/>
                </a:solidFill>
              </a:defRPr>
            </a:pPr>
            <a:r>
              <a:rPr sz="1050" b="1">
                <a:solidFill>
                  <a:srgbClr val="FFFFFF"/>
                </a:solidFill>
              </a:rPr>
              <a:t>2</a:t>
            </a:r>
          </a:p>
        </p:txBody>
      </p:sp>
      <p:sp>
        <p:nvSpPr>
          <p:cNvPr id="49" name="step-2-heading">
            <a:extLst xmlns:a="http://schemas.openxmlformats.org/drawingml/2006/main">
              <a:ext uri="{FF2B5EF4-FFF2-40B4-BE49-F238E27FC236}">
                <a16:creationId xmlns:a16="http://schemas.microsoft.com/office/drawing/2014/main" id="{4B570978-7D04-46AC-885C-1BCD11BEA53B}"/>
              </a:ext>
            </a:extLst>
          </p:cNvPr>
          <p:cNvSpPr>
            <a:spLocks xmlns:a="http://schemas.openxmlformats.org/drawingml/2006/main" noGrp="1"/>
          </p:cNvSpPr>
          <p:nvPr/>
        </p:nvSpPr>
        <p:spPr>
          <a:xfrm xmlns:a="http://schemas.openxmlformats.org/drawingml/2006/main">
            <a:off x="8362950" y="30099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63A44"/>
                </a:solidFill>
              </a:defRPr>
            </a:defPPr>
            <a:lvl1pPr>
              <a:buNone/>
              <a:defRPr sz="1200" b="1">
                <a:solidFill>
                  <a:srgbClr val="263A44"/>
                </a:solidFill>
              </a:defRPr>
            </a:lvl1pPr>
            <a:lvl2pPr>
              <a:buNone/>
              <a:defRPr sz="1200" b="1">
                <a:solidFill>
                  <a:srgbClr val="263A44"/>
                </a:solidFill>
              </a:defRPr>
            </a:lvl2pPr>
            <a:lvl3pPr>
              <a:buNone/>
              <a:defRPr sz="1200" b="1">
                <a:solidFill>
                  <a:srgbClr val="263A44"/>
                </a:solidFill>
              </a:defRPr>
            </a:lvl3pPr>
            <a:lvl4pPr>
              <a:buNone/>
              <a:defRPr sz="1200" b="1">
                <a:solidFill>
                  <a:srgbClr val="263A44"/>
                </a:solidFill>
              </a:defRPr>
            </a:lvl4pPr>
            <a:lvl5pPr>
              <a:buNone/>
              <a:defRPr sz="1200" b="1">
                <a:solidFill>
                  <a:srgbClr val="263A44"/>
                </a:solidFill>
              </a:defRPr>
            </a:lvl5pPr>
            <a:lvl6pPr>
              <a:buNone/>
              <a:defRPr sz="1200" b="1">
                <a:solidFill>
                  <a:srgbClr val="263A44"/>
                </a:solidFill>
              </a:defRPr>
            </a:lvl6pPr>
            <a:lvl7pPr>
              <a:buNone/>
              <a:defRPr sz="1200" b="1">
                <a:solidFill>
                  <a:srgbClr val="263A44"/>
                </a:solidFill>
              </a:defRPr>
            </a:lvl7pPr>
            <a:lvl8pPr>
              <a:buNone/>
              <a:defRPr sz="1200" b="1">
                <a:solidFill>
                  <a:srgbClr val="263A44"/>
                </a:solidFill>
              </a:defRPr>
            </a:lvl8pPr>
            <a:lvl9pPr>
              <a:buNone/>
              <a:defRPr sz="1200" b="1">
                <a:solidFill>
                  <a:srgbClr val="263A44"/>
                </a:solidFill>
              </a:defRPr>
            </a:lvl9pPr>
          </a:lstStyle>
          <a:p xmlns:a="http://schemas.openxmlformats.org/drawingml/2006/main">
            <a:pPr>
              <a:buNone/>
              <a:defRPr sz="1200" b="1">
                <a:solidFill>
                  <a:srgbClr val="263A44"/>
                </a:solidFill>
              </a:defRPr>
            </a:pPr>
            <a:r>
              <a:rPr sz="1200" b="1">
                <a:solidFill>
                  <a:srgbClr val="263A44"/>
                </a:solidFill>
              </a:rPr>
              <a:t>Group by table identity</a:t>
            </a:r>
          </a:p>
        </p:txBody>
      </p:sp>
      <p:sp>
        <p:nvSpPr>
          <p:cNvPr id="50" name="step-2-body">
            <a:extLst xmlns:a="http://schemas.openxmlformats.org/drawingml/2006/main">
              <a:ext uri="{FF2B5EF4-FFF2-40B4-BE49-F238E27FC236}">
                <a16:creationId xmlns:a16="http://schemas.microsoft.com/office/drawing/2014/main" id="{0639ADCC-CD6B-48C0-B4C5-0DF7C318AEF7}"/>
              </a:ext>
            </a:extLst>
          </p:cNvPr>
          <p:cNvSpPr>
            <a:spLocks xmlns:a="http://schemas.openxmlformats.org/drawingml/2006/main" noGrp="1"/>
          </p:cNvSpPr>
          <p:nvPr/>
        </p:nvSpPr>
        <p:spPr>
          <a:xfrm xmlns:a="http://schemas.openxmlformats.org/drawingml/2006/main">
            <a:off x="8362950" y="33242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A child hit retains the table and source-page relationship.</a:t>
            </a:r>
          </a:p>
        </p:txBody>
      </p:sp>
      <p:sp>
        <p:nvSpPr>
          <p:cNvPr id="51" name="step-2-connector">
            <a:extLst xmlns:a="http://schemas.openxmlformats.org/drawingml/2006/main">
              <a:ext uri="{FF2B5EF4-FFF2-40B4-BE49-F238E27FC236}">
                <a16:creationId xmlns:a16="http://schemas.microsoft.com/office/drawing/2014/main" id="{7DA52714-049D-4783-ACC0-4CDE27A566DD}"/>
              </a:ext>
            </a:extLst>
          </p:cNvPr>
          <p:cNvSpPr>
            <a:spLocks xmlns:a="http://schemas.openxmlformats.org/drawingml/2006/main" noGrp="1"/>
          </p:cNvSpPr>
          <p:nvPr/>
        </p:nvSpPr>
        <p:spPr>
          <a:xfrm xmlns:a="http://schemas.openxmlformats.org/drawingml/2006/main">
            <a:off x="8029575" y="3381375"/>
            <a:ext cx="0" cy="723900"/>
          </a:xfrm>
          <a:prstGeom xmlns:a="http://schemas.openxmlformats.org/drawingml/2006/main" prst="line">
            <a:avLst/>
          </a:prstGeom>
          <a:noFill xmlns:a="http://schemas.openxmlformats.org/drawingml/2006/main"/>
          <a:ln xmlns:a="http://schemas.openxmlformats.org/drawingml/2006/main" w="19050">
            <a:solidFill>
              <a:srgbClr val="A8CFC7"/>
            </a:solidFill>
            <a:prstDash val="solid"/>
          </a:ln>
        </p:spPr>
      </p:sp>
      <p:sp>
        <p:nvSpPr>
          <p:cNvPr id="52" name="step-3-number">
            <a:extLst xmlns:a="http://schemas.openxmlformats.org/drawingml/2006/main">
              <a:ext uri="{FF2B5EF4-FFF2-40B4-BE49-F238E27FC236}">
                <a16:creationId xmlns:a16="http://schemas.microsoft.com/office/drawing/2014/main" id="{8E4A217C-F23C-453F-B0D1-7B8D11D787B3}"/>
              </a:ext>
            </a:extLst>
          </p:cNvPr>
          <p:cNvSpPr>
            <a:spLocks xmlns:a="http://schemas.openxmlformats.org/drawingml/2006/main" noGrp="1"/>
          </p:cNvSpPr>
          <p:nvPr/>
        </p:nvSpPr>
        <p:spPr>
          <a:xfrm xmlns:a="http://schemas.openxmlformats.org/drawingml/2006/main">
            <a:off x="7867650" y="4133850"/>
            <a:ext cx="323850" cy="323850"/>
          </a:xfrm>
          <a:prstGeom xmlns:a="http://schemas.openxmlformats.org/drawingml/2006/main" prst="roundRect">
            <a:avLst>
              <a:gd name="adj" fmla="val 50000"/>
            </a:avLst>
          </a:prstGeom>
          <a:solidFill xmlns:a="http://schemas.openxmlformats.org/drawingml/2006/main">
            <a:srgbClr val="0E8A78"/>
          </a:solidFill>
          <a:ln xmlns:a="http://schemas.openxmlformats.org/drawingml/2006/main" w="7620">
            <a:solidFill>
              <a:srgbClr val="0E8A78"/>
            </a:solidFill>
            <a:prstDash val="solid"/>
          </a:ln>
        </p:spPr>
      </p:sp>
      <p:sp>
        <p:nvSpPr>
          <p:cNvPr id="53" name="step-3-number-text">
            <a:extLst xmlns:a="http://schemas.openxmlformats.org/drawingml/2006/main">
              <a:ext uri="{FF2B5EF4-FFF2-40B4-BE49-F238E27FC236}">
                <a16:creationId xmlns:a16="http://schemas.microsoft.com/office/drawing/2014/main" id="{45D0DFF4-7BAA-4F54-A5BB-D64EE23626DE}"/>
              </a:ext>
            </a:extLst>
          </p:cNvPr>
          <p:cNvSpPr>
            <a:spLocks xmlns:a="http://schemas.openxmlformats.org/drawingml/2006/main" noGrp="1"/>
          </p:cNvSpPr>
          <p:nvPr/>
        </p:nvSpPr>
        <p:spPr>
          <a:xfrm xmlns:a="http://schemas.openxmlformats.org/drawingml/2006/main">
            <a:off x="7867650" y="41814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FFFFFF"/>
                </a:solidFill>
              </a:defRPr>
            </a:defPPr>
            <a:lvl1pPr algn="ctr">
              <a:buNone/>
              <a:defRPr sz="1050" b="1">
                <a:solidFill>
                  <a:srgbClr val="FFFFFF"/>
                </a:solidFill>
              </a:defRPr>
            </a:lvl1pPr>
            <a:lvl2pPr algn="ctr">
              <a:buNone/>
              <a:defRPr sz="1050" b="1">
                <a:solidFill>
                  <a:srgbClr val="FFFFFF"/>
                </a:solidFill>
              </a:defRPr>
            </a:lvl2pPr>
            <a:lvl3pPr algn="ctr">
              <a:buNone/>
              <a:defRPr sz="1050" b="1">
                <a:solidFill>
                  <a:srgbClr val="FFFFFF"/>
                </a:solidFill>
              </a:defRPr>
            </a:lvl3pPr>
            <a:lvl4pPr algn="ctr">
              <a:buNone/>
              <a:defRPr sz="1050" b="1">
                <a:solidFill>
                  <a:srgbClr val="FFFFFF"/>
                </a:solidFill>
              </a:defRPr>
            </a:lvl4pPr>
            <a:lvl5pPr algn="ctr">
              <a:buNone/>
              <a:defRPr sz="1050" b="1">
                <a:solidFill>
                  <a:srgbClr val="FFFFFF"/>
                </a:solidFill>
              </a:defRPr>
            </a:lvl5pPr>
            <a:lvl6pPr algn="ctr">
              <a:buNone/>
              <a:defRPr sz="1050" b="1">
                <a:solidFill>
                  <a:srgbClr val="FFFFFF"/>
                </a:solidFill>
              </a:defRPr>
            </a:lvl6pPr>
            <a:lvl7pPr algn="ctr">
              <a:buNone/>
              <a:defRPr sz="1050" b="1">
                <a:solidFill>
                  <a:srgbClr val="FFFFFF"/>
                </a:solidFill>
              </a:defRPr>
            </a:lvl7pPr>
            <a:lvl8pPr algn="ctr">
              <a:buNone/>
              <a:defRPr sz="1050" b="1">
                <a:solidFill>
                  <a:srgbClr val="FFFFFF"/>
                </a:solidFill>
              </a:defRPr>
            </a:lvl8pPr>
            <a:lvl9pPr algn="ctr">
              <a:buNone/>
              <a:defRPr sz="1050" b="1">
                <a:solidFill>
                  <a:srgbClr val="FFFFFF"/>
                </a:solidFill>
              </a:defRPr>
            </a:lvl9pPr>
          </a:lstStyle>
          <a:p xmlns:a="http://schemas.openxmlformats.org/drawingml/2006/main">
            <a:pPr algn="ctr">
              <a:buNone/>
              <a:defRPr sz="1050" b="1">
                <a:solidFill>
                  <a:srgbClr val="FFFFFF"/>
                </a:solidFill>
              </a:defRPr>
            </a:pPr>
            <a:r>
              <a:rPr sz="1050" b="1">
                <a:solidFill>
                  <a:srgbClr val="FFFFFF"/>
                </a:solidFill>
              </a:rPr>
              <a:t>3</a:t>
            </a:r>
          </a:p>
        </p:txBody>
      </p:sp>
      <p:sp>
        <p:nvSpPr>
          <p:cNvPr id="54" name="step-3-heading">
            <a:extLst xmlns:a="http://schemas.openxmlformats.org/drawingml/2006/main">
              <a:ext uri="{FF2B5EF4-FFF2-40B4-BE49-F238E27FC236}">
                <a16:creationId xmlns:a16="http://schemas.microsoft.com/office/drawing/2014/main" id="{3A8824EA-DE83-4B89-8338-6AC082D1CDD1}"/>
              </a:ext>
            </a:extLst>
          </p:cNvPr>
          <p:cNvSpPr>
            <a:spLocks xmlns:a="http://schemas.openxmlformats.org/drawingml/2006/main" noGrp="1"/>
          </p:cNvSpPr>
          <p:nvPr/>
        </p:nvSpPr>
        <p:spPr>
          <a:xfrm xmlns:a="http://schemas.openxmlformats.org/drawingml/2006/main">
            <a:off x="8362950" y="41148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263A44"/>
                </a:solidFill>
              </a:defRPr>
            </a:defPPr>
            <a:lvl1pPr>
              <a:buNone/>
              <a:defRPr sz="1200" b="1">
                <a:solidFill>
                  <a:srgbClr val="263A44"/>
                </a:solidFill>
              </a:defRPr>
            </a:lvl1pPr>
            <a:lvl2pPr>
              <a:buNone/>
              <a:defRPr sz="1200" b="1">
                <a:solidFill>
                  <a:srgbClr val="263A44"/>
                </a:solidFill>
              </a:defRPr>
            </a:lvl2pPr>
            <a:lvl3pPr>
              <a:buNone/>
              <a:defRPr sz="1200" b="1">
                <a:solidFill>
                  <a:srgbClr val="263A44"/>
                </a:solidFill>
              </a:defRPr>
            </a:lvl3pPr>
            <a:lvl4pPr>
              <a:buNone/>
              <a:defRPr sz="1200" b="1">
                <a:solidFill>
                  <a:srgbClr val="263A44"/>
                </a:solidFill>
              </a:defRPr>
            </a:lvl4pPr>
            <a:lvl5pPr>
              <a:buNone/>
              <a:defRPr sz="1200" b="1">
                <a:solidFill>
                  <a:srgbClr val="263A44"/>
                </a:solidFill>
              </a:defRPr>
            </a:lvl5pPr>
            <a:lvl6pPr>
              <a:buNone/>
              <a:defRPr sz="1200" b="1">
                <a:solidFill>
                  <a:srgbClr val="263A44"/>
                </a:solidFill>
              </a:defRPr>
            </a:lvl6pPr>
            <a:lvl7pPr>
              <a:buNone/>
              <a:defRPr sz="1200" b="1">
                <a:solidFill>
                  <a:srgbClr val="263A44"/>
                </a:solidFill>
              </a:defRPr>
            </a:lvl7pPr>
            <a:lvl8pPr>
              <a:buNone/>
              <a:defRPr sz="1200" b="1">
                <a:solidFill>
                  <a:srgbClr val="263A44"/>
                </a:solidFill>
              </a:defRPr>
            </a:lvl8pPr>
            <a:lvl9pPr>
              <a:buNone/>
              <a:defRPr sz="1200" b="1">
                <a:solidFill>
                  <a:srgbClr val="263A44"/>
                </a:solidFill>
              </a:defRPr>
            </a:lvl9pPr>
          </a:lstStyle>
          <a:p xmlns:a="http://schemas.openxmlformats.org/drawingml/2006/main">
            <a:pPr>
              <a:buNone/>
              <a:defRPr sz="1200" b="1">
                <a:solidFill>
                  <a:srgbClr val="263A44"/>
                </a:solidFill>
              </a:defRPr>
            </a:pPr>
            <a:r>
              <a:rPr sz="1200" b="1">
                <a:solidFill>
                  <a:srgbClr val="263A44"/>
                </a:solidFill>
              </a:rPr>
              <a:t>Expand the parent table</a:t>
            </a:r>
          </a:p>
        </p:txBody>
      </p:sp>
      <p:sp>
        <p:nvSpPr>
          <p:cNvPr id="55" name="step-3-body">
            <a:extLst xmlns:a="http://schemas.openxmlformats.org/drawingml/2006/main">
              <a:ext uri="{FF2B5EF4-FFF2-40B4-BE49-F238E27FC236}">
                <a16:creationId xmlns:a16="http://schemas.microsoft.com/office/drawing/2014/main" id="{D2BB75F2-7A82-4CEC-9EE3-119263D2F63E}"/>
              </a:ext>
            </a:extLst>
          </p:cNvPr>
          <p:cNvSpPr>
            <a:spLocks xmlns:a="http://schemas.openxmlformats.org/drawingml/2006/main" noGrp="1"/>
          </p:cNvSpPr>
          <p:nvPr/>
        </p:nvSpPr>
        <p:spPr>
          <a:xfrm xmlns:a="http://schemas.openxmlformats.org/drawingml/2006/main">
            <a:off x="8362950" y="44291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Headers and sibling rows reach the answer model together.</a:t>
            </a:r>
          </a:p>
        </p:txBody>
      </p:sp>
      <p:sp>
        <p:nvSpPr>
          <p:cNvPr id="56" name="advantage-band">
            <a:extLst xmlns:a="http://schemas.openxmlformats.org/drawingml/2006/main">
              <a:ext uri="{FF2B5EF4-FFF2-40B4-BE49-F238E27FC236}">
                <a16:creationId xmlns:a16="http://schemas.microsoft.com/office/drawing/2014/main" id="{AAE0C2E8-54B3-469B-A91F-1A04AD1BA545}"/>
              </a:ext>
            </a:extLst>
          </p:cNvPr>
          <p:cNvSpPr>
            <a:spLocks xmlns:a="http://schemas.openxmlformats.org/drawingml/2006/main" noGrp="1"/>
          </p:cNvSpPr>
          <p:nvPr/>
        </p:nvSpPr>
        <p:spPr>
          <a:xfrm xmlns:a="http://schemas.openxmlformats.org/drawingml/2006/main">
            <a:off x="590550" y="5619750"/>
            <a:ext cx="10801350" cy="514350"/>
          </a:xfrm>
          <a:prstGeom xmlns:a="http://schemas.openxmlformats.org/drawingml/2006/main" prst="roundRect">
            <a:avLst>
              <a:gd name="adj" fmla="val 14815"/>
            </a:avLst>
          </a:prstGeom>
          <a:solidFill xmlns:a="http://schemas.openxmlformats.org/drawingml/2006/main">
            <a:srgbClr val="EAF7F4"/>
          </a:solidFill>
          <a:ln xmlns:a="http://schemas.openxmlformats.org/drawingml/2006/main" w="7620">
            <a:solidFill>
              <a:srgbClr val="A7D7CF"/>
            </a:solidFill>
            <a:prstDash val="solid"/>
          </a:ln>
        </p:spPr>
      </p:sp>
      <p:sp>
        <p:nvSpPr>
          <p:cNvPr id="57" name="advantage-label">
            <a:extLst xmlns:a="http://schemas.openxmlformats.org/drawingml/2006/main">
              <a:ext uri="{FF2B5EF4-FFF2-40B4-BE49-F238E27FC236}">
                <a16:creationId xmlns:a16="http://schemas.microsoft.com/office/drawing/2014/main" id="{96317CC4-FA17-4FA1-9E80-E245586AB211}"/>
              </a:ext>
            </a:extLst>
          </p:cNvPr>
          <p:cNvSpPr>
            <a:spLocks xmlns:a="http://schemas.openxmlformats.org/drawingml/2006/main" noGrp="1"/>
          </p:cNvSpPr>
          <p:nvPr/>
        </p:nvSpPr>
        <p:spPr>
          <a:xfrm xmlns:a="http://schemas.openxmlformats.org/drawingml/2006/main">
            <a:off x="781050" y="5781675"/>
            <a:ext cx="876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b="1">
                <a:solidFill>
                  <a:srgbClr val="0B7567"/>
                </a:solidFill>
              </a:defRPr>
            </a:defPPr>
            <a:lvl1pPr>
              <a:buNone/>
              <a:defRPr sz="788" b="1">
                <a:solidFill>
                  <a:srgbClr val="0B7567"/>
                </a:solidFill>
              </a:defRPr>
            </a:lvl1pPr>
            <a:lvl2pPr>
              <a:buNone/>
              <a:defRPr sz="788" b="1">
                <a:solidFill>
                  <a:srgbClr val="0B7567"/>
                </a:solidFill>
              </a:defRPr>
            </a:lvl2pPr>
            <a:lvl3pPr>
              <a:buNone/>
              <a:defRPr sz="788" b="1">
                <a:solidFill>
                  <a:srgbClr val="0B7567"/>
                </a:solidFill>
              </a:defRPr>
            </a:lvl3pPr>
            <a:lvl4pPr>
              <a:buNone/>
              <a:defRPr sz="788" b="1">
                <a:solidFill>
                  <a:srgbClr val="0B7567"/>
                </a:solidFill>
              </a:defRPr>
            </a:lvl4pPr>
            <a:lvl5pPr>
              <a:buNone/>
              <a:defRPr sz="788" b="1">
                <a:solidFill>
                  <a:srgbClr val="0B7567"/>
                </a:solidFill>
              </a:defRPr>
            </a:lvl5pPr>
            <a:lvl6pPr>
              <a:buNone/>
              <a:defRPr sz="788" b="1">
                <a:solidFill>
                  <a:srgbClr val="0B7567"/>
                </a:solidFill>
              </a:defRPr>
            </a:lvl6pPr>
            <a:lvl7pPr>
              <a:buNone/>
              <a:defRPr sz="788" b="1">
                <a:solidFill>
                  <a:srgbClr val="0B7567"/>
                </a:solidFill>
              </a:defRPr>
            </a:lvl7pPr>
            <a:lvl8pPr>
              <a:buNone/>
              <a:defRPr sz="788" b="1">
                <a:solidFill>
                  <a:srgbClr val="0B7567"/>
                </a:solidFill>
              </a:defRPr>
            </a:lvl8pPr>
            <a:lvl9pPr>
              <a:buNone/>
              <a:defRPr sz="788" b="1">
                <a:solidFill>
                  <a:srgbClr val="0B7567"/>
                </a:solidFill>
              </a:defRPr>
            </a:lvl9pPr>
          </a:lstStyle>
          <a:p xmlns:a="http://schemas.openxmlformats.org/drawingml/2006/main">
            <a:pPr>
              <a:buNone/>
              <a:defRPr sz="788" b="1">
                <a:solidFill>
                  <a:srgbClr val="0B7567"/>
                </a:solidFill>
              </a:defRPr>
            </a:pPr>
            <a:r>
              <a:rPr sz="788" b="1">
                <a:solidFill>
                  <a:srgbClr val="0B7567"/>
                </a:solidFill>
              </a:rPr>
              <a:t>ADVANTAGE</a:t>
            </a:r>
          </a:p>
        </p:txBody>
      </p:sp>
      <p:sp>
        <p:nvSpPr>
          <p:cNvPr id="58" name="advantage-copy">
            <a:extLst xmlns:a="http://schemas.openxmlformats.org/drawingml/2006/main">
              <a:ext uri="{FF2B5EF4-FFF2-40B4-BE49-F238E27FC236}">
                <a16:creationId xmlns:a16="http://schemas.microsoft.com/office/drawing/2014/main" id="{DC162A67-AE4B-41A5-A85F-A0F4F739067F}"/>
              </a:ext>
            </a:extLst>
          </p:cNvPr>
          <p:cNvSpPr>
            <a:spLocks xmlns:a="http://schemas.openxmlformats.org/drawingml/2006/main" noGrp="1"/>
          </p:cNvSpPr>
          <p:nvPr/>
        </p:nvSpPr>
        <p:spPr>
          <a:xfrm xmlns:a="http://schemas.openxmlformats.org/drawingml/2006/main">
            <a:off x="1714500" y="5705475"/>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18443E"/>
                </a:solidFill>
              </a:defRPr>
            </a:defPPr>
            <a:lvl1pPr>
              <a:buNone/>
              <a:defRPr sz="1125" b="1">
                <a:solidFill>
                  <a:srgbClr val="18443E"/>
                </a:solidFill>
              </a:defRPr>
            </a:lvl1pPr>
            <a:lvl2pPr>
              <a:buNone/>
              <a:defRPr sz="1125" b="1">
                <a:solidFill>
                  <a:srgbClr val="18443E"/>
                </a:solidFill>
              </a:defRPr>
            </a:lvl2pPr>
            <a:lvl3pPr>
              <a:buNone/>
              <a:defRPr sz="1125" b="1">
                <a:solidFill>
                  <a:srgbClr val="18443E"/>
                </a:solidFill>
              </a:defRPr>
            </a:lvl3pPr>
            <a:lvl4pPr>
              <a:buNone/>
              <a:defRPr sz="1125" b="1">
                <a:solidFill>
                  <a:srgbClr val="18443E"/>
                </a:solidFill>
              </a:defRPr>
            </a:lvl4pPr>
            <a:lvl5pPr>
              <a:buNone/>
              <a:defRPr sz="1125" b="1">
                <a:solidFill>
                  <a:srgbClr val="18443E"/>
                </a:solidFill>
              </a:defRPr>
            </a:lvl5pPr>
            <a:lvl6pPr>
              <a:buNone/>
              <a:defRPr sz="1125" b="1">
                <a:solidFill>
                  <a:srgbClr val="18443E"/>
                </a:solidFill>
              </a:defRPr>
            </a:lvl6pPr>
            <a:lvl7pPr>
              <a:buNone/>
              <a:defRPr sz="1125" b="1">
                <a:solidFill>
                  <a:srgbClr val="18443E"/>
                </a:solidFill>
              </a:defRPr>
            </a:lvl7pPr>
            <a:lvl8pPr>
              <a:buNone/>
              <a:defRPr sz="1125" b="1">
                <a:solidFill>
                  <a:srgbClr val="18443E"/>
                </a:solidFill>
              </a:defRPr>
            </a:lvl8pPr>
            <a:lvl9pPr>
              <a:buNone/>
              <a:defRPr sz="1125" b="1">
                <a:solidFill>
                  <a:srgbClr val="18443E"/>
                </a:solidFill>
              </a:defRPr>
            </a:lvl9pPr>
          </a:lstStyle>
          <a:p xmlns:a="http://schemas.openxmlformats.org/drawingml/2006/main">
            <a:pPr>
              <a:buNone/>
              <a:defRPr sz="1125" b="1">
                <a:solidFill>
                  <a:srgbClr val="18443E"/>
                </a:solidFill>
              </a:defRPr>
            </a:pPr>
            <a:r>
              <a:rPr sz="1125" b="1">
                <a:solidFill>
                  <a:srgbClr val="18443E"/>
                </a:solidFill>
              </a:rPr>
              <a:t>TableRAG cuts assembly errors from 59% to 27% because row hits recover their headers and table context.</a:t>
            </a:r>
          </a:p>
        </p:txBody>
      </p:sp>
      <p:sp>
        <p:nvSpPr>
          <p:cNvPr id="59" name="tradeoff-copy">
            <a:extLst xmlns:a="http://schemas.openxmlformats.org/drawingml/2006/main">
              <a:ext uri="{FF2B5EF4-FFF2-40B4-BE49-F238E27FC236}">
                <a16:creationId xmlns:a16="http://schemas.microsoft.com/office/drawing/2014/main" id="{6F4B0CB6-91D9-43F8-A1A9-DA94D83051C7}"/>
              </a:ext>
            </a:extLst>
          </p:cNvPr>
          <p:cNvSpPr>
            <a:spLocks xmlns:a="http://schemas.openxmlformats.org/drawingml/2006/main" noGrp="1"/>
          </p:cNvSpPr>
          <p:nvPr/>
        </p:nvSpPr>
        <p:spPr>
          <a:xfrm xmlns:a="http://schemas.openxmlformats.org/drawingml/2006/main">
            <a:off x="8420100" y="57150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b="1">
                <a:solidFill>
                  <a:srgbClr val="566872"/>
                </a:solidFill>
              </a:defRPr>
            </a:defPPr>
            <a:lvl1pPr>
              <a:buNone/>
              <a:defRPr sz="938" b="1">
                <a:solidFill>
                  <a:srgbClr val="566872"/>
                </a:solidFill>
              </a:defRPr>
            </a:lvl1pPr>
            <a:lvl2pPr>
              <a:buNone/>
              <a:defRPr sz="938" b="1">
                <a:solidFill>
                  <a:srgbClr val="566872"/>
                </a:solidFill>
              </a:defRPr>
            </a:lvl2pPr>
            <a:lvl3pPr>
              <a:buNone/>
              <a:defRPr sz="938" b="1">
                <a:solidFill>
                  <a:srgbClr val="566872"/>
                </a:solidFill>
              </a:defRPr>
            </a:lvl3pPr>
            <a:lvl4pPr>
              <a:buNone/>
              <a:defRPr sz="938" b="1">
                <a:solidFill>
                  <a:srgbClr val="566872"/>
                </a:solidFill>
              </a:defRPr>
            </a:lvl4pPr>
            <a:lvl5pPr>
              <a:buNone/>
              <a:defRPr sz="938" b="1">
                <a:solidFill>
                  <a:srgbClr val="566872"/>
                </a:solidFill>
              </a:defRPr>
            </a:lvl5pPr>
            <a:lvl6pPr>
              <a:buNone/>
              <a:defRPr sz="938" b="1">
                <a:solidFill>
                  <a:srgbClr val="566872"/>
                </a:solidFill>
              </a:defRPr>
            </a:lvl6pPr>
            <a:lvl7pPr>
              <a:buNone/>
              <a:defRPr sz="938" b="1">
                <a:solidFill>
                  <a:srgbClr val="566872"/>
                </a:solidFill>
              </a:defRPr>
            </a:lvl7pPr>
            <a:lvl8pPr>
              <a:buNone/>
              <a:defRPr sz="938" b="1">
                <a:solidFill>
                  <a:srgbClr val="566872"/>
                </a:solidFill>
              </a:defRPr>
            </a:lvl8pPr>
            <a:lvl9pPr>
              <a:buNone/>
              <a:defRPr sz="938" b="1">
                <a:solidFill>
                  <a:srgbClr val="566872"/>
                </a:solidFill>
              </a:defRPr>
            </a:lvl9pPr>
          </a:lstStyle>
          <a:p xmlns:a="http://schemas.openxmlformats.org/drawingml/2006/main">
            <a:pPr>
              <a:buNone/>
              <a:defRPr sz="938" b="1">
                <a:solidFill>
                  <a:srgbClr val="566872"/>
                </a:solidFill>
              </a:defRPr>
            </a:pPr>
            <a:r>
              <a:rPr sz="938" b="1">
                <a:solidFill>
                  <a:srgbClr val="566872"/>
                </a:solidFill>
              </a:rPr>
              <a:t>Tradeoff: average context grows from 299 to 476 tokens (+59%).</a:t>
            </a:r>
          </a:p>
        </p:txBody>
      </p:sp>
      <p:sp>
        <p:nvSpPr>
          <p:cNvPr id="60" name="boundary">
            <a:extLst xmlns:a="http://schemas.openxmlformats.org/drawingml/2006/main">
              <a:ext uri="{FF2B5EF4-FFF2-40B4-BE49-F238E27FC236}">
                <a16:creationId xmlns:a16="http://schemas.microsoft.com/office/drawing/2014/main" id="{78E00E69-7CC8-4E33-8BFF-97B70F9EF38F}"/>
              </a:ext>
            </a:extLst>
          </p:cNvPr>
          <p:cNvSpPr>
            <a:spLocks xmlns:a="http://schemas.openxmlformats.org/drawingml/2006/main" noGrp="1"/>
          </p:cNvSpPr>
          <p:nvPr/>
        </p:nvSpPr>
        <p:spPr>
          <a:xfrm xmlns:a="http://schemas.openxmlformats.org/drawingml/2006/main">
            <a:off x="590550" y="6305550"/>
            <a:ext cx="10801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a:solidFill>
                  <a:srgbClr val="6A5555"/>
                </a:solidFill>
              </a:defRPr>
            </a:defPPr>
            <a:lvl1pPr>
              <a:buNone/>
              <a:defRPr sz="900">
                <a:solidFill>
                  <a:srgbClr val="6A5555"/>
                </a:solidFill>
              </a:defRPr>
            </a:lvl1pPr>
            <a:lvl2pPr>
              <a:buNone/>
              <a:defRPr sz="900">
                <a:solidFill>
                  <a:srgbClr val="6A5555"/>
                </a:solidFill>
              </a:defRPr>
            </a:lvl2pPr>
            <a:lvl3pPr>
              <a:buNone/>
              <a:defRPr sz="900">
                <a:solidFill>
                  <a:srgbClr val="6A5555"/>
                </a:solidFill>
              </a:defRPr>
            </a:lvl3pPr>
            <a:lvl4pPr>
              <a:buNone/>
              <a:defRPr sz="900">
                <a:solidFill>
                  <a:srgbClr val="6A5555"/>
                </a:solidFill>
              </a:defRPr>
            </a:lvl4pPr>
            <a:lvl5pPr>
              <a:buNone/>
              <a:defRPr sz="900">
                <a:solidFill>
                  <a:srgbClr val="6A5555"/>
                </a:solidFill>
              </a:defRPr>
            </a:lvl5pPr>
            <a:lvl6pPr>
              <a:buNone/>
              <a:defRPr sz="900">
                <a:solidFill>
                  <a:srgbClr val="6A5555"/>
                </a:solidFill>
              </a:defRPr>
            </a:lvl6pPr>
            <a:lvl7pPr>
              <a:buNone/>
              <a:defRPr sz="900">
                <a:solidFill>
                  <a:srgbClr val="6A5555"/>
                </a:solidFill>
              </a:defRPr>
            </a:lvl7pPr>
            <a:lvl8pPr>
              <a:buNone/>
              <a:defRPr sz="900">
                <a:solidFill>
                  <a:srgbClr val="6A5555"/>
                </a:solidFill>
              </a:defRPr>
            </a:lvl8pPr>
            <a:lvl9pPr>
              <a:buNone/>
              <a:defRPr sz="900">
                <a:solidFill>
                  <a:srgbClr val="6A5555"/>
                </a:solidFill>
              </a:defRPr>
            </a:lvl9pPr>
          </a:lstStyle>
          <a:p xmlns:a="http://schemas.openxmlformats.org/drawingml/2006/main">
            <a:pPr>
              <a:buNone/>
              <a:defRPr sz="900">
                <a:solidFill>
                  <a:srgbClr val="6A5555"/>
                </a:solidFill>
              </a:defRPr>
            </a:pPr>
            <a:r>
              <a:rPr sz="900">
                <a:solidFill>
                  <a:srgbClr val="6A5555"/>
                </a:solidFill>
              </a:rPr>
              <a:t>Boundary: parent-table expansion alone does not solve qualifier questions. Those cases need table notes or richer parent records.</a:t>
            </a:r>
          </a:p>
        </p:txBody>
      </p:sp>
    </p:spTree>
    <p:extLst>
      <p:ext uri="{BB962C8B-B14F-4D97-AF65-F5344CB8AC3E}">
        <p14:creationId xmlns:p14="http://schemas.microsoft.com/office/powerpoint/2010/main" val="14744539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itle">
            <a:extLst xmlns:a="http://schemas.openxmlformats.org/drawingml/2006/main">
              <a:ext uri="{FF2B5EF4-FFF2-40B4-BE49-F238E27FC236}">
                <a16:creationId xmlns:a16="http://schemas.microsoft.com/office/drawing/2014/main" id="{BC8DC95C-E4DC-4A28-8AD3-2A7E94471A72}"/>
              </a:ext>
            </a:extLst>
          </p:cNvPr>
          <p:cNvSpPr>
            <a:spLocks xmlns:a="http://schemas.openxmlformats.org/drawingml/2006/main" noGrp="1"/>
          </p:cNvSpPr>
          <p:nvPr/>
        </p:nvSpPr>
        <p:spPr>
          <a:xfrm xmlns:a="http://schemas.openxmlformats.org/drawingml/2006/main">
            <a:off x="590550" y="361950"/>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Judge failure: Xtrenbo was incorrectly assigned to Q5157</a:t>
            </a:r>
          </a:p>
        </p:txBody>
      </p:sp>
      <p:sp>
        <p:nvSpPr>
          <p:cNvPr id="2" name="subtitle">
            <a:extLst xmlns:a="http://schemas.openxmlformats.org/drawingml/2006/main">
              <a:ext uri="{FF2B5EF4-FFF2-40B4-BE49-F238E27FC236}">
                <a16:creationId xmlns:a16="http://schemas.microsoft.com/office/drawing/2014/main" id="{0B832323-382B-49E7-8CCD-719BBBC1FFBF}"/>
              </a:ext>
            </a:extLst>
          </p:cNvPr>
          <p:cNvSpPr>
            <a:spLocks xmlns:a="http://schemas.openxmlformats.org/drawingml/2006/main" noGrp="1"/>
          </p:cNvSpPr>
          <p:nvPr/>
        </p:nvSpPr>
        <p:spPr>
          <a:xfrm xmlns:a="http://schemas.openxmlformats.org/drawingml/2006/main">
            <a:off x="590550" y="866775"/>
            <a:ext cx="1083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The judge introduced a false requirement while grading the Xgeva policy answer</a:t>
            </a:r>
          </a:p>
        </p:txBody>
      </p:sp>
      <p:sp>
        <p:nvSpPr>
          <p:cNvPr id="3" name="source-heading">
            <a:extLst xmlns:a="http://schemas.openxmlformats.org/drawingml/2006/main">
              <a:ext uri="{FF2B5EF4-FFF2-40B4-BE49-F238E27FC236}">
                <a16:creationId xmlns:a16="http://schemas.microsoft.com/office/drawing/2014/main" id="{7FF4922A-58A7-41A7-9504-8E66D1FAC913}"/>
              </a:ext>
            </a:extLst>
          </p:cNvPr>
          <p:cNvSpPr>
            <a:spLocks xmlns:a="http://schemas.openxmlformats.org/drawingml/2006/main" noGrp="1"/>
          </p:cNvSpPr>
          <p:nvPr/>
        </p:nvSpPr>
        <p:spPr>
          <a:xfrm xmlns:a="http://schemas.openxmlformats.org/drawingml/2006/main">
            <a:off x="590550" y="14668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0E8A78"/>
                </a:solidFill>
              </a:defRPr>
            </a:defPPr>
            <a:lvl1pPr>
              <a:buNone/>
              <a:defRPr sz="900" b="1">
                <a:solidFill>
                  <a:srgbClr val="0E8A78"/>
                </a:solidFill>
              </a:defRPr>
            </a:lvl1pPr>
            <a:lvl2pPr>
              <a:buNone/>
              <a:defRPr sz="900" b="1">
                <a:solidFill>
                  <a:srgbClr val="0E8A78"/>
                </a:solidFill>
              </a:defRPr>
            </a:lvl2pPr>
            <a:lvl3pPr>
              <a:buNone/>
              <a:defRPr sz="900" b="1">
                <a:solidFill>
                  <a:srgbClr val="0E8A78"/>
                </a:solidFill>
              </a:defRPr>
            </a:lvl3pPr>
            <a:lvl4pPr>
              <a:buNone/>
              <a:defRPr sz="900" b="1">
                <a:solidFill>
                  <a:srgbClr val="0E8A78"/>
                </a:solidFill>
              </a:defRPr>
            </a:lvl4pPr>
            <a:lvl5pPr>
              <a:buNone/>
              <a:defRPr sz="900" b="1">
                <a:solidFill>
                  <a:srgbClr val="0E8A78"/>
                </a:solidFill>
              </a:defRPr>
            </a:lvl5pPr>
            <a:lvl6pPr>
              <a:buNone/>
              <a:defRPr sz="900" b="1">
                <a:solidFill>
                  <a:srgbClr val="0E8A78"/>
                </a:solidFill>
              </a:defRPr>
            </a:lvl6pPr>
            <a:lvl7pPr>
              <a:buNone/>
              <a:defRPr sz="900" b="1">
                <a:solidFill>
                  <a:srgbClr val="0E8A78"/>
                </a:solidFill>
              </a:defRPr>
            </a:lvl7pPr>
            <a:lvl8pPr>
              <a:buNone/>
              <a:defRPr sz="900" b="1">
                <a:solidFill>
                  <a:srgbClr val="0E8A78"/>
                </a:solidFill>
              </a:defRPr>
            </a:lvl8pPr>
            <a:lvl9pPr>
              <a:buNone/>
              <a:defRPr sz="900" b="1">
                <a:solidFill>
                  <a:srgbClr val="0E8A78"/>
                </a:solidFill>
              </a:defRPr>
            </a:lvl9pPr>
          </a:lstStyle>
          <a:p xmlns:a="http://schemas.openxmlformats.org/drawingml/2006/main">
            <a:pPr>
              <a:buNone/>
              <a:defRPr sz="900" b="1">
                <a:solidFill>
                  <a:srgbClr val="0E8A78"/>
                </a:solidFill>
              </a:defRPr>
            </a:pPr>
            <a:r>
              <a:rPr sz="900" b="1">
                <a:solidFill>
                  <a:srgbClr val="0E8A78"/>
                </a:solidFill>
              </a:rPr>
              <a:t>VERIFIED SOURCE</a:t>
            </a:r>
          </a:p>
        </p:txBody>
      </p:sp>
      <p:sp>
        <p:nvSpPr>
          <p:cNvPr id="4" name="source-title">
            <a:extLst xmlns:a="http://schemas.openxmlformats.org/drawingml/2006/main">
              <a:ext uri="{FF2B5EF4-FFF2-40B4-BE49-F238E27FC236}">
                <a16:creationId xmlns:a16="http://schemas.microsoft.com/office/drawing/2014/main" id="{3DEB1270-A74D-4B6A-A171-9A00BEABE7B3}"/>
              </a:ext>
            </a:extLst>
          </p:cNvPr>
          <p:cNvSpPr>
            <a:spLocks xmlns:a="http://schemas.openxmlformats.org/drawingml/2006/main" noGrp="1"/>
          </p:cNvSpPr>
          <p:nvPr/>
        </p:nvSpPr>
        <p:spPr>
          <a:xfrm xmlns:a="http://schemas.openxmlformats.org/drawingml/2006/main">
            <a:off x="590550" y="174307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Drug-to-code relationship</a:t>
            </a:r>
          </a:p>
        </p:txBody>
      </p:sp>
      <p:sp>
        <p:nvSpPr>
          <p:cNvPr id="5" name="source-table">
            <a:extLst xmlns:a="http://schemas.openxmlformats.org/drawingml/2006/main">
              <a:ext uri="{FF2B5EF4-FFF2-40B4-BE49-F238E27FC236}">
                <a16:creationId xmlns:a16="http://schemas.microsoft.com/office/drawing/2014/main" id="{C256BE5D-6A05-4440-963D-6CE81A6BE1E6}"/>
              </a:ext>
            </a:extLst>
          </p:cNvPr>
          <p:cNvSpPr>
            <a:spLocks xmlns:a="http://schemas.openxmlformats.org/drawingml/2006/main" noGrp="1"/>
          </p:cNvSpPr>
          <p:nvPr/>
        </p:nvSpPr>
        <p:spPr>
          <a:xfrm xmlns:a="http://schemas.openxmlformats.org/drawingml/2006/main">
            <a:off x="590550" y="2209800"/>
            <a:ext cx="3886200" cy="2400300"/>
          </a:xfrm>
          <a:prstGeom xmlns:a="http://schemas.openxmlformats.org/drawingml/2006/main" prst="roundRect">
            <a:avLst>
              <a:gd name="adj" fmla="val 3175"/>
            </a:avLst>
          </a:prstGeom>
          <a:solidFill xmlns:a="http://schemas.openxmlformats.org/drawingml/2006/main">
            <a:srgbClr val="F4FAF8"/>
          </a:solidFill>
          <a:ln xmlns:a="http://schemas.openxmlformats.org/drawingml/2006/main" w="9525">
            <a:solidFill>
              <a:srgbClr val="B6DCD5"/>
            </a:solidFill>
            <a:prstDash val="solid"/>
          </a:ln>
        </p:spPr>
      </p:sp>
      <p:sp>
        <p:nvSpPr>
          <p:cNvPr id="6" name="source-header">
            <a:extLst xmlns:a="http://schemas.openxmlformats.org/drawingml/2006/main">
              <a:ext uri="{FF2B5EF4-FFF2-40B4-BE49-F238E27FC236}">
                <a16:creationId xmlns:a16="http://schemas.microsoft.com/office/drawing/2014/main" id="{0A2C1304-8982-4D1D-9448-72A7E6418AFF}"/>
              </a:ext>
            </a:extLst>
          </p:cNvPr>
          <p:cNvSpPr>
            <a:spLocks xmlns:a="http://schemas.openxmlformats.org/drawingml/2006/main" noGrp="1"/>
          </p:cNvSpPr>
          <p:nvPr/>
        </p:nvSpPr>
        <p:spPr>
          <a:xfrm xmlns:a="http://schemas.openxmlformats.org/drawingml/2006/main">
            <a:off x="590550" y="2209800"/>
            <a:ext cx="3886200" cy="457200"/>
          </a:xfrm>
          <a:prstGeom xmlns:a="http://schemas.openxmlformats.org/drawingml/2006/main" prst="roundRect">
            <a:avLst>
              <a:gd name="adj" fmla="val 16667"/>
            </a:avLst>
          </a:prstGeom>
          <a:solidFill xmlns:a="http://schemas.openxmlformats.org/drawingml/2006/main">
            <a:srgbClr val="DDF1ED"/>
          </a:solidFill>
          <a:ln xmlns:a="http://schemas.openxmlformats.org/drawingml/2006/main" w="9525">
            <a:solidFill>
              <a:srgbClr val="B6DCD5"/>
            </a:solidFill>
            <a:prstDash val="solid"/>
          </a:ln>
        </p:spPr>
      </p:sp>
      <p:sp>
        <p:nvSpPr>
          <p:cNvPr id="7" name="drug-header">
            <a:extLst xmlns:a="http://schemas.openxmlformats.org/drawingml/2006/main">
              <a:ext uri="{FF2B5EF4-FFF2-40B4-BE49-F238E27FC236}">
                <a16:creationId xmlns:a16="http://schemas.microsoft.com/office/drawing/2014/main" id="{B29E5C5F-0260-44E2-8FE1-D2BBB4ACB2AC}"/>
              </a:ext>
            </a:extLst>
          </p:cNvPr>
          <p:cNvSpPr>
            <a:spLocks xmlns:a="http://schemas.openxmlformats.org/drawingml/2006/main" noGrp="1"/>
          </p:cNvSpPr>
          <p:nvPr/>
        </p:nvSpPr>
        <p:spPr>
          <a:xfrm xmlns:a="http://schemas.openxmlformats.org/drawingml/2006/main">
            <a:off x="800100" y="23622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35635B"/>
                </a:solidFill>
              </a:defRPr>
            </a:defPPr>
            <a:lvl1pPr>
              <a:buNone/>
              <a:defRPr sz="825" b="1">
                <a:solidFill>
                  <a:srgbClr val="35635B"/>
                </a:solidFill>
              </a:defRPr>
            </a:lvl1pPr>
            <a:lvl2pPr>
              <a:buNone/>
              <a:defRPr sz="825" b="1">
                <a:solidFill>
                  <a:srgbClr val="35635B"/>
                </a:solidFill>
              </a:defRPr>
            </a:lvl2pPr>
            <a:lvl3pPr>
              <a:buNone/>
              <a:defRPr sz="825" b="1">
                <a:solidFill>
                  <a:srgbClr val="35635B"/>
                </a:solidFill>
              </a:defRPr>
            </a:lvl3pPr>
            <a:lvl4pPr>
              <a:buNone/>
              <a:defRPr sz="825" b="1">
                <a:solidFill>
                  <a:srgbClr val="35635B"/>
                </a:solidFill>
              </a:defRPr>
            </a:lvl4pPr>
            <a:lvl5pPr>
              <a:buNone/>
              <a:defRPr sz="825" b="1">
                <a:solidFill>
                  <a:srgbClr val="35635B"/>
                </a:solidFill>
              </a:defRPr>
            </a:lvl5pPr>
            <a:lvl6pPr>
              <a:buNone/>
              <a:defRPr sz="825" b="1">
                <a:solidFill>
                  <a:srgbClr val="35635B"/>
                </a:solidFill>
              </a:defRPr>
            </a:lvl6pPr>
            <a:lvl7pPr>
              <a:buNone/>
              <a:defRPr sz="825" b="1">
                <a:solidFill>
                  <a:srgbClr val="35635B"/>
                </a:solidFill>
              </a:defRPr>
            </a:lvl7pPr>
            <a:lvl8pPr>
              <a:buNone/>
              <a:defRPr sz="825" b="1">
                <a:solidFill>
                  <a:srgbClr val="35635B"/>
                </a:solidFill>
              </a:defRPr>
            </a:lvl8pPr>
            <a:lvl9pPr>
              <a:buNone/>
              <a:defRPr sz="825" b="1">
                <a:solidFill>
                  <a:srgbClr val="35635B"/>
                </a:solidFill>
              </a:defRPr>
            </a:lvl9pPr>
          </a:lstStyle>
          <a:p xmlns:a="http://schemas.openxmlformats.org/drawingml/2006/main">
            <a:pPr>
              <a:buNone/>
              <a:defRPr sz="825" b="1">
                <a:solidFill>
                  <a:srgbClr val="35635B"/>
                </a:solidFill>
              </a:defRPr>
            </a:pPr>
            <a:r>
              <a:rPr sz="825" b="1">
                <a:solidFill>
                  <a:srgbClr val="35635B"/>
                </a:solidFill>
              </a:rPr>
              <a:t>DRUG NAME</a:t>
            </a:r>
          </a:p>
        </p:txBody>
      </p:sp>
      <p:sp>
        <p:nvSpPr>
          <p:cNvPr id="8" name="code-header">
            <a:extLst xmlns:a="http://schemas.openxmlformats.org/drawingml/2006/main">
              <a:ext uri="{FF2B5EF4-FFF2-40B4-BE49-F238E27FC236}">
                <a16:creationId xmlns:a16="http://schemas.microsoft.com/office/drawing/2014/main" id="{920421D9-D153-474F-BDAF-7D8433C7B945}"/>
              </a:ext>
            </a:extLst>
          </p:cNvPr>
          <p:cNvSpPr>
            <a:spLocks xmlns:a="http://schemas.openxmlformats.org/drawingml/2006/main" noGrp="1"/>
          </p:cNvSpPr>
          <p:nvPr/>
        </p:nvSpPr>
        <p:spPr>
          <a:xfrm xmlns:a="http://schemas.openxmlformats.org/drawingml/2006/main">
            <a:off x="3448050" y="23622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825" b="1">
                <a:solidFill>
                  <a:srgbClr val="35635B"/>
                </a:solidFill>
              </a:defRPr>
            </a:defPPr>
            <a:lvl1pPr algn="ctr">
              <a:buNone/>
              <a:defRPr sz="825" b="1">
                <a:solidFill>
                  <a:srgbClr val="35635B"/>
                </a:solidFill>
              </a:defRPr>
            </a:lvl1pPr>
            <a:lvl2pPr algn="ctr">
              <a:buNone/>
              <a:defRPr sz="825" b="1">
                <a:solidFill>
                  <a:srgbClr val="35635B"/>
                </a:solidFill>
              </a:defRPr>
            </a:lvl2pPr>
            <a:lvl3pPr algn="ctr">
              <a:buNone/>
              <a:defRPr sz="825" b="1">
                <a:solidFill>
                  <a:srgbClr val="35635B"/>
                </a:solidFill>
              </a:defRPr>
            </a:lvl3pPr>
            <a:lvl4pPr algn="ctr">
              <a:buNone/>
              <a:defRPr sz="825" b="1">
                <a:solidFill>
                  <a:srgbClr val="35635B"/>
                </a:solidFill>
              </a:defRPr>
            </a:lvl4pPr>
            <a:lvl5pPr algn="ctr">
              <a:buNone/>
              <a:defRPr sz="825" b="1">
                <a:solidFill>
                  <a:srgbClr val="35635B"/>
                </a:solidFill>
              </a:defRPr>
            </a:lvl5pPr>
            <a:lvl6pPr algn="ctr">
              <a:buNone/>
              <a:defRPr sz="825" b="1">
                <a:solidFill>
                  <a:srgbClr val="35635B"/>
                </a:solidFill>
              </a:defRPr>
            </a:lvl6pPr>
            <a:lvl7pPr algn="ctr">
              <a:buNone/>
              <a:defRPr sz="825" b="1">
                <a:solidFill>
                  <a:srgbClr val="35635B"/>
                </a:solidFill>
              </a:defRPr>
            </a:lvl7pPr>
            <a:lvl8pPr algn="ctr">
              <a:buNone/>
              <a:defRPr sz="825" b="1">
                <a:solidFill>
                  <a:srgbClr val="35635B"/>
                </a:solidFill>
              </a:defRPr>
            </a:lvl8pPr>
            <a:lvl9pPr algn="ctr">
              <a:buNone/>
              <a:defRPr sz="825" b="1">
                <a:solidFill>
                  <a:srgbClr val="35635B"/>
                </a:solidFill>
              </a:defRPr>
            </a:lvl9pPr>
          </a:lstStyle>
          <a:p xmlns:a="http://schemas.openxmlformats.org/drawingml/2006/main">
            <a:pPr algn="ctr">
              <a:buNone/>
              <a:defRPr sz="825" b="1">
                <a:solidFill>
                  <a:srgbClr val="35635B"/>
                </a:solidFill>
              </a:defRPr>
            </a:pPr>
            <a:r>
              <a:rPr sz="825" b="1">
                <a:solidFill>
                  <a:srgbClr val="35635B"/>
                </a:solidFill>
              </a:rPr>
              <a:t>HCPCS</a:t>
            </a:r>
          </a:p>
        </p:txBody>
      </p:sp>
      <p:sp>
        <p:nvSpPr>
          <p:cNvPr id="9" name="row-0-drug">
            <a:extLst xmlns:a="http://schemas.openxmlformats.org/drawingml/2006/main">
              <a:ext uri="{FF2B5EF4-FFF2-40B4-BE49-F238E27FC236}">
                <a16:creationId xmlns:a16="http://schemas.microsoft.com/office/drawing/2014/main" id="{EE293348-77EB-41B0-ABF3-D135D9816511}"/>
              </a:ext>
            </a:extLst>
          </p:cNvPr>
          <p:cNvSpPr>
            <a:spLocks xmlns:a="http://schemas.openxmlformats.org/drawingml/2006/main" noGrp="1"/>
          </p:cNvSpPr>
          <p:nvPr/>
        </p:nvSpPr>
        <p:spPr>
          <a:xfrm xmlns:a="http://schemas.openxmlformats.org/drawingml/2006/main">
            <a:off x="800100" y="27813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344B55"/>
                </a:solidFill>
              </a:defRPr>
            </a:defPPr>
            <a:lvl1pPr>
              <a:buNone/>
              <a:defRPr sz="975" b="0">
                <a:solidFill>
                  <a:srgbClr val="344B55"/>
                </a:solidFill>
              </a:defRPr>
            </a:lvl1pPr>
            <a:lvl2pPr>
              <a:buNone/>
              <a:defRPr sz="975" b="0">
                <a:solidFill>
                  <a:srgbClr val="344B55"/>
                </a:solidFill>
              </a:defRPr>
            </a:lvl2pPr>
            <a:lvl3pPr>
              <a:buNone/>
              <a:defRPr sz="975" b="0">
                <a:solidFill>
                  <a:srgbClr val="344B55"/>
                </a:solidFill>
              </a:defRPr>
            </a:lvl3pPr>
            <a:lvl4pPr>
              <a:buNone/>
              <a:defRPr sz="975" b="0">
                <a:solidFill>
                  <a:srgbClr val="344B55"/>
                </a:solidFill>
              </a:defRPr>
            </a:lvl4pPr>
            <a:lvl5pPr>
              <a:buNone/>
              <a:defRPr sz="975" b="0">
                <a:solidFill>
                  <a:srgbClr val="344B55"/>
                </a:solidFill>
              </a:defRPr>
            </a:lvl5pPr>
            <a:lvl6pPr>
              <a:buNone/>
              <a:defRPr sz="975" b="0">
                <a:solidFill>
                  <a:srgbClr val="344B55"/>
                </a:solidFill>
              </a:defRPr>
            </a:lvl6pPr>
            <a:lvl7pPr>
              <a:buNone/>
              <a:defRPr sz="975" b="0">
                <a:solidFill>
                  <a:srgbClr val="344B55"/>
                </a:solidFill>
              </a:defRPr>
            </a:lvl7pPr>
            <a:lvl8pPr>
              <a:buNone/>
              <a:defRPr sz="975" b="0">
                <a:solidFill>
                  <a:srgbClr val="344B55"/>
                </a:solidFill>
              </a:defRPr>
            </a:lvl8pPr>
            <a:lvl9pPr>
              <a:buNone/>
              <a:defRPr sz="975" b="0">
                <a:solidFill>
                  <a:srgbClr val="344B55"/>
                </a:solidFill>
              </a:defRPr>
            </a:lvl9pPr>
          </a:lstStyle>
          <a:p xmlns:a="http://schemas.openxmlformats.org/drawingml/2006/main">
            <a:pPr>
              <a:buNone/>
              <a:defRPr sz="975" b="0">
                <a:solidFill>
                  <a:srgbClr val="344B55"/>
                </a:solidFill>
              </a:defRPr>
            </a:pPr>
            <a:r>
              <a:rPr sz="975" b="0">
                <a:solidFill>
                  <a:srgbClr val="344B55"/>
                </a:solidFill>
              </a:rPr>
              <a:t>Denosumab-qbde (Xtrenbo)</a:t>
            </a:r>
          </a:p>
        </p:txBody>
      </p:sp>
      <p:sp>
        <p:nvSpPr>
          <p:cNvPr id="10" name="row-0-code">
            <a:extLst xmlns:a="http://schemas.openxmlformats.org/drawingml/2006/main">
              <a:ext uri="{FF2B5EF4-FFF2-40B4-BE49-F238E27FC236}">
                <a16:creationId xmlns:a16="http://schemas.microsoft.com/office/drawing/2014/main" id="{9941F71C-60C6-4C60-A05A-1B3932887A5A}"/>
              </a:ext>
            </a:extLst>
          </p:cNvPr>
          <p:cNvSpPr>
            <a:spLocks xmlns:a="http://schemas.openxmlformats.org/drawingml/2006/main" noGrp="1"/>
          </p:cNvSpPr>
          <p:nvPr/>
        </p:nvSpPr>
        <p:spPr>
          <a:xfrm xmlns:a="http://schemas.openxmlformats.org/drawingml/2006/main">
            <a:off x="3448050" y="27813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6C7B82"/>
                </a:solidFill>
              </a:defRPr>
            </a:defPPr>
            <a:lvl1pPr algn="ctr">
              <a:buNone/>
              <a:defRPr sz="1050" b="1">
                <a:solidFill>
                  <a:srgbClr val="6C7B82"/>
                </a:solidFill>
              </a:defRPr>
            </a:lvl1pPr>
            <a:lvl2pPr algn="ctr">
              <a:buNone/>
              <a:defRPr sz="1050" b="1">
                <a:solidFill>
                  <a:srgbClr val="6C7B82"/>
                </a:solidFill>
              </a:defRPr>
            </a:lvl2pPr>
            <a:lvl3pPr algn="ctr">
              <a:buNone/>
              <a:defRPr sz="1050" b="1">
                <a:solidFill>
                  <a:srgbClr val="6C7B82"/>
                </a:solidFill>
              </a:defRPr>
            </a:lvl3pPr>
            <a:lvl4pPr algn="ctr">
              <a:buNone/>
              <a:defRPr sz="1050" b="1">
                <a:solidFill>
                  <a:srgbClr val="6C7B82"/>
                </a:solidFill>
              </a:defRPr>
            </a:lvl4pPr>
            <a:lvl5pPr algn="ctr">
              <a:buNone/>
              <a:defRPr sz="1050" b="1">
                <a:solidFill>
                  <a:srgbClr val="6C7B82"/>
                </a:solidFill>
              </a:defRPr>
            </a:lvl5pPr>
            <a:lvl6pPr algn="ctr">
              <a:buNone/>
              <a:defRPr sz="1050" b="1">
                <a:solidFill>
                  <a:srgbClr val="6C7B82"/>
                </a:solidFill>
              </a:defRPr>
            </a:lvl6pPr>
            <a:lvl7pPr algn="ctr">
              <a:buNone/>
              <a:defRPr sz="1050" b="1">
                <a:solidFill>
                  <a:srgbClr val="6C7B82"/>
                </a:solidFill>
              </a:defRPr>
            </a:lvl7pPr>
            <a:lvl8pPr algn="ctr">
              <a:buNone/>
              <a:defRPr sz="1050" b="1">
                <a:solidFill>
                  <a:srgbClr val="6C7B82"/>
                </a:solidFill>
              </a:defRPr>
            </a:lvl8pPr>
            <a:lvl9pPr algn="ctr">
              <a:buNone/>
              <a:defRPr sz="1050" b="1">
                <a:solidFill>
                  <a:srgbClr val="6C7B82"/>
                </a:solidFill>
              </a:defRPr>
            </a:lvl9pPr>
          </a:lstStyle>
          <a:p xmlns:a="http://schemas.openxmlformats.org/drawingml/2006/main">
            <a:pPr algn="ctr">
              <a:buNone/>
              <a:defRPr sz="1050" b="1">
                <a:solidFill>
                  <a:srgbClr val="6C7B82"/>
                </a:solidFill>
              </a:defRPr>
            </a:pPr>
            <a:r>
              <a:rPr sz="1050" b="1">
                <a:solidFill>
                  <a:srgbClr val="6C7B82"/>
                </a:solidFill>
              </a:rPr>
              <a:t>J3590</a:t>
            </a:r>
          </a:p>
        </p:txBody>
      </p:sp>
      <p:sp>
        <p:nvSpPr>
          <p:cNvPr id="11" name="row-1-highlight">
            <a:extLst xmlns:a="http://schemas.openxmlformats.org/drawingml/2006/main">
              <a:ext uri="{FF2B5EF4-FFF2-40B4-BE49-F238E27FC236}">
                <a16:creationId xmlns:a16="http://schemas.microsoft.com/office/drawing/2014/main" id="{59D9EC6F-0302-42C4-B1E2-CD3C7E7840FD}"/>
              </a:ext>
            </a:extLst>
          </p:cNvPr>
          <p:cNvSpPr>
            <a:spLocks xmlns:a="http://schemas.openxmlformats.org/drawingml/2006/main" noGrp="1"/>
          </p:cNvSpPr>
          <p:nvPr/>
        </p:nvSpPr>
        <p:spPr>
          <a:xfrm xmlns:a="http://schemas.openxmlformats.org/drawingml/2006/main">
            <a:off x="704850" y="3305175"/>
            <a:ext cx="3657600" cy="476250"/>
          </a:xfrm>
          <a:prstGeom xmlns:a="http://schemas.openxmlformats.org/drawingml/2006/main" prst="roundRect">
            <a:avLst>
              <a:gd name="adj" fmla="val 10000"/>
            </a:avLst>
          </a:prstGeom>
          <a:solidFill xmlns:a="http://schemas.openxmlformats.org/drawingml/2006/main">
            <a:srgbClr val="E9F7F3"/>
          </a:solidFill>
          <a:ln xmlns:a="http://schemas.openxmlformats.org/drawingml/2006/main" w="9525">
            <a:solidFill>
              <a:srgbClr val="C5E7E0"/>
            </a:solidFill>
            <a:prstDash val="solid"/>
          </a:ln>
        </p:spPr>
      </p:sp>
      <p:sp>
        <p:nvSpPr>
          <p:cNvPr id="12" name="row-1-drug">
            <a:extLst xmlns:a="http://schemas.openxmlformats.org/drawingml/2006/main">
              <a:ext uri="{FF2B5EF4-FFF2-40B4-BE49-F238E27FC236}">
                <a16:creationId xmlns:a16="http://schemas.microsoft.com/office/drawing/2014/main" id="{9740BC37-462A-4811-879B-CDDFD77296E4}"/>
              </a:ext>
            </a:extLst>
          </p:cNvPr>
          <p:cNvSpPr>
            <a:spLocks xmlns:a="http://schemas.openxmlformats.org/drawingml/2006/main" noGrp="1"/>
          </p:cNvSpPr>
          <p:nvPr/>
        </p:nvSpPr>
        <p:spPr>
          <a:xfrm xmlns:a="http://schemas.openxmlformats.org/drawingml/2006/main">
            <a:off x="800100" y="33718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344B55"/>
                </a:solidFill>
              </a:defRPr>
            </a:defPPr>
            <a:lvl1pPr>
              <a:buNone/>
              <a:defRPr sz="975" b="1">
                <a:solidFill>
                  <a:srgbClr val="344B55"/>
                </a:solidFill>
              </a:defRPr>
            </a:lvl1pPr>
            <a:lvl2pPr>
              <a:buNone/>
              <a:defRPr sz="975" b="1">
                <a:solidFill>
                  <a:srgbClr val="344B55"/>
                </a:solidFill>
              </a:defRPr>
            </a:lvl2pPr>
            <a:lvl3pPr>
              <a:buNone/>
              <a:defRPr sz="975" b="1">
                <a:solidFill>
                  <a:srgbClr val="344B55"/>
                </a:solidFill>
              </a:defRPr>
            </a:lvl3pPr>
            <a:lvl4pPr>
              <a:buNone/>
              <a:defRPr sz="975" b="1">
                <a:solidFill>
                  <a:srgbClr val="344B55"/>
                </a:solidFill>
              </a:defRPr>
            </a:lvl4pPr>
            <a:lvl5pPr>
              <a:buNone/>
              <a:defRPr sz="975" b="1">
                <a:solidFill>
                  <a:srgbClr val="344B55"/>
                </a:solidFill>
              </a:defRPr>
            </a:lvl5pPr>
            <a:lvl6pPr>
              <a:buNone/>
              <a:defRPr sz="975" b="1">
                <a:solidFill>
                  <a:srgbClr val="344B55"/>
                </a:solidFill>
              </a:defRPr>
            </a:lvl6pPr>
            <a:lvl7pPr>
              <a:buNone/>
              <a:defRPr sz="975" b="1">
                <a:solidFill>
                  <a:srgbClr val="344B55"/>
                </a:solidFill>
              </a:defRPr>
            </a:lvl7pPr>
            <a:lvl8pPr>
              <a:buNone/>
              <a:defRPr sz="975" b="1">
                <a:solidFill>
                  <a:srgbClr val="344B55"/>
                </a:solidFill>
              </a:defRPr>
            </a:lvl8pPr>
            <a:lvl9pPr>
              <a:buNone/>
              <a:defRPr sz="975" b="1">
                <a:solidFill>
                  <a:srgbClr val="344B55"/>
                </a:solidFill>
              </a:defRPr>
            </a:lvl9pPr>
          </a:lstStyle>
          <a:p xmlns:a="http://schemas.openxmlformats.org/drawingml/2006/main">
            <a:pPr>
              <a:buNone/>
              <a:defRPr sz="975" b="1">
                <a:solidFill>
                  <a:srgbClr val="344B55"/>
                </a:solidFill>
              </a:defRPr>
            </a:pPr>
            <a:r>
              <a:rPr sz="975" b="1">
                <a:solidFill>
                  <a:srgbClr val="344B55"/>
                </a:solidFill>
              </a:rPr>
              <a:t>Denosumab-bmwo (Osenvelt)</a:t>
            </a:r>
          </a:p>
        </p:txBody>
      </p:sp>
      <p:sp>
        <p:nvSpPr>
          <p:cNvPr id="13" name="row-1-code">
            <a:extLst xmlns:a="http://schemas.openxmlformats.org/drawingml/2006/main">
              <a:ext uri="{FF2B5EF4-FFF2-40B4-BE49-F238E27FC236}">
                <a16:creationId xmlns:a16="http://schemas.microsoft.com/office/drawing/2014/main" id="{69AFAB7F-2858-4B9B-B97C-C7D430A053FF}"/>
              </a:ext>
            </a:extLst>
          </p:cNvPr>
          <p:cNvSpPr>
            <a:spLocks xmlns:a="http://schemas.openxmlformats.org/drawingml/2006/main" noGrp="1"/>
          </p:cNvSpPr>
          <p:nvPr/>
        </p:nvSpPr>
        <p:spPr>
          <a:xfrm xmlns:a="http://schemas.openxmlformats.org/drawingml/2006/main">
            <a:off x="3448050" y="33718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0E8A78"/>
                </a:solidFill>
              </a:defRPr>
            </a:defPPr>
            <a:lvl1pPr algn="ctr">
              <a:buNone/>
              <a:defRPr sz="1050" b="1">
                <a:solidFill>
                  <a:srgbClr val="0E8A78"/>
                </a:solidFill>
              </a:defRPr>
            </a:lvl1pPr>
            <a:lvl2pPr algn="ctr">
              <a:buNone/>
              <a:defRPr sz="1050" b="1">
                <a:solidFill>
                  <a:srgbClr val="0E8A78"/>
                </a:solidFill>
              </a:defRPr>
            </a:lvl2pPr>
            <a:lvl3pPr algn="ctr">
              <a:buNone/>
              <a:defRPr sz="1050" b="1">
                <a:solidFill>
                  <a:srgbClr val="0E8A78"/>
                </a:solidFill>
              </a:defRPr>
            </a:lvl3pPr>
            <a:lvl4pPr algn="ctr">
              <a:buNone/>
              <a:defRPr sz="1050" b="1">
                <a:solidFill>
                  <a:srgbClr val="0E8A78"/>
                </a:solidFill>
              </a:defRPr>
            </a:lvl4pPr>
            <a:lvl5pPr algn="ctr">
              <a:buNone/>
              <a:defRPr sz="1050" b="1">
                <a:solidFill>
                  <a:srgbClr val="0E8A78"/>
                </a:solidFill>
              </a:defRPr>
            </a:lvl5pPr>
            <a:lvl6pPr algn="ctr">
              <a:buNone/>
              <a:defRPr sz="1050" b="1">
                <a:solidFill>
                  <a:srgbClr val="0E8A78"/>
                </a:solidFill>
              </a:defRPr>
            </a:lvl6pPr>
            <a:lvl7pPr algn="ctr">
              <a:buNone/>
              <a:defRPr sz="1050" b="1">
                <a:solidFill>
                  <a:srgbClr val="0E8A78"/>
                </a:solidFill>
              </a:defRPr>
            </a:lvl7pPr>
            <a:lvl8pPr algn="ctr">
              <a:buNone/>
              <a:defRPr sz="1050" b="1">
                <a:solidFill>
                  <a:srgbClr val="0E8A78"/>
                </a:solidFill>
              </a:defRPr>
            </a:lvl8pPr>
            <a:lvl9pPr algn="ctr">
              <a:buNone/>
              <a:defRPr sz="1050" b="1">
                <a:solidFill>
                  <a:srgbClr val="0E8A78"/>
                </a:solidFill>
              </a:defRPr>
            </a:lvl9pPr>
          </a:lstStyle>
          <a:p xmlns:a="http://schemas.openxmlformats.org/drawingml/2006/main">
            <a:pPr algn="ctr">
              <a:buNone/>
              <a:defRPr sz="1050" b="1">
                <a:solidFill>
                  <a:srgbClr val="0E8A78"/>
                </a:solidFill>
              </a:defRPr>
            </a:pPr>
            <a:r>
              <a:rPr sz="1050" b="1">
                <a:solidFill>
                  <a:srgbClr val="0E8A78"/>
                </a:solidFill>
              </a:rPr>
              <a:t>Q5157</a:t>
            </a:r>
          </a:p>
        </p:txBody>
      </p:sp>
      <p:sp>
        <p:nvSpPr>
          <p:cNvPr id="14" name="row-2-highlight">
            <a:extLst xmlns:a="http://schemas.openxmlformats.org/drawingml/2006/main">
              <a:ext uri="{FF2B5EF4-FFF2-40B4-BE49-F238E27FC236}">
                <a16:creationId xmlns:a16="http://schemas.microsoft.com/office/drawing/2014/main" id="{63E488E3-EABC-4B99-8544-D5694BB4ECB8}"/>
              </a:ext>
            </a:extLst>
          </p:cNvPr>
          <p:cNvSpPr>
            <a:spLocks xmlns:a="http://schemas.openxmlformats.org/drawingml/2006/main" noGrp="1"/>
          </p:cNvSpPr>
          <p:nvPr/>
        </p:nvSpPr>
        <p:spPr>
          <a:xfrm xmlns:a="http://schemas.openxmlformats.org/drawingml/2006/main">
            <a:off x="704850" y="3895725"/>
            <a:ext cx="3657600" cy="476250"/>
          </a:xfrm>
          <a:prstGeom xmlns:a="http://schemas.openxmlformats.org/drawingml/2006/main" prst="roundRect">
            <a:avLst>
              <a:gd name="adj" fmla="val 10000"/>
            </a:avLst>
          </a:prstGeom>
          <a:solidFill xmlns:a="http://schemas.openxmlformats.org/drawingml/2006/main">
            <a:srgbClr val="E9F7F3"/>
          </a:solidFill>
          <a:ln xmlns:a="http://schemas.openxmlformats.org/drawingml/2006/main" w="9525">
            <a:solidFill>
              <a:srgbClr val="C5E7E0"/>
            </a:solidFill>
            <a:prstDash val="solid"/>
          </a:ln>
        </p:spPr>
      </p:sp>
      <p:sp>
        <p:nvSpPr>
          <p:cNvPr id="15" name="row-2-drug">
            <a:extLst xmlns:a="http://schemas.openxmlformats.org/drawingml/2006/main">
              <a:ext uri="{FF2B5EF4-FFF2-40B4-BE49-F238E27FC236}">
                <a16:creationId xmlns:a16="http://schemas.microsoft.com/office/drawing/2014/main" id="{F35F3A27-CDAE-498E-A5A7-5C8962E008ED}"/>
              </a:ext>
            </a:extLst>
          </p:cNvPr>
          <p:cNvSpPr>
            <a:spLocks xmlns:a="http://schemas.openxmlformats.org/drawingml/2006/main" noGrp="1"/>
          </p:cNvSpPr>
          <p:nvPr/>
        </p:nvSpPr>
        <p:spPr>
          <a:xfrm xmlns:a="http://schemas.openxmlformats.org/drawingml/2006/main">
            <a:off x="800100" y="39624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344B55"/>
                </a:solidFill>
              </a:defRPr>
            </a:defPPr>
            <a:lvl1pPr>
              <a:buNone/>
              <a:defRPr sz="975" b="1">
                <a:solidFill>
                  <a:srgbClr val="344B55"/>
                </a:solidFill>
              </a:defRPr>
            </a:lvl1pPr>
            <a:lvl2pPr>
              <a:buNone/>
              <a:defRPr sz="975" b="1">
                <a:solidFill>
                  <a:srgbClr val="344B55"/>
                </a:solidFill>
              </a:defRPr>
            </a:lvl2pPr>
            <a:lvl3pPr>
              <a:buNone/>
              <a:defRPr sz="975" b="1">
                <a:solidFill>
                  <a:srgbClr val="344B55"/>
                </a:solidFill>
              </a:defRPr>
            </a:lvl3pPr>
            <a:lvl4pPr>
              <a:buNone/>
              <a:defRPr sz="975" b="1">
                <a:solidFill>
                  <a:srgbClr val="344B55"/>
                </a:solidFill>
              </a:defRPr>
            </a:lvl4pPr>
            <a:lvl5pPr>
              <a:buNone/>
              <a:defRPr sz="975" b="1">
                <a:solidFill>
                  <a:srgbClr val="344B55"/>
                </a:solidFill>
              </a:defRPr>
            </a:lvl5pPr>
            <a:lvl6pPr>
              <a:buNone/>
              <a:defRPr sz="975" b="1">
                <a:solidFill>
                  <a:srgbClr val="344B55"/>
                </a:solidFill>
              </a:defRPr>
            </a:lvl6pPr>
            <a:lvl7pPr>
              <a:buNone/>
              <a:defRPr sz="975" b="1">
                <a:solidFill>
                  <a:srgbClr val="344B55"/>
                </a:solidFill>
              </a:defRPr>
            </a:lvl7pPr>
            <a:lvl8pPr>
              <a:buNone/>
              <a:defRPr sz="975" b="1">
                <a:solidFill>
                  <a:srgbClr val="344B55"/>
                </a:solidFill>
              </a:defRPr>
            </a:lvl8pPr>
            <a:lvl9pPr>
              <a:buNone/>
              <a:defRPr sz="975" b="1">
                <a:solidFill>
                  <a:srgbClr val="344B55"/>
                </a:solidFill>
              </a:defRPr>
            </a:lvl9pPr>
          </a:lstStyle>
          <a:p xmlns:a="http://schemas.openxmlformats.org/drawingml/2006/main">
            <a:pPr>
              <a:buNone/>
              <a:defRPr sz="975" b="1">
                <a:solidFill>
                  <a:srgbClr val="344B55"/>
                </a:solidFill>
              </a:defRPr>
            </a:pPr>
            <a:r>
              <a:rPr sz="975" b="1">
                <a:solidFill>
                  <a:srgbClr val="344B55"/>
                </a:solidFill>
              </a:rPr>
              <a:t>Denosumab-bmwo (Denosumab-Celtrion)</a:t>
            </a:r>
          </a:p>
        </p:txBody>
      </p:sp>
      <p:sp>
        <p:nvSpPr>
          <p:cNvPr id="16" name="row-2-code">
            <a:extLst xmlns:a="http://schemas.openxmlformats.org/drawingml/2006/main">
              <a:ext uri="{FF2B5EF4-FFF2-40B4-BE49-F238E27FC236}">
                <a16:creationId xmlns:a16="http://schemas.microsoft.com/office/drawing/2014/main" id="{7DC9935C-8473-47F7-A835-7810A5828A6C}"/>
              </a:ext>
            </a:extLst>
          </p:cNvPr>
          <p:cNvSpPr>
            <a:spLocks xmlns:a="http://schemas.openxmlformats.org/drawingml/2006/main" noGrp="1"/>
          </p:cNvSpPr>
          <p:nvPr/>
        </p:nvSpPr>
        <p:spPr>
          <a:xfrm xmlns:a="http://schemas.openxmlformats.org/drawingml/2006/main">
            <a:off x="3448050" y="396240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1050" b="1">
                <a:solidFill>
                  <a:srgbClr val="0E8A78"/>
                </a:solidFill>
              </a:defRPr>
            </a:defPPr>
            <a:lvl1pPr algn="ctr">
              <a:buNone/>
              <a:defRPr sz="1050" b="1">
                <a:solidFill>
                  <a:srgbClr val="0E8A78"/>
                </a:solidFill>
              </a:defRPr>
            </a:lvl1pPr>
            <a:lvl2pPr algn="ctr">
              <a:buNone/>
              <a:defRPr sz="1050" b="1">
                <a:solidFill>
                  <a:srgbClr val="0E8A78"/>
                </a:solidFill>
              </a:defRPr>
            </a:lvl2pPr>
            <a:lvl3pPr algn="ctr">
              <a:buNone/>
              <a:defRPr sz="1050" b="1">
                <a:solidFill>
                  <a:srgbClr val="0E8A78"/>
                </a:solidFill>
              </a:defRPr>
            </a:lvl3pPr>
            <a:lvl4pPr algn="ctr">
              <a:buNone/>
              <a:defRPr sz="1050" b="1">
                <a:solidFill>
                  <a:srgbClr val="0E8A78"/>
                </a:solidFill>
              </a:defRPr>
            </a:lvl4pPr>
            <a:lvl5pPr algn="ctr">
              <a:buNone/>
              <a:defRPr sz="1050" b="1">
                <a:solidFill>
                  <a:srgbClr val="0E8A78"/>
                </a:solidFill>
              </a:defRPr>
            </a:lvl5pPr>
            <a:lvl6pPr algn="ctr">
              <a:buNone/>
              <a:defRPr sz="1050" b="1">
                <a:solidFill>
                  <a:srgbClr val="0E8A78"/>
                </a:solidFill>
              </a:defRPr>
            </a:lvl6pPr>
            <a:lvl7pPr algn="ctr">
              <a:buNone/>
              <a:defRPr sz="1050" b="1">
                <a:solidFill>
                  <a:srgbClr val="0E8A78"/>
                </a:solidFill>
              </a:defRPr>
            </a:lvl7pPr>
            <a:lvl8pPr algn="ctr">
              <a:buNone/>
              <a:defRPr sz="1050" b="1">
                <a:solidFill>
                  <a:srgbClr val="0E8A78"/>
                </a:solidFill>
              </a:defRPr>
            </a:lvl8pPr>
            <a:lvl9pPr algn="ctr">
              <a:buNone/>
              <a:defRPr sz="1050" b="1">
                <a:solidFill>
                  <a:srgbClr val="0E8A78"/>
                </a:solidFill>
              </a:defRPr>
            </a:lvl9pPr>
          </a:lstStyle>
          <a:p xmlns:a="http://schemas.openxmlformats.org/drawingml/2006/main">
            <a:pPr algn="ctr">
              <a:buNone/>
              <a:defRPr sz="1050" b="1">
                <a:solidFill>
                  <a:srgbClr val="0E8A78"/>
                </a:solidFill>
              </a:defRPr>
            </a:pPr>
            <a:r>
              <a:rPr sz="1050" b="1">
                <a:solidFill>
                  <a:srgbClr val="0E8A78"/>
                </a:solidFill>
              </a:rPr>
              <a:t>Q5157</a:t>
            </a:r>
          </a:p>
        </p:txBody>
      </p:sp>
      <p:sp>
        <p:nvSpPr>
          <p:cNvPr id="17" name="source-to-judge-line">
            <a:extLst xmlns:a="http://schemas.openxmlformats.org/drawingml/2006/main">
              <a:ext uri="{FF2B5EF4-FFF2-40B4-BE49-F238E27FC236}">
                <a16:creationId xmlns:a16="http://schemas.microsoft.com/office/drawing/2014/main" id="{1228ED30-857E-4E42-B06C-E1C36E0AD022}"/>
              </a:ext>
            </a:extLst>
          </p:cNvPr>
          <p:cNvSpPr>
            <a:spLocks xmlns:a="http://schemas.openxmlformats.org/drawingml/2006/main" noGrp="1"/>
          </p:cNvSpPr>
          <p:nvPr/>
        </p:nvSpPr>
        <p:spPr>
          <a:xfrm xmlns:a="http://schemas.openxmlformats.org/drawingml/2006/main">
            <a:off x="4686300" y="3314700"/>
            <a:ext cx="685800" cy="0"/>
          </a:xfrm>
          <a:prstGeom xmlns:a="http://schemas.openxmlformats.org/drawingml/2006/main" prst="line">
            <a:avLst/>
          </a:prstGeom>
          <a:noFill xmlns:a="http://schemas.openxmlformats.org/drawingml/2006/main"/>
          <a:ln xmlns:a="http://schemas.openxmlformats.org/drawingml/2006/main" w="19050">
            <a:solidFill>
              <a:srgbClr val="8A9AA2"/>
            </a:solidFill>
            <a:prstDash val="solid"/>
          </a:ln>
        </p:spPr>
      </p:sp>
      <p:sp>
        <p:nvSpPr>
          <p:cNvPr id="18" name="source-to-judge-head">
            <a:extLst xmlns:a="http://schemas.openxmlformats.org/drawingml/2006/main">
              <a:ext uri="{FF2B5EF4-FFF2-40B4-BE49-F238E27FC236}">
                <a16:creationId xmlns:a16="http://schemas.microsoft.com/office/drawing/2014/main" id="{4C70DD13-BFDA-42A3-8DAA-C342ACFF13C2}"/>
              </a:ext>
            </a:extLst>
          </p:cNvPr>
          <p:cNvSpPr>
            <a:spLocks xmlns:a="http://schemas.openxmlformats.org/drawingml/2006/main" noGrp="1"/>
          </p:cNvSpPr>
          <p:nvPr/>
        </p:nvSpPr>
        <p:spPr>
          <a:xfrm xmlns:a="http://schemas.openxmlformats.org/drawingml/2006/main">
            <a:off x="5314950" y="3257550"/>
            <a:ext cx="114300" cy="114300"/>
          </a:xfrm>
          <a:prstGeom xmlns:a="http://schemas.openxmlformats.org/drawingml/2006/main" prst="chevron">
            <a:avLst/>
          </a:prstGeom>
          <a:solidFill xmlns:a="http://schemas.openxmlformats.org/drawingml/2006/main">
            <a:srgbClr val="8A9AA2"/>
          </a:solidFill>
          <a:ln xmlns:a="http://schemas.openxmlformats.org/drawingml/2006/main" w="0">
            <a:solidFill>
              <a:srgbClr val="8A9AA2"/>
            </a:solidFill>
            <a:prstDash val="solid"/>
          </a:ln>
        </p:spPr>
      </p:sp>
      <p:sp>
        <p:nvSpPr>
          <p:cNvPr id="19" name="judge-heading">
            <a:extLst xmlns:a="http://schemas.openxmlformats.org/drawingml/2006/main">
              <a:ext uri="{FF2B5EF4-FFF2-40B4-BE49-F238E27FC236}">
                <a16:creationId xmlns:a16="http://schemas.microsoft.com/office/drawing/2014/main" id="{566D2859-E688-4A7C-93F7-8409C7684457}"/>
              </a:ext>
            </a:extLst>
          </p:cNvPr>
          <p:cNvSpPr>
            <a:spLocks xmlns:a="http://schemas.openxmlformats.org/drawingml/2006/main" noGrp="1"/>
          </p:cNvSpPr>
          <p:nvPr/>
        </p:nvSpPr>
        <p:spPr>
          <a:xfrm xmlns:a="http://schemas.openxmlformats.org/drawingml/2006/main">
            <a:off x="5619750" y="14668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B44747"/>
                </a:solidFill>
              </a:defRPr>
            </a:defPPr>
            <a:lvl1pPr>
              <a:buNone/>
              <a:defRPr sz="900" b="1">
                <a:solidFill>
                  <a:srgbClr val="B44747"/>
                </a:solidFill>
              </a:defRPr>
            </a:lvl1pPr>
            <a:lvl2pPr>
              <a:buNone/>
              <a:defRPr sz="900" b="1">
                <a:solidFill>
                  <a:srgbClr val="B44747"/>
                </a:solidFill>
              </a:defRPr>
            </a:lvl2pPr>
            <a:lvl3pPr>
              <a:buNone/>
              <a:defRPr sz="900" b="1">
                <a:solidFill>
                  <a:srgbClr val="B44747"/>
                </a:solidFill>
              </a:defRPr>
            </a:lvl3pPr>
            <a:lvl4pPr>
              <a:buNone/>
              <a:defRPr sz="900" b="1">
                <a:solidFill>
                  <a:srgbClr val="B44747"/>
                </a:solidFill>
              </a:defRPr>
            </a:lvl4pPr>
            <a:lvl5pPr>
              <a:buNone/>
              <a:defRPr sz="900" b="1">
                <a:solidFill>
                  <a:srgbClr val="B44747"/>
                </a:solidFill>
              </a:defRPr>
            </a:lvl5pPr>
            <a:lvl6pPr>
              <a:buNone/>
              <a:defRPr sz="900" b="1">
                <a:solidFill>
                  <a:srgbClr val="B44747"/>
                </a:solidFill>
              </a:defRPr>
            </a:lvl6pPr>
            <a:lvl7pPr>
              <a:buNone/>
              <a:defRPr sz="900" b="1">
                <a:solidFill>
                  <a:srgbClr val="B44747"/>
                </a:solidFill>
              </a:defRPr>
            </a:lvl7pPr>
            <a:lvl8pPr>
              <a:buNone/>
              <a:defRPr sz="900" b="1">
                <a:solidFill>
                  <a:srgbClr val="B44747"/>
                </a:solidFill>
              </a:defRPr>
            </a:lvl8pPr>
            <a:lvl9pPr>
              <a:buNone/>
              <a:defRPr sz="900" b="1">
                <a:solidFill>
                  <a:srgbClr val="B44747"/>
                </a:solidFill>
              </a:defRPr>
            </a:lvl9pPr>
          </a:lstStyle>
          <a:p xmlns:a="http://schemas.openxmlformats.org/drawingml/2006/main">
            <a:pPr>
              <a:buNone/>
              <a:defRPr sz="900" b="1">
                <a:solidFill>
                  <a:srgbClr val="B44747"/>
                </a:solidFill>
              </a:defRPr>
            </a:pPr>
            <a:r>
              <a:rPr sz="900" b="1">
                <a:solidFill>
                  <a:srgbClr val="B44747"/>
                </a:solidFill>
              </a:rPr>
              <a:t>JUDGE CLAIM</a:t>
            </a:r>
          </a:p>
        </p:txBody>
      </p:sp>
      <p:sp>
        <p:nvSpPr>
          <p:cNvPr id="20" name="judge-title">
            <a:extLst xmlns:a="http://schemas.openxmlformats.org/drawingml/2006/main">
              <a:ext uri="{FF2B5EF4-FFF2-40B4-BE49-F238E27FC236}">
                <a16:creationId xmlns:a16="http://schemas.microsoft.com/office/drawing/2014/main" id="{21076A78-F0CA-45B5-A6DE-98B32B36F30E}"/>
              </a:ext>
            </a:extLst>
          </p:cNvPr>
          <p:cNvSpPr>
            <a:spLocks xmlns:a="http://schemas.openxmlformats.org/drawingml/2006/main" noGrp="1"/>
          </p:cNvSpPr>
          <p:nvPr/>
        </p:nvSpPr>
        <p:spPr>
          <a:xfrm xmlns:a="http://schemas.openxmlformats.org/drawingml/2006/main">
            <a:off x="5619750" y="17430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False gold requirement</a:t>
            </a:r>
          </a:p>
        </p:txBody>
      </p:sp>
      <p:sp>
        <p:nvSpPr>
          <p:cNvPr id="21" name="judge-claim">
            <a:extLst xmlns:a="http://schemas.openxmlformats.org/drawingml/2006/main">
              <a:ext uri="{FF2B5EF4-FFF2-40B4-BE49-F238E27FC236}">
                <a16:creationId xmlns:a16="http://schemas.microsoft.com/office/drawing/2014/main" id="{2CDC8472-8D66-4FD4-8E04-5BE152D3E26A}"/>
              </a:ext>
            </a:extLst>
          </p:cNvPr>
          <p:cNvSpPr>
            <a:spLocks xmlns:a="http://schemas.openxmlformats.org/drawingml/2006/main" noGrp="1"/>
          </p:cNvSpPr>
          <p:nvPr/>
        </p:nvSpPr>
        <p:spPr>
          <a:xfrm xmlns:a="http://schemas.openxmlformats.org/drawingml/2006/main">
            <a:off x="5619750" y="2209800"/>
            <a:ext cx="3028950" cy="2400300"/>
          </a:xfrm>
          <a:prstGeom xmlns:a="http://schemas.openxmlformats.org/drawingml/2006/main" prst="roundRect">
            <a:avLst>
              <a:gd name="adj" fmla="val 3175"/>
            </a:avLst>
          </a:prstGeom>
          <a:solidFill xmlns:a="http://schemas.openxmlformats.org/drawingml/2006/main">
            <a:srgbClr val="FFF2F2"/>
          </a:solidFill>
          <a:ln xmlns:a="http://schemas.openxmlformats.org/drawingml/2006/main" w="9525">
            <a:solidFill>
              <a:srgbClr val="DFAAAA"/>
            </a:solidFill>
            <a:prstDash val="solid"/>
          </a:ln>
        </p:spPr>
      </p:sp>
      <p:sp>
        <p:nvSpPr>
          <p:cNvPr id="22" name="quote-mark">
            <a:extLst xmlns:a="http://schemas.openxmlformats.org/drawingml/2006/main">
              <a:ext uri="{FF2B5EF4-FFF2-40B4-BE49-F238E27FC236}">
                <a16:creationId xmlns:a16="http://schemas.microsoft.com/office/drawing/2014/main" id="{20878AE5-C6AC-4076-9B76-7F110F7453FD}"/>
              </a:ext>
            </a:extLst>
          </p:cNvPr>
          <p:cNvSpPr>
            <a:spLocks xmlns:a="http://schemas.openxmlformats.org/drawingml/2006/main" noGrp="1"/>
          </p:cNvSpPr>
          <p:nvPr/>
        </p:nvSpPr>
        <p:spPr>
          <a:xfrm xmlns:a="http://schemas.openxmlformats.org/drawingml/2006/main">
            <a:off x="5848350" y="232410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300" b="1">
                <a:solidFill>
                  <a:srgbClr val="D27A7A"/>
                </a:solidFill>
              </a:defRPr>
            </a:defPPr>
            <a:lvl1pPr>
              <a:buNone/>
              <a:defRPr sz="3300" b="1">
                <a:solidFill>
                  <a:srgbClr val="D27A7A"/>
                </a:solidFill>
              </a:defRPr>
            </a:lvl1pPr>
            <a:lvl2pPr>
              <a:buNone/>
              <a:defRPr sz="3300" b="1">
                <a:solidFill>
                  <a:srgbClr val="D27A7A"/>
                </a:solidFill>
              </a:defRPr>
            </a:lvl2pPr>
            <a:lvl3pPr>
              <a:buNone/>
              <a:defRPr sz="3300" b="1">
                <a:solidFill>
                  <a:srgbClr val="D27A7A"/>
                </a:solidFill>
              </a:defRPr>
            </a:lvl3pPr>
            <a:lvl4pPr>
              <a:buNone/>
              <a:defRPr sz="3300" b="1">
                <a:solidFill>
                  <a:srgbClr val="D27A7A"/>
                </a:solidFill>
              </a:defRPr>
            </a:lvl4pPr>
            <a:lvl5pPr>
              <a:buNone/>
              <a:defRPr sz="3300" b="1">
                <a:solidFill>
                  <a:srgbClr val="D27A7A"/>
                </a:solidFill>
              </a:defRPr>
            </a:lvl5pPr>
            <a:lvl6pPr>
              <a:buNone/>
              <a:defRPr sz="3300" b="1">
                <a:solidFill>
                  <a:srgbClr val="D27A7A"/>
                </a:solidFill>
              </a:defRPr>
            </a:lvl6pPr>
            <a:lvl7pPr>
              <a:buNone/>
              <a:defRPr sz="3300" b="1">
                <a:solidFill>
                  <a:srgbClr val="D27A7A"/>
                </a:solidFill>
              </a:defRPr>
            </a:lvl7pPr>
            <a:lvl8pPr>
              <a:buNone/>
              <a:defRPr sz="3300" b="1">
                <a:solidFill>
                  <a:srgbClr val="D27A7A"/>
                </a:solidFill>
              </a:defRPr>
            </a:lvl8pPr>
            <a:lvl9pPr>
              <a:buNone/>
              <a:defRPr sz="3300" b="1">
                <a:solidFill>
                  <a:srgbClr val="D27A7A"/>
                </a:solidFill>
              </a:defRPr>
            </a:lvl9pPr>
          </a:lstStyle>
          <a:p xmlns:a="http://schemas.openxmlformats.org/drawingml/2006/main">
            <a:pPr>
              <a:buNone/>
              <a:defRPr sz="3300" b="1">
                <a:solidFill>
                  <a:srgbClr val="D27A7A"/>
                </a:solidFill>
              </a:defRPr>
            </a:pPr>
            <a:r>
              <a:rPr sz="3300" b="1">
                <a:solidFill>
                  <a:srgbClr val="D27A7A"/>
                </a:solidFill>
              </a:rPr>
              <a:t>“</a:t>
            </a:r>
          </a:p>
        </p:txBody>
      </p:sp>
      <p:sp>
        <p:nvSpPr>
          <p:cNvPr id="23" name="judge-quote">
            <a:extLst xmlns:a="http://schemas.openxmlformats.org/drawingml/2006/main">
              <a:ext uri="{FF2B5EF4-FFF2-40B4-BE49-F238E27FC236}">
                <a16:creationId xmlns:a16="http://schemas.microsoft.com/office/drawing/2014/main" id="{33737BA3-846D-4870-BDB3-35DD6064AF64}"/>
              </a:ext>
            </a:extLst>
          </p:cNvPr>
          <p:cNvSpPr>
            <a:spLocks xmlns:a="http://schemas.openxmlformats.org/drawingml/2006/main" noGrp="1"/>
          </p:cNvSpPr>
          <p:nvPr/>
        </p:nvSpPr>
        <p:spPr>
          <a:xfrm xmlns:a="http://schemas.openxmlformats.org/drawingml/2006/main">
            <a:off x="6000750" y="2809875"/>
            <a:ext cx="2343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425" b="1">
                <a:solidFill>
                  <a:srgbClr val="813838"/>
                </a:solidFill>
              </a:defRPr>
            </a:defPPr>
            <a:lvl1pPr>
              <a:buNone/>
              <a:defRPr sz="1425" b="1">
                <a:solidFill>
                  <a:srgbClr val="813838"/>
                </a:solidFill>
              </a:defRPr>
            </a:lvl1pPr>
            <a:lvl2pPr>
              <a:buNone/>
              <a:defRPr sz="1425" b="1">
                <a:solidFill>
                  <a:srgbClr val="813838"/>
                </a:solidFill>
              </a:defRPr>
            </a:lvl2pPr>
            <a:lvl3pPr>
              <a:buNone/>
              <a:defRPr sz="1425" b="1">
                <a:solidFill>
                  <a:srgbClr val="813838"/>
                </a:solidFill>
              </a:defRPr>
            </a:lvl3pPr>
            <a:lvl4pPr>
              <a:buNone/>
              <a:defRPr sz="1425" b="1">
                <a:solidFill>
                  <a:srgbClr val="813838"/>
                </a:solidFill>
              </a:defRPr>
            </a:lvl4pPr>
            <a:lvl5pPr>
              <a:buNone/>
              <a:defRPr sz="1425" b="1">
                <a:solidFill>
                  <a:srgbClr val="813838"/>
                </a:solidFill>
              </a:defRPr>
            </a:lvl5pPr>
            <a:lvl6pPr>
              <a:buNone/>
              <a:defRPr sz="1425" b="1">
                <a:solidFill>
                  <a:srgbClr val="813838"/>
                </a:solidFill>
              </a:defRPr>
            </a:lvl6pPr>
            <a:lvl7pPr>
              <a:buNone/>
              <a:defRPr sz="1425" b="1">
                <a:solidFill>
                  <a:srgbClr val="813838"/>
                </a:solidFill>
              </a:defRPr>
            </a:lvl7pPr>
            <a:lvl8pPr>
              <a:buNone/>
              <a:defRPr sz="1425" b="1">
                <a:solidFill>
                  <a:srgbClr val="813838"/>
                </a:solidFill>
              </a:defRPr>
            </a:lvl8pPr>
            <a:lvl9pPr>
              <a:buNone/>
              <a:defRPr sz="1425" b="1">
                <a:solidFill>
                  <a:srgbClr val="813838"/>
                </a:solidFill>
              </a:defRPr>
            </a:lvl9pPr>
          </a:lstStyle>
          <a:p xmlns:a="http://schemas.openxmlformats.org/drawingml/2006/main">
            <a:pPr>
              <a:buNone/>
              <a:defRPr sz="1425" b="1">
                <a:solidFill>
                  <a:srgbClr val="813838"/>
                </a:solidFill>
              </a:defRPr>
            </a:pPr>
            <a:r>
              <a:rPr sz="1425" b="1">
                <a:solidFill>
                  <a:srgbClr val="813838"/>
                </a:solidFill>
              </a:rPr>
              <a:t>The answer omits Xtrenbo from the Q5157 products.</a:t>
            </a:r>
          </a:p>
        </p:txBody>
      </p:sp>
      <p:sp>
        <p:nvSpPr>
          <p:cNvPr id="24" name="judge-error">
            <a:extLst xmlns:a="http://schemas.openxmlformats.org/drawingml/2006/main">
              <a:ext uri="{FF2B5EF4-FFF2-40B4-BE49-F238E27FC236}">
                <a16:creationId xmlns:a16="http://schemas.microsoft.com/office/drawing/2014/main" id="{CA9C4399-C41A-4FAE-B50E-E04FE6F0715D}"/>
              </a:ext>
            </a:extLst>
          </p:cNvPr>
          <p:cNvSpPr>
            <a:spLocks xmlns:a="http://schemas.openxmlformats.org/drawingml/2006/main" noGrp="1"/>
          </p:cNvSpPr>
          <p:nvPr/>
        </p:nvSpPr>
        <p:spPr>
          <a:xfrm xmlns:a="http://schemas.openxmlformats.org/drawingml/2006/main">
            <a:off x="6000750" y="3895725"/>
            <a:ext cx="590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B44747"/>
                </a:solidFill>
              </a:defRPr>
            </a:defPPr>
            <a:lvl1pPr>
              <a:buNone/>
              <a:defRPr sz="825" b="1">
                <a:solidFill>
                  <a:srgbClr val="B44747"/>
                </a:solidFill>
              </a:defRPr>
            </a:lvl1pPr>
            <a:lvl2pPr>
              <a:buNone/>
              <a:defRPr sz="825" b="1">
                <a:solidFill>
                  <a:srgbClr val="B44747"/>
                </a:solidFill>
              </a:defRPr>
            </a:lvl2pPr>
            <a:lvl3pPr>
              <a:buNone/>
              <a:defRPr sz="825" b="1">
                <a:solidFill>
                  <a:srgbClr val="B44747"/>
                </a:solidFill>
              </a:defRPr>
            </a:lvl3pPr>
            <a:lvl4pPr>
              <a:buNone/>
              <a:defRPr sz="825" b="1">
                <a:solidFill>
                  <a:srgbClr val="B44747"/>
                </a:solidFill>
              </a:defRPr>
            </a:lvl4pPr>
            <a:lvl5pPr>
              <a:buNone/>
              <a:defRPr sz="825" b="1">
                <a:solidFill>
                  <a:srgbClr val="B44747"/>
                </a:solidFill>
              </a:defRPr>
            </a:lvl5pPr>
            <a:lvl6pPr>
              <a:buNone/>
              <a:defRPr sz="825" b="1">
                <a:solidFill>
                  <a:srgbClr val="B44747"/>
                </a:solidFill>
              </a:defRPr>
            </a:lvl6pPr>
            <a:lvl7pPr>
              <a:buNone/>
              <a:defRPr sz="825" b="1">
                <a:solidFill>
                  <a:srgbClr val="B44747"/>
                </a:solidFill>
              </a:defRPr>
            </a:lvl7pPr>
            <a:lvl8pPr>
              <a:buNone/>
              <a:defRPr sz="825" b="1">
                <a:solidFill>
                  <a:srgbClr val="B44747"/>
                </a:solidFill>
              </a:defRPr>
            </a:lvl8pPr>
            <a:lvl9pPr>
              <a:buNone/>
              <a:defRPr sz="825" b="1">
                <a:solidFill>
                  <a:srgbClr val="B44747"/>
                </a:solidFill>
              </a:defRPr>
            </a:lvl9pPr>
          </a:lstStyle>
          <a:p xmlns:a="http://schemas.openxmlformats.org/drawingml/2006/main">
            <a:pPr>
              <a:buNone/>
              <a:defRPr sz="825" b="1">
                <a:solidFill>
                  <a:srgbClr val="B44747"/>
                </a:solidFill>
              </a:defRPr>
            </a:pPr>
            <a:r>
              <a:rPr sz="825" b="1">
                <a:solidFill>
                  <a:srgbClr val="B44747"/>
                </a:solidFill>
              </a:rPr>
              <a:t>ERROR</a:t>
            </a:r>
          </a:p>
        </p:txBody>
      </p:sp>
      <p:sp>
        <p:nvSpPr>
          <p:cNvPr id="25" name="judge-error-copy">
            <a:extLst xmlns:a="http://schemas.openxmlformats.org/drawingml/2006/main">
              <a:ext uri="{FF2B5EF4-FFF2-40B4-BE49-F238E27FC236}">
                <a16:creationId xmlns:a16="http://schemas.microsoft.com/office/drawing/2014/main" id="{4261305F-2E48-448A-B146-F999F81AA851}"/>
              </a:ext>
            </a:extLst>
          </p:cNvPr>
          <p:cNvSpPr>
            <a:spLocks xmlns:a="http://schemas.openxmlformats.org/drawingml/2006/main" noGrp="1"/>
          </p:cNvSpPr>
          <p:nvPr/>
        </p:nvSpPr>
        <p:spPr>
          <a:xfrm xmlns:a="http://schemas.openxmlformats.org/drawingml/2006/main">
            <a:off x="6667500" y="3876675"/>
            <a:ext cx="1676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13" b="1">
                <a:solidFill>
                  <a:srgbClr val="813838"/>
                </a:solidFill>
              </a:defRPr>
            </a:defPPr>
            <a:lvl1pPr>
              <a:buNone/>
              <a:defRPr sz="1013" b="1">
                <a:solidFill>
                  <a:srgbClr val="813838"/>
                </a:solidFill>
              </a:defRPr>
            </a:lvl1pPr>
            <a:lvl2pPr>
              <a:buNone/>
              <a:defRPr sz="1013" b="1">
                <a:solidFill>
                  <a:srgbClr val="813838"/>
                </a:solidFill>
              </a:defRPr>
            </a:lvl2pPr>
            <a:lvl3pPr>
              <a:buNone/>
              <a:defRPr sz="1013" b="1">
                <a:solidFill>
                  <a:srgbClr val="813838"/>
                </a:solidFill>
              </a:defRPr>
            </a:lvl3pPr>
            <a:lvl4pPr>
              <a:buNone/>
              <a:defRPr sz="1013" b="1">
                <a:solidFill>
                  <a:srgbClr val="813838"/>
                </a:solidFill>
              </a:defRPr>
            </a:lvl4pPr>
            <a:lvl5pPr>
              <a:buNone/>
              <a:defRPr sz="1013" b="1">
                <a:solidFill>
                  <a:srgbClr val="813838"/>
                </a:solidFill>
              </a:defRPr>
            </a:lvl5pPr>
            <a:lvl6pPr>
              <a:buNone/>
              <a:defRPr sz="1013" b="1">
                <a:solidFill>
                  <a:srgbClr val="813838"/>
                </a:solidFill>
              </a:defRPr>
            </a:lvl6pPr>
            <a:lvl7pPr>
              <a:buNone/>
              <a:defRPr sz="1013" b="1">
                <a:solidFill>
                  <a:srgbClr val="813838"/>
                </a:solidFill>
              </a:defRPr>
            </a:lvl7pPr>
            <a:lvl8pPr>
              <a:buNone/>
              <a:defRPr sz="1013" b="1">
                <a:solidFill>
                  <a:srgbClr val="813838"/>
                </a:solidFill>
              </a:defRPr>
            </a:lvl8pPr>
            <a:lvl9pPr>
              <a:buNone/>
              <a:defRPr sz="1013" b="1">
                <a:solidFill>
                  <a:srgbClr val="813838"/>
                </a:solidFill>
              </a:defRPr>
            </a:lvl9pPr>
          </a:lstStyle>
          <a:p xmlns:a="http://schemas.openxmlformats.org/drawingml/2006/main">
            <a:pPr>
              <a:buNone/>
              <a:defRPr sz="1013" b="1">
                <a:solidFill>
                  <a:srgbClr val="813838"/>
                </a:solidFill>
              </a:defRPr>
            </a:pPr>
            <a:r>
              <a:rPr sz="1013" b="1">
                <a:solidFill>
                  <a:srgbClr val="813838"/>
                </a:solidFill>
              </a:rPr>
              <a:t>Xtrenbo belongs to J3590.</a:t>
            </a:r>
          </a:p>
        </p:txBody>
      </p:sp>
      <p:sp>
        <p:nvSpPr>
          <p:cNvPr id="26" name="judge-to-score-line">
            <a:extLst xmlns:a="http://schemas.openxmlformats.org/drawingml/2006/main">
              <a:ext uri="{FF2B5EF4-FFF2-40B4-BE49-F238E27FC236}">
                <a16:creationId xmlns:a16="http://schemas.microsoft.com/office/drawing/2014/main" id="{22A870C6-EE4F-49BA-AC42-47F556DB169D}"/>
              </a:ext>
            </a:extLst>
          </p:cNvPr>
          <p:cNvSpPr>
            <a:spLocks xmlns:a="http://schemas.openxmlformats.org/drawingml/2006/main" noGrp="1"/>
          </p:cNvSpPr>
          <p:nvPr/>
        </p:nvSpPr>
        <p:spPr>
          <a:xfrm xmlns:a="http://schemas.openxmlformats.org/drawingml/2006/main">
            <a:off x="8858250" y="3314700"/>
            <a:ext cx="590550" cy="0"/>
          </a:xfrm>
          <a:prstGeom xmlns:a="http://schemas.openxmlformats.org/drawingml/2006/main" prst="line">
            <a:avLst/>
          </a:prstGeom>
          <a:noFill xmlns:a="http://schemas.openxmlformats.org/drawingml/2006/main"/>
          <a:ln xmlns:a="http://schemas.openxmlformats.org/drawingml/2006/main" w="19050">
            <a:solidFill>
              <a:srgbClr val="6E4BA2"/>
            </a:solidFill>
            <a:prstDash val="solid"/>
          </a:ln>
        </p:spPr>
      </p:sp>
      <p:sp>
        <p:nvSpPr>
          <p:cNvPr id="27" name="judge-to-score-head">
            <a:extLst xmlns:a="http://schemas.openxmlformats.org/drawingml/2006/main">
              <a:ext uri="{FF2B5EF4-FFF2-40B4-BE49-F238E27FC236}">
                <a16:creationId xmlns:a16="http://schemas.microsoft.com/office/drawing/2014/main" id="{9248D542-A384-41AD-A502-F30EDCDFB285}"/>
              </a:ext>
            </a:extLst>
          </p:cNvPr>
          <p:cNvSpPr>
            <a:spLocks xmlns:a="http://schemas.openxmlformats.org/drawingml/2006/main" noGrp="1"/>
          </p:cNvSpPr>
          <p:nvPr/>
        </p:nvSpPr>
        <p:spPr>
          <a:xfrm xmlns:a="http://schemas.openxmlformats.org/drawingml/2006/main">
            <a:off x="9391650" y="3257550"/>
            <a:ext cx="114300" cy="114300"/>
          </a:xfrm>
          <a:prstGeom xmlns:a="http://schemas.openxmlformats.org/drawingml/2006/main" prst="chevron">
            <a:avLst/>
          </a:prstGeom>
          <a:solidFill xmlns:a="http://schemas.openxmlformats.org/drawingml/2006/main">
            <a:srgbClr val="6E4BA2"/>
          </a:solidFill>
          <a:ln xmlns:a="http://schemas.openxmlformats.org/drawingml/2006/main" w="0">
            <a:solidFill>
              <a:srgbClr val="6E4BA2"/>
            </a:solidFill>
            <a:prstDash val="solid"/>
          </a:ln>
        </p:spPr>
      </p:sp>
      <p:sp>
        <p:nvSpPr>
          <p:cNvPr id="28" name="effect-heading">
            <a:extLst xmlns:a="http://schemas.openxmlformats.org/drawingml/2006/main">
              <a:ext uri="{FF2B5EF4-FFF2-40B4-BE49-F238E27FC236}">
                <a16:creationId xmlns:a16="http://schemas.microsoft.com/office/drawing/2014/main" id="{A72A68A1-A6D1-4C7D-A543-8473BB3D7AB6}"/>
              </a:ext>
            </a:extLst>
          </p:cNvPr>
          <p:cNvSpPr>
            <a:spLocks xmlns:a="http://schemas.openxmlformats.org/drawingml/2006/main" noGrp="1"/>
          </p:cNvSpPr>
          <p:nvPr/>
        </p:nvSpPr>
        <p:spPr>
          <a:xfrm xmlns:a="http://schemas.openxmlformats.org/drawingml/2006/main">
            <a:off x="9658350" y="14668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6E4BA2"/>
                </a:solidFill>
              </a:defRPr>
            </a:defPPr>
            <a:lvl1pPr>
              <a:buNone/>
              <a:defRPr sz="900" b="1">
                <a:solidFill>
                  <a:srgbClr val="6E4BA2"/>
                </a:solidFill>
              </a:defRPr>
            </a:lvl1pPr>
            <a:lvl2pPr>
              <a:buNone/>
              <a:defRPr sz="900" b="1">
                <a:solidFill>
                  <a:srgbClr val="6E4BA2"/>
                </a:solidFill>
              </a:defRPr>
            </a:lvl2pPr>
            <a:lvl3pPr>
              <a:buNone/>
              <a:defRPr sz="900" b="1">
                <a:solidFill>
                  <a:srgbClr val="6E4BA2"/>
                </a:solidFill>
              </a:defRPr>
            </a:lvl3pPr>
            <a:lvl4pPr>
              <a:buNone/>
              <a:defRPr sz="900" b="1">
                <a:solidFill>
                  <a:srgbClr val="6E4BA2"/>
                </a:solidFill>
              </a:defRPr>
            </a:lvl4pPr>
            <a:lvl5pPr>
              <a:buNone/>
              <a:defRPr sz="900" b="1">
                <a:solidFill>
                  <a:srgbClr val="6E4BA2"/>
                </a:solidFill>
              </a:defRPr>
            </a:lvl5pPr>
            <a:lvl6pPr>
              <a:buNone/>
              <a:defRPr sz="900" b="1">
                <a:solidFill>
                  <a:srgbClr val="6E4BA2"/>
                </a:solidFill>
              </a:defRPr>
            </a:lvl6pPr>
            <a:lvl7pPr>
              <a:buNone/>
              <a:defRPr sz="900" b="1">
                <a:solidFill>
                  <a:srgbClr val="6E4BA2"/>
                </a:solidFill>
              </a:defRPr>
            </a:lvl7pPr>
            <a:lvl8pPr>
              <a:buNone/>
              <a:defRPr sz="900" b="1">
                <a:solidFill>
                  <a:srgbClr val="6E4BA2"/>
                </a:solidFill>
              </a:defRPr>
            </a:lvl8pPr>
            <a:lvl9pPr>
              <a:buNone/>
              <a:defRPr sz="900" b="1">
                <a:solidFill>
                  <a:srgbClr val="6E4BA2"/>
                </a:solidFill>
              </a:defRPr>
            </a:lvl9pPr>
          </a:lstStyle>
          <a:p xmlns:a="http://schemas.openxmlformats.org/drawingml/2006/main">
            <a:pPr>
              <a:buNone/>
              <a:defRPr sz="900" b="1">
                <a:solidFill>
                  <a:srgbClr val="6E4BA2"/>
                </a:solidFill>
              </a:defRPr>
            </a:pPr>
            <a:r>
              <a:rPr sz="900" b="1">
                <a:solidFill>
                  <a:srgbClr val="6E4BA2"/>
                </a:solidFill>
              </a:rPr>
              <a:t>EVALUATION EFFECT</a:t>
            </a:r>
          </a:p>
        </p:txBody>
      </p:sp>
      <p:sp>
        <p:nvSpPr>
          <p:cNvPr id="29" name="effect-title">
            <a:extLst xmlns:a="http://schemas.openxmlformats.org/drawingml/2006/main">
              <a:ext uri="{FF2B5EF4-FFF2-40B4-BE49-F238E27FC236}">
                <a16:creationId xmlns:a16="http://schemas.microsoft.com/office/drawing/2014/main" id="{E94E9FB2-B0E0-42AF-8BD1-019EEECE3D15}"/>
              </a:ext>
            </a:extLst>
          </p:cNvPr>
          <p:cNvSpPr>
            <a:spLocks xmlns:a="http://schemas.openxmlformats.org/drawingml/2006/main" noGrp="1"/>
          </p:cNvSpPr>
          <p:nvPr/>
        </p:nvSpPr>
        <p:spPr>
          <a:xfrm xmlns:a="http://schemas.openxmlformats.org/drawingml/2006/main">
            <a:off x="9658350" y="17430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False negative</a:t>
            </a:r>
          </a:p>
        </p:txBody>
      </p:sp>
      <p:sp>
        <p:nvSpPr>
          <p:cNvPr id="30" name="effect-box">
            <a:extLst xmlns:a="http://schemas.openxmlformats.org/drawingml/2006/main">
              <a:ext uri="{FF2B5EF4-FFF2-40B4-BE49-F238E27FC236}">
                <a16:creationId xmlns:a16="http://schemas.microsoft.com/office/drawing/2014/main" id="{527A6AF0-E40B-40D9-9B54-0B15EB5B278D}"/>
              </a:ext>
            </a:extLst>
          </p:cNvPr>
          <p:cNvSpPr>
            <a:spLocks xmlns:a="http://schemas.openxmlformats.org/drawingml/2006/main" noGrp="1"/>
          </p:cNvSpPr>
          <p:nvPr/>
        </p:nvSpPr>
        <p:spPr>
          <a:xfrm xmlns:a="http://schemas.openxmlformats.org/drawingml/2006/main">
            <a:off x="9658350" y="2209800"/>
            <a:ext cx="1733550" cy="2400300"/>
          </a:xfrm>
          <a:prstGeom xmlns:a="http://schemas.openxmlformats.org/drawingml/2006/main" prst="roundRect">
            <a:avLst>
              <a:gd name="adj" fmla="val 4396"/>
            </a:avLst>
          </a:prstGeom>
          <a:solidFill xmlns:a="http://schemas.openxmlformats.org/drawingml/2006/main">
            <a:srgbClr val="F5F1FA"/>
          </a:solidFill>
          <a:ln xmlns:a="http://schemas.openxmlformats.org/drawingml/2006/main" w="9525">
            <a:solidFill>
              <a:srgbClr val="C9B8DD"/>
            </a:solidFill>
            <a:prstDash val="solid"/>
          </a:ln>
        </p:spPr>
      </p:sp>
      <p:sp>
        <p:nvSpPr>
          <p:cNvPr id="31" name="effect-score">
            <a:extLst xmlns:a="http://schemas.openxmlformats.org/drawingml/2006/main">
              <a:ext uri="{FF2B5EF4-FFF2-40B4-BE49-F238E27FC236}">
                <a16:creationId xmlns:a16="http://schemas.microsoft.com/office/drawing/2014/main" id="{31A05E88-AF10-413C-9A8F-7633AFFEABAA}"/>
              </a:ext>
            </a:extLst>
          </p:cNvPr>
          <p:cNvSpPr>
            <a:spLocks xmlns:a="http://schemas.openxmlformats.org/drawingml/2006/main" noGrp="1"/>
          </p:cNvSpPr>
          <p:nvPr/>
        </p:nvSpPr>
        <p:spPr>
          <a:xfrm xmlns:a="http://schemas.openxmlformats.org/drawingml/2006/main">
            <a:off x="9886950" y="2457450"/>
            <a:ext cx="1276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850" b="1">
                <a:solidFill>
                  <a:srgbClr val="6E4BA2"/>
                </a:solidFill>
              </a:defRPr>
            </a:defPPr>
            <a:lvl1pPr algn="ctr">
              <a:buNone/>
              <a:defRPr sz="2850" b="1">
                <a:solidFill>
                  <a:srgbClr val="6E4BA2"/>
                </a:solidFill>
              </a:defRPr>
            </a:lvl1pPr>
            <a:lvl2pPr algn="ctr">
              <a:buNone/>
              <a:defRPr sz="2850" b="1">
                <a:solidFill>
                  <a:srgbClr val="6E4BA2"/>
                </a:solidFill>
              </a:defRPr>
            </a:lvl2pPr>
            <a:lvl3pPr algn="ctr">
              <a:buNone/>
              <a:defRPr sz="2850" b="1">
                <a:solidFill>
                  <a:srgbClr val="6E4BA2"/>
                </a:solidFill>
              </a:defRPr>
            </a:lvl3pPr>
            <a:lvl4pPr algn="ctr">
              <a:buNone/>
              <a:defRPr sz="2850" b="1">
                <a:solidFill>
                  <a:srgbClr val="6E4BA2"/>
                </a:solidFill>
              </a:defRPr>
            </a:lvl4pPr>
            <a:lvl5pPr algn="ctr">
              <a:buNone/>
              <a:defRPr sz="2850" b="1">
                <a:solidFill>
                  <a:srgbClr val="6E4BA2"/>
                </a:solidFill>
              </a:defRPr>
            </a:lvl5pPr>
            <a:lvl6pPr algn="ctr">
              <a:buNone/>
              <a:defRPr sz="2850" b="1">
                <a:solidFill>
                  <a:srgbClr val="6E4BA2"/>
                </a:solidFill>
              </a:defRPr>
            </a:lvl6pPr>
            <a:lvl7pPr algn="ctr">
              <a:buNone/>
              <a:defRPr sz="2850" b="1">
                <a:solidFill>
                  <a:srgbClr val="6E4BA2"/>
                </a:solidFill>
              </a:defRPr>
            </a:lvl7pPr>
            <a:lvl8pPr algn="ctr">
              <a:buNone/>
              <a:defRPr sz="2850" b="1">
                <a:solidFill>
                  <a:srgbClr val="6E4BA2"/>
                </a:solidFill>
              </a:defRPr>
            </a:lvl8pPr>
            <a:lvl9pPr algn="ctr">
              <a:buNone/>
              <a:defRPr sz="2850" b="1">
                <a:solidFill>
                  <a:srgbClr val="6E4BA2"/>
                </a:solidFill>
              </a:defRPr>
            </a:lvl9pPr>
          </a:lstStyle>
          <a:p xmlns:a="http://schemas.openxmlformats.org/drawingml/2006/main">
            <a:pPr algn="ctr">
              <a:buNone/>
              <a:defRPr sz="2850" b="1">
                <a:solidFill>
                  <a:srgbClr val="6E4BA2"/>
                </a:solidFill>
              </a:defRPr>
            </a:pPr>
            <a:r>
              <a:rPr sz="2850" b="1">
                <a:solidFill>
                  <a:srgbClr val="6E4BA2"/>
                </a:solidFill>
              </a:rPr>
              <a:t>NO</a:t>
            </a:r>
          </a:p>
        </p:txBody>
      </p:sp>
      <p:sp>
        <p:nvSpPr>
          <p:cNvPr id="32" name="effect-copy">
            <a:extLst xmlns:a="http://schemas.openxmlformats.org/drawingml/2006/main">
              <a:ext uri="{FF2B5EF4-FFF2-40B4-BE49-F238E27FC236}">
                <a16:creationId xmlns:a16="http://schemas.microsoft.com/office/drawing/2014/main" id="{CB5D7F8B-FD66-4192-A179-155700605367}"/>
              </a:ext>
            </a:extLst>
          </p:cNvPr>
          <p:cNvSpPr>
            <a:spLocks xmlns:a="http://schemas.openxmlformats.org/drawingml/2006/main" noGrp="1"/>
          </p:cNvSpPr>
          <p:nvPr/>
        </p:nvSpPr>
        <p:spPr>
          <a:xfrm xmlns:a="http://schemas.openxmlformats.org/drawingml/2006/main">
            <a:off x="9886950" y="3200400"/>
            <a:ext cx="1276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975">
                <a:solidFill>
                  <a:srgbClr val="584B67"/>
                </a:solidFill>
              </a:defRPr>
            </a:defPPr>
            <a:lvl1pPr algn="ctr">
              <a:buNone/>
              <a:defRPr sz="975">
                <a:solidFill>
                  <a:srgbClr val="584B67"/>
                </a:solidFill>
              </a:defRPr>
            </a:lvl1pPr>
            <a:lvl2pPr algn="ctr">
              <a:buNone/>
              <a:defRPr sz="975">
                <a:solidFill>
                  <a:srgbClr val="584B67"/>
                </a:solidFill>
              </a:defRPr>
            </a:lvl2pPr>
            <a:lvl3pPr algn="ctr">
              <a:buNone/>
              <a:defRPr sz="975">
                <a:solidFill>
                  <a:srgbClr val="584B67"/>
                </a:solidFill>
              </a:defRPr>
            </a:lvl3pPr>
            <a:lvl4pPr algn="ctr">
              <a:buNone/>
              <a:defRPr sz="975">
                <a:solidFill>
                  <a:srgbClr val="584B67"/>
                </a:solidFill>
              </a:defRPr>
            </a:lvl4pPr>
            <a:lvl5pPr algn="ctr">
              <a:buNone/>
              <a:defRPr sz="975">
                <a:solidFill>
                  <a:srgbClr val="584B67"/>
                </a:solidFill>
              </a:defRPr>
            </a:lvl5pPr>
            <a:lvl6pPr algn="ctr">
              <a:buNone/>
              <a:defRPr sz="975">
                <a:solidFill>
                  <a:srgbClr val="584B67"/>
                </a:solidFill>
              </a:defRPr>
            </a:lvl6pPr>
            <a:lvl7pPr algn="ctr">
              <a:buNone/>
              <a:defRPr sz="975">
                <a:solidFill>
                  <a:srgbClr val="584B67"/>
                </a:solidFill>
              </a:defRPr>
            </a:lvl7pPr>
            <a:lvl8pPr algn="ctr">
              <a:buNone/>
              <a:defRPr sz="975">
                <a:solidFill>
                  <a:srgbClr val="584B67"/>
                </a:solidFill>
              </a:defRPr>
            </a:lvl8pPr>
            <a:lvl9pPr algn="ctr">
              <a:buNone/>
              <a:defRPr sz="975">
                <a:solidFill>
                  <a:srgbClr val="584B67"/>
                </a:solidFill>
              </a:defRPr>
            </a:lvl9pPr>
          </a:lstStyle>
          <a:p xmlns:a="http://schemas.openxmlformats.org/drawingml/2006/main">
            <a:pPr algn="ctr">
              <a:buNone/>
              <a:defRPr sz="975">
                <a:solidFill>
                  <a:srgbClr val="584B67"/>
                </a:solidFill>
              </a:defRPr>
            </a:pPr>
            <a:r>
              <a:rPr sz="975">
                <a:solidFill>
                  <a:srgbClr val="584B67"/>
                </a:solidFill>
              </a:rPr>
              <a:t>The judge penalizes the answer for missing a product that the source does not associate with Q5157.</a:t>
            </a:r>
          </a:p>
        </p:txBody>
      </p:sp>
      <p:sp>
        <p:nvSpPr>
          <p:cNvPr id="33" name="control-heading">
            <a:extLst xmlns:a="http://schemas.openxmlformats.org/drawingml/2006/main">
              <a:ext uri="{FF2B5EF4-FFF2-40B4-BE49-F238E27FC236}">
                <a16:creationId xmlns:a16="http://schemas.microsoft.com/office/drawing/2014/main" id="{CDC0E316-85F7-4182-9D16-9461A501B36E}"/>
              </a:ext>
            </a:extLst>
          </p:cNvPr>
          <p:cNvSpPr>
            <a:spLocks xmlns:a="http://schemas.openxmlformats.org/drawingml/2006/main" noGrp="1"/>
          </p:cNvSpPr>
          <p:nvPr/>
        </p:nvSpPr>
        <p:spPr>
          <a:xfrm xmlns:a="http://schemas.openxmlformats.org/drawingml/2006/main">
            <a:off x="590550" y="5010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1">
                <a:solidFill>
                  <a:srgbClr val="49717D"/>
                </a:solidFill>
              </a:defRPr>
            </a:defPPr>
            <a:lvl1pPr>
              <a:buNone/>
              <a:defRPr sz="900" b="1">
                <a:solidFill>
                  <a:srgbClr val="49717D"/>
                </a:solidFill>
              </a:defRPr>
            </a:lvl1pPr>
            <a:lvl2pPr>
              <a:buNone/>
              <a:defRPr sz="900" b="1">
                <a:solidFill>
                  <a:srgbClr val="49717D"/>
                </a:solidFill>
              </a:defRPr>
            </a:lvl2pPr>
            <a:lvl3pPr>
              <a:buNone/>
              <a:defRPr sz="900" b="1">
                <a:solidFill>
                  <a:srgbClr val="49717D"/>
                </a:solidFill>
              </a:defRPr>
            </a:lvl3pPr>
            <a:lvl4pPr>
              <a:buNone/>
              <a:defRPr sz="900" b="1">
                <a:solidFill>
                  <a:srgbClr val="49717D"/>
                </a:solidFill>
              </a:defRPr>
            </a:lvl4pPr>
            <a:lvl5pPr>
              <a:buNone/>
              <a:defRPr sz="900" b="1">
                <a:solidFill>
                  <a:srgbClr val="49717D"/>
                </a:solidFill>
              </a:defRPr>
            </a:lvl5pPr>
            <a:lvl6pPr>
              <a:buNone/>
              <a:defRPr sz="900" b="1">
                <a:solidFill>
                  <a:srgbClr val="49717D"/>
                </a:solidFill>
              </a:defRPr>
            </a:lvl6pPr>
            <a:lvl7pPr>
              <a:buNone/>
              <a:defRPr sz="900" b="1">
                <a:solidFill>
                  <a:srgbClr val="49717D"/>
                </a:solidFill>
              </a:defRPr>
            </a:lvl7pPr>
            <a:lvl8pPr>
              <a:buNone/>
              <a:defRPr sz="900" b="1">
                <a:solidFill>
                  <a:srgbClr val="49717D"/>
                </a:solidFill>
              </a:defRPr>
            </a:lvl8pPr>
            <a:lvl9pPr>
              <a:buNone/>
              <a:defRPr sz="900" b="1">
                <a:solidFill>
                  <a:srgbClr val="49717D"/>
                </a:solidFill>
              </a:defRPr>
            </a:lvl9pPr>
          </a:lstStyle>
          <a:p xmlns:a="http://schemas.openxmlformats.org/drawingml/2006/main">
            <a:pPr>
              <a:buNone/>
              <a:defRPr sz="900" b="1">
                <a:solidFill>
                  <a:srgbClr val="49717D"/>
                </a:solidFill>
              </a:defRPr>
            </a:pPr>
            <a:r>
              <a:rPr sz="900" b="1">
                <a:solidFill>
                  <a:srgbClr val="49717D"/>
                </a:solidFill>
              </a:rPr>
              <a:t>CONTROL THE JUDGE</a:t>
            </a:r>
          </a:p>
        </p:txBody>
      </p:sp>
      <p:sp>
        <p:nvSpPr>
          <p:cNvPr id="34" name="control-1-number">
            <a:extLst xmlns:a="http://schemas.openxmlformats.org/drawingml/2006/main">
              <a:ext uri="{FF2B5EF4-FFF2-40B4-BE49-F238E27FC236}">
                <a16:creationId xmlns:a16="http://schemas.microsoft.com/office/drawing/2014/main" id="{D4585923-8C58-4A24-93A1-D7DF7AAE8591}"/>
              </a:ext>
            </a:extLst>
          </p:cNvPr>
          <p:cNvSpPr>
            <a:spLocks xmlns:a="http://schemas.openxmlformats.org/drawingml/2006/main" noGrp="1"/>
          </p:cNvSpPr>
          <p:nvPr/>
        </p:nvSpPr>
        <p:spPr>
          <a:xfrm xmlns:a="http://schemas.openxmlformats.org/drawingml/2006/main">
            <a:off x="590550" y="5391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0E8A78"/>
                </a:solidFill>
              </a:defRPr>
            </a:defPPr>
            <a:lvl1pPr>
              <a:buNone/>
              <a:defRPr sz="1350" b="1">
                <a:solidFill>
                  <a:srgbClr val="0E8A78"/>
                </a:solidFill>
              </a:defRPr>
            </a:lvl1pPr>
            <a:lvl2pPr>
              <a:buNone/>
              <a:defRPr sz="1350" b="1">
                <a:solidFill>
                  <a:srgbClr val="0E8A78"/>
                </a:solidFill>
              </a:defRPr>
            </a:lvl2pPr>
            <a:lvl3pPr>
              <a:buNone/>
              <a:defRPr sz="1350" b="1">
                <a:solidFill>
                  <a:srgbClr val="0E8A78"/>
                </a:solidFill>
              </a:defRPr>
            </a:lvl3pPr>
            <a:lvl4pPr>
              <a:buNone/>
              <a:defRPr sz="1350" b="1">
                <a:solidFill>
                  <a:srgbClr val="0E8A78"/>
                </a:solidFill>
              </a:defRPr>
            </a:lvl4pPr>
            <a:lvl5pPr>
              <a:buNone/>
              <a:defRPr sz="1350" b="1">
                <a:solidFill>
                  <a:srgbClr val="0E8A78"/>
                </a:solidFill>
              </a:defRPr>
            </a:lvl5pPr>
            <a:lvl6pPr>
              <a:buNone/>
              <a:defRPr sz="1350" b="1">
                <a:solidFill>
                  <a:srgbClr val="0E8A78"/>
                </a:solidFill>
              </a:defRPr>
            </a:lvl6pPr>
            <a:lvl7pPr>
              <a:buNone/>
              <a:defRPr sz="1350" b="1">
                <a:solidFill>
                  <a:srgbClr val="0E8A78"/>
                </a:solidFill>
              </a:defRPr>
            </a:lvl7pPr>
            <a:lvl8pPr>
              <a:buNone/>
              <a:defRPr sz="1350" b="1">
                <a:solidFill>
                  <a:srgbClr val="0E8A78"/>
                </a:solidFill>
              </a:defRPr>
            </a:lvl8pPr>
            <a:lvl9pPr>
              <a:buNone/>
              <a:defRPr sz="1350" b="1">
                <a:solidFill>
                  <a:srgbClr val="0E8A78"/>
                </a:solidFill>
              </a:defRPr>
            </a:lvl9pPr>
          </a:lstStyle>
          <a:p xmlns:a="http://schemas.openxmlformats.org/drawingml/2006/main">
            <a:pPr>
              <a:buNone/>
              <a:defRPr sz="1350" b="1">
                <a:solidFill>
                  <a:srgbClr val="0E8A78"/>
                </a:solidFill>
              </a:defRPr>
            </a:pPr>
            <a:r>
              <a:rPr sz="1350" b="1">
                <a:solidFill>
                  <a:srgbClr val="0E8A78"/>
                </a:solidFill>
              </a:rPr>
              <a:t>1</a:t>
            </a:r>
          </a:p>
        </p:txBody>
      </p:sp>
      <p:sp>
        <p:nvSpPr>
          <p:cNvPr id="35" name="control-1-heading">
            <a:extLst xmlns:a="http://schemas.openxmlformats.org/drawingml/2006/main">
              <a:ext uri="{FF2B5EF4-FFF2-40B4-BE49-F238E27FC236}">
                <a16:creationId xmlns:a16="http://schemas.microsoft.com/office/drawing/2014/main" id="{0DE0B04B-AA92-4515-B793-CCF11CCA6C0D}"/>
              </a:ext>
            </a:extLst>
          </p:cNvPr>
          <p:cNvSpPr>
            <a:spLocks xmlns:a="http://schemas.openxmlformats.org/drawingml/2006/main" noGrp="1"/>
          </p:cNvSpPr>
          <p:nvPr/>
        </p:nvSpPr>
        <p:spPr>
          <a:xfrm xmlns:a="http://schemas.openxmlformats.org/drawingml/2006/main">
            <a:off x="971550" y="53625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Deterministic key check</a:t>
            </a:r>
          </a:p>
        </p:txBody>
      </p:sp>
      <p:sp>
        <p:nvSpPr>
          <p:cNvPr id="36" name="control-1-body">
            <a:extLst xmlns:a="http://schemas.openxmlformats.org/drawingml/2006/main">
              <a:ext uri="{FF2B5EF4-FFF2-40B4-BE49-F238E27FC236}">
                <a16:creationId xmlns:a16="http://schemas.microsoft.com/office/drawing/2014/main" id="{4A5E0DCC-8D68-4EB8-B0E1-F00A9D469F66}"/>
              </a:ext>
            </a:extLst>
          </p:cNvPr>
          <p:cNvSpPr>
            <a:spLocks xmlns:a="http://schemas.openxmlformats.org/drawingml/2006/main" noGrp="1"/>
          </p:cNvSpPr>
          <p:nvPr/>
        </p:nvSpPr>
        <p:spPr>
          <a:xfrm xmlns:a="http://schemas.openxmlformats.org/drawingml/2006/main">
            <a:off x="97155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Validate HCPCS-to-drug mappings before the LLM score is accepted.</a:t>
            </a:r>
          </a:p>
        </p:txBody>
      </p:sp>
      <p:sp>
        <p:nvSpPr>
          <p:cNvPr id="37" name="control-2-number">
            <a:extLst xmlns:a="http://schemas.openxmlformats.org/drawingml/2006/main">
              <a:ext uri="{FF2B5EF4-FFF2-40B4-BE49-F238E27FC236}">
                <a16:creationId xmlns:a16="http://schemas.microsoft.com/office/drawing/2014/main" id="{22C3DFE0-6CD3-49AA-B96B-6F36F5C45039}"/>
              </a:ext>
            </a:extLst>
          </p:cNvPr>
          <p:cNvSpPr>
            <a:spLocks xmlns:a="http://schemas.openxmlformats.org/drawingml/2006/main" noGrp="1"/>
          </p:cNvSpPr>
          <p:nvPr/>
        </p:nvSpPr>
        <p:spPr>
          <a:xfrm xmlns:a="http://schemas.openxmlformats.org/drawingml/2006/main">
            <a:off x="4191000" y="5391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0E8A78"/>
                </a:solidFill>
              </a:defRPr>
            </a:defPPr>
            <a:lvl1pPr>
              <a:buNone/>
              <a:defRPr sz="1350" b="1">
                <a:solidFill>
                  <a:srgbClr val="0E8A78"/>
                </a:solidFill>
              </a:defRPr>
            </a:lvl1pPr>
            <a:lvl2pPr>
              <a:buNone/>
              <a:defRPr sz="1350" b="1">
                <a:solidFill>
                  <a:srgbClr val="0E8A78"/>
                </a:solidFill>
              </a:defRPr>
            </a:lvl2pPr>
            <a:lvl3pPr>
              <a:buNone/>
              <a:defRPr sz="1350" b="1">
                <a:solidFill>
                  <a:srgbClr val="0E8A78"/>
                </a:solidFill>
              </a:defRPr>
            </a:lvl3pPr>
            <a:lvl4pPr>
              <a:buNone/>
              <a:defRPr sz="1350" b="1">
                <a:solidFill>
                  <a:srgbClr val="0E8A78"/>
                </a:solidFill>
              </a:defRPr>
            </a:lvl4pPr>
            <a:lvl5pPr>
              <a:buNone/>
              <a:defRPr sz="1350" b="1">
                <a:solidFill>
                  <a:srgbClr val="0E8A78"/>
                </a:solidFill>
              </a:defRPr>
            </a:lvl5pPr>
            <a:lvl6pPr>
              <a:buNone/>
              <a:defRPr sz="1350" b="1">
                <a:solidFill>
                  <a:srgbClr val="0E8A78"/>
                </a:solidFill>
              </a:defRPr>
            </a:lvl6pPr>
            <a:lvl7pPr>
              <a:buNone/>
              <a:defRPr sz="1350" b="1">
                <a:solidFill>
                  <a:srgbClr val="0E8A78"/>
                </a:solidFill>
              </a:defRPr>
            </a:lvl7pPr>
            <a:lvl8pPr>
              <a:buNone/>
              <a:defRPr sz="1350" b="1">
                <a:solidFill>
                  <a:srgbClr val="0E8A78"/>
                </a:solidFill>
              </a:defRPr>
            </a:lvl8pPr>
            <a:lvl9pPr>
              <a:buNone/>
              <a:defRPr sz="1350" b="1">
                <a:solidFill>
                  <a:srgbClr val="0E8A78"/>
                </a:solidFill>
              </a:defRPr>
            </a:lvl9pPr>
          </a:lstStyle>
          <a:p xmlns:a="http://schemas.openxmlformats.org/drawingml/2006/main">
            <a:pPr>
              <a:buNone/>
              <a:defRPr sz="1350" b="1">
                <a:solidFill>
                  <a:srgbClr val="0E8A78"/>
                </a:solidFill>
              </a:defRPr>
            </a:pPr>
            <a:r>
              <a:rPr sz="1350" b="1">
                <a:solidFill>
                  <a:srgbClr val="0E8A78"/>
                </a:solidFill>
              </a:rPr>
              <a:t>2</a:t>
            </a:r>
          </a:p>
        </p:txBody>
      </p:sp>
      <p:sp>
        <p:nvSpPr>
          <p:cNvPr id="38" name="control-2-heading">
            <a:extLst xmlns:a="http://schemas.openxmlformats.org/drawingml/2006/main">
              <a:ext uri="{FF2B5EF4-FFF2-40B4-BE49-F238E27FC236}">
                <a16:creationId xmlns:a16="http://schemas.microsoft.com/office/drawing/2014/main" id="{8F62CF97-890E-4374-9CD8-844EE0EE29E7}"/>
              </a:ext>
            </a:extLst>
          </p:cNvPr>
          <p:cNvSpPr>
            <a:spLocks xmlns:a="http://schemas.openxmlformats.org/drawingml/2006/main" noGrp="1"/>
          </p:cNvSpPr>
          <p:nvPr/>
        </p:nvSpPr>
        <p:spPr>
          <a:xfrm xmlns:a="http://schemas.openxmlformats.org/drawingml/2006/main">
            <a:off x="4572000" y="53625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Evidence-bound rubric</a:t>
            </a:r>
          </a:p>
        </p:txBody>
      </p:sp>
      <p:sp>
        <p:nvSpPr>
          <p:cNvPr id="39" name="control-2-body">
            <a:extLst xmlns:a="http://schemas.openxmlformats.org/drawingml/2006/main">
              <a:ext uri="{FF2B5EF4-FFF2-40B4-BE49-F238E27FC236}">
                <a16:creationId xmlns:a16="http://schemas.microsoft.com/office/drawing/2014/main" id="{0DBF5BCC-6F6C-43B5-B3A3-CC27CAF3EA32}"/>
              </a:ext>
            </a:extLst>
          </p:cNvPr>
          <p:cNvSpPr>
            <a:spLocks xmlns:a="http://schemas.openxmlformats.org/drawingml/2006/main" noGrp="1"/>
          </p:cNvSpPr>
          <p:nvPr/>
        </p:nvSpPr>
        <p:spPr>
          <a:xfrm xmlns:a="http://schemas.openxmlformats.org/drawingml/2006/main">
            <a:off x="457200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Send the verified source rows and require a citation for every claimed omission.</a:t>
            </a:r>
          </a:p>
        </p:txBody>
      </p:sp>
      <p:sp>
        <p:nvSpPr>
          <p:cNvPr id="40" name="control-3-number">
            <a:extLst xmlns:a="http://schemas.openxmlformats.org/drawingml/2006/main">
              <a:ext uri="{FF2B5EF4-FFF2-40B4-BE49-F238E27FC236}">
                <a16:creationId xmlns:a16="http://schemas.microsoft.com/office/drawing/2014/main" id="{BD402B0F-B13A-4FBE-A928-D2CBC14E8835}"/>
              </a:ext>
            </a:extLst>
          </p:cNvPr>
          <p:cNvSpPr>
            <a:spLocks xmlns:a="http://schemas.openxmlformats.org/drawingml/2006/main" noGrp="1"/>
          </p:cNvSpPr>
          <p:nvPr/>
        </p:nvSpPr>
        <p:spPr>
          <a:xfrm xmlns:a="http://schemas.openxmlformats.org/drawingml/2006/main">
            <a:off x="7791450" y="5391150"/>
            <a:ext cx="28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0E8A78"/>
                </a:solidFill>
              </a:defRPr>
            </a:defPPr>
            <a:lvl1pPr>
              <a:buNone/>
              <a:defRPr sz="1350" b="1">
                <a:solidFill>
                  <a:srgbClr val="0E8A78"/>
                </a:solidFill>
              </a:defRPr>
            </a:lvl1pPr>
            <a:lvl2pPr>
              <a:buNone/>
              <a:defRPr sz="1350" b="1">
                <a:solidFill>
                  <a:srgbClr val="0E8A78"/>
                </a:solidFill>
              </a:defRPr>
            </a:lvl2pPr>
            <a:lvl3pPr>
              <a:buNone/>
              <a:defRPr sz="1350" b="1">
                <a:solidFill>
                  <a:srgbClr val="0E8A78"/>
                </a:solidFill>
              </a:defRPr>
            </a:lvl3pPr>
            <a:lvl4pPr>
              <a:buNone/>
              <a:defRPr sz="1350" b="1">
                <a:solidFill>
                  <a:srgbClr val="0E8A78"/>
                </a:solidFill>
              </a:defRPr>
            </a:lvl4pPr>
            <a:lvl5pPr>
              <a:buNone/>
              <a:defRPr sz="1350" b="1">
                <a:solidFill>
                  <a:srgbClr val="0E8A78"/>
                </a:solidFill>
              </a:defRPr>
            </a:lvl5pPr>
            <a:lvl6pPr>
              <a:buNone/>
              <a:defRPr sz="1350" b="1">
                <a:solidFill>
                  <a:srgbClr val="0E8A78"/>
                </a:solidFill>
              </a:defRPr>
            </a:lvl6pPr>
            <a:lvl7pPr>
              <a:buNone/>
              <a:defRPr sz="1350" b="1">
                <a:solidFill>
                  <a:srgbClr val="0E8A78"/>
                </a:solidFill>
              </a:defRPr>
            </a:lvl7pPr>
            <a:lvl8pPr>
              <a:buNone/>
              <a:defRPr sz="1350" b="1">
                <a:solidFill>
                  <a:srgbClr val="0E8A78"/>
                </a:solidFill>
              </a:defRPr>
            </a:lvl8pPr>
            <a:lvl9pPr>
              <a:buNone/>
              <a:defRPr sz="1350" b="1">
                <a:solidFill>
                  <a:srgbClr val="0E8A78"/>
                </a:solidFill>
              </a:defRPr>
            </a:lvl9pPr>
          </a:lstStyle>
          <a:p xmlns:a="http://schemas.openxmlformats.org/drawingml/2006/main">
            <a:pPr>
              <a:buNone/>
              <a:defRPr sz="1350" b="1">
                <a:solidFill>
                  <a:srgbClr val="0E8A78"/>
                </a:solidFill>
              </a:defRPr>
            </a:pPr>
            <a:r>
              <a:rPr sz="1350" b="1">
                <a:solidFill>
                  <a:srgbClr val="0E8A78"/>
                </a:solidFill>
              </a:rPr>
              <a:t>3</a:t>
            </a:r>
          </a:p>
        </p:txBody>
      </p:sp>
      <p:sp>
        <p:nvSpPr>
          <p:cNvPr id="41" name="control-3-heading">
            <a:extLst xmlns:a="http://schemas.openxmlformats.org/drawingml/2006/main">
              <a:ext uri="{FF2B5EF4-FFF2-40B4-BE49-F238E27FC236}">
                <a16:creationId xmlns:a16="http://schemas.microsoft.com/office/drawing/2014/main" id="{7BF8E6CA-04C1-4E3A-AC99-E8D1FBC1BD12}"/>
              </a:ext>
            </a:extLst>
          </p:cNvPr>
          <p:cNvSpPr>
            <a:spLocks xmlns:a="http://schemas.openxmlformats.org/drawingml/2006/main" noGrp="1"/>
          </p:cNvSpPr>
          <p:nvPr/>
        </p:nvSpPr>
        <p:spPr>
          <a:xfrm xmlns:a="http://schemas.openxmlformats.org/drawingml/2006/main">
            <a:off x="8172450" y="53625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63A44"/>
                </a:solidFill>
              </a:defRPr>
            </a:defPPr>
            <a:lvl1pPr>
              <a:buNone/>
              <a:defRPr sz="1125" b="1">
                <a:solidFill>
                  <a:srgbClr val="263A44"/>
                </a:solidFill>
              </a:defRPr>
            </a:lvl1pPr>
            <a:lvl2pPr>
              <a:buNone/>
              <a:defRPr sz="1125" b="1">
                <a:solidFill>
                  <a:srgbClr val="263A44"/>
                </a:solidFill>
              </a:defRPr>
            </a:lvl2pPr>
            <a:lvl3pPr>
              <a:buNone/>
              <a:defRPr sz="1125" b="1">
                <a:solidFill>
                  <a:srgbClr val="263A44"/>
                </a:solidFill>
              </a:defRPr>
            </a:lvl3pPr>
            <a:lvl4pPr>
              <a:buNone/>
              <a:defRPr sz="1125" b="1">
                <a:solidFill>
                  <a:srgbClr val="263A44"/>
                </a:solidFill>
              </a:defRPr>
            </a:lvl4pPr>
            <a:lvl5pPr>
              <a:buNone/>
              <a:defRPr sz="1125" b="1">
                <a:solidFill>
                  <a:srgbClr val="263A44"/>
                </a:solidFill>
              </a:defRPr>
            </a:lvl5pPr>
            <a:lvl6pPr>
              <a:buNone/>
              <a:defRPr sz="1125" b="1">
                <a:solidFill>
                  <a:srgbClr val="263A44"/>
                </a:solidFill>
              </a:defRPr>
            </a:lvl6pPr>
            <a:lvl7pPr>
              <a:buNone/>
              <a:defRPr sz="1125" b="1">
                <a:solidFill>
                  <a:srgbClr val="263A44"/>
                </a:solidFill>
              </a:defRPr>
            </a:lvl7pPr>
            <a:lvl8pPr>
              <a:buNone/>
              <a:defRPr sz="1125" b="1">
                <a:solidFill>
                  <a:srgbClr val="263A44"/>
                </a:solidFill>
              </a:defRPr>
            </a:lvl8pPr>
            <a:lvl9pPr>
              <a:buNone/>
              <a:defRPr sz="1125" b="1">
                <a:solidFill>
                  <a:srgbClr val="263A44"/>
                </a:solidFill>
              </a:defRPr>
            </a:lvl9pPr>
          </a:lstStyle>
          <a:p xmlns:a="http://schemas.openxmlformats.org/drawingml/2006/main">
            <a:pPr>
              <a:buNone/>
              <a:defRPr sz="1125" b="1">
                <a:solidFill>
                  <a:srgbClr val="263A44"/>
                </a:solidFill>
              </a:defRPr>
            </a:pPr>
            <a:r>
              <a:rPr sz="1125" b="1">
                <a:solidFill>
                  <a:srgbClr val="263A44"/>
                </a:solidFill>
              </a:rPr>
              <a:t>Disagreement review</a:t>
            </a:r>
          </a:p>
        </p:txBody>
      </p:sp>
      <p:sp>
        <p:nvSpPr>
          <p:cNvPr id="42" name="control-3-body">
            <a:extLst xmlns:a="http://schemas.openxmlformats.org/drawingml/2006/main">
              <a:ext uri="{FF2B5EF4-FFF2-40B4-BE49-F238E27FC236}">
                <a16:creationId xmlns:a16="http://schemas.microsoft.com/office/drawing/2014/main" id="{A2C95BF3-6789-43D1-A47C-714CF42034BF}"/>
              </a:ext>
            </a:extLst>
          </p:cNvPr>
          <p:cNvSpPr>
            <a:spLocks xmlns:a="http://schemas.openxmlformats.org/drawingml/2006/main" noGrp="1"/>
          </p:cNvSpPr>
          <p:nvPr/>
        </p:nvSpPr>
        <p:spPr>
          <a:xfrm xmlns:a="http://schemas.openxmlformats.org/drawingml/2006/main">
            <a:off x="8172450" y="567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66872"/>
                </a:solidFill>
              </a:defRPr>
            </a:defPPr>
            <a:lvl1pPr>
              <a:buNone/>
              <a:defRPr sz="938">
                <a:solidFill>
                  <a:srgbClr val="566872"/>
                </a:solidFill>
              </a:defRPr>
            </a:lvl1pPr>
            <a:lvl2pPr>
              <a:buNone/>
              <a:defRPr sz="938">
                <a:solidFill>
                  <a:srgbClr val="566872"/>
                </a:solidFill>
              </a:defRPr>
            </a:lvl2pPr>
            <a:lvl3pPr>
              <a:buNone/>
              <a:defRPr sz="938">
                <a:solidFill>
                  <a:srgbClr val="566872"/>
                </a:solidFill>
              </a:defRPr>
            </a:lvl3pPr>
            <a:lvl4pPr>
              <a:buNone/>
              <a:defRPr sz="938">
                <a:solidFill>
                  <a:srgbClr val="566872"/>
                </a:solidFill>
              </a:defRPr>
            </a:lvl4pPr>
            <a:lvl5pPr>
              <a:buNone/>
              <a:defRPr sz="938">
                <a:solidFill>
                  <a:srgbClr val="566872"/>
                </a:solidFill>
              </a:defRPr>
            </a:lvl5pPr>
            <a:lvl6pPr>
              <a:buNone/>
              <a:defRPr sz="938">
                <a:solidFill>
                  <a:srgbClr val="566872"/>
                </a:solidFill>
              </a:defRPr>
            </a:lvl6pPr>
            <a:lvl7pPr>
              <a:buNone/>
              <a:defRPr sz="938">
                <a:solidFill>
                  <a:srgbClr val="566872"/>
                </a:solidFill>
              </a:defRPr>
            </a:lvl7pPr>
            <a:lvl8pPr>
              <a:buNone/>
              <a:defRPr sz="938">
                <a:solidFill>
                  <a:srgbClr val="566872"/>
                </a:solidFill>
              </a:defRPr>
            </a:lvl8pPr>
            <a:lvl9pPr>
              <a:buNone/>
              <a:defRPr sz="938">
                <a:solidFill>
                  <a:srgbClr val="566872"/>
                </a:solidFill>
              </a:defRPr>
            </a:lvl9pPr>
          </a:lstStyle>
          <a:p xmlns:a="http://schemas.openxmlformats.org/drawingml/2006/main">
            <a:pPr>
              <a:buNone/>
              <a:defRPr sz="938">
                <a:solidFill>
                  <a:srgbClr val="566872"/>
                </a:solidFill>
              </a:defRPr>
            </a:pPr>
            <a:r>
              <a:rPr sz="938">
                <a:solidFill>
                  <a:srgbClr val="566872"/>
                </a:solidFill>
              </a:rPr>
              <a:t>Flag conflicts between deterministic checks and the LLM judge for adjudication.</a:t>
            </a:r>
          </a:p>
        </p:txBody>
      </p:sp>
      <p:sp>
        <p:nvSpPr>
          <p:cNvPr id="43" name="conclusion">
            <a:extLst xmlns:a="http://schemas.openxmlformats.org/drawingml/2006/main">
              <a:ext uri="{FF2B5EF4-FFF2-40B4-BE49-F238E27FC236}">
                <a16:creationId xmlns:a16="http://schemas.microsoft.com/office/drawing/2014/main" id="{574AFB1E-5D5F-425A-9ECE-30094E7951D5}"/>
              </a:ext>
            </a:extLst>
          </p:cNvPr>
          <p:cNvSpPr>
            <a:spLocks xmlns:a="http://schemas.openxmlformats.org/drawingml/2006/main" noGrp="1"/>
          </p:cNvSpPr>
          <p:nvPr/>
        </p:nvSpPr>
        <p:spPr>
          <a:xfrm xmlns:a="http://schemas.openxmlformats.org/drawingml/2006/main">
            <a:off x="590550" y="6305550"/>
            <a:ext cx="10801350" cy="361950"/>
          </a:xfrm>
          <a:prstGeom xmlns:a="http://schemas.openxmlformats.org/drawingml/2006/main" prst="roundRect">
            <a:avLst>
              <a:gd name="adj" fmla="val 15789"/>
            </a:avLst>
          </a:prstGeom>
          <a:solidFill xmlns:a="http://schemas.openxmlformats.org/drawingml/2006/main">
            <a:srgbClr val="102B35"/>
          </a:solidFill>
          <a:ln xmlns:a="http://schemas.openxmlformats.org/drawingml/2006/main" w="9525">
            <a:solidFill>
              <a:srgbClr val="102B35"/>
            </a:solidFill>
            <a:prstDash val="solid"/>
          </a:ln>
        </p:spPr>
      </p:sp>
      <p:sp>
        <p:nvSpPr>
          <p:cNvPr id="44" name="conclusion-text">
            <a:extLst xmlns:a="http://schemas.openxmlformats.org/drawingml/2006/main">
              <a:ext uri="{FF2B5EF4-FFF2-40B4-BE49-F238E27FC236}">
                <a16:creationId xmlns:a16="http://schemas.microsoft.com/office/drawing/2014/main" id="{2C7C8F92-8626-42DD-81EF-2DD0D523C9DD}"/>
              </a:ext>
            </a:extLst>
          </p:cNvPr>
          <p:cNvSpPr>
            <a:spLocks xmlns:a="http://schemas.openxmlformats.org/drawingml/2006/main" noGrp="1"/>
          </p:cNvSpPr>
          <p:nvPr/>
        </p:nvSpPr>
        <p:spPr>
          <a:xfrm xmlns:a="http://schemas.openxmlformats.org/drawingml/2006/main">
            <a:off x="781050" y="6400800"/>
            <a:ext cx="10420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xmlns:a="http://schemas.openxmlformats.org/drawingml/2006/main">
            <a:pPr algn="ctr">
              <a:buNone/>
              <a:defRPr sz="975" b="1">
                <a:solidFill>
                  <a:srgbClr val="FFFFFF"/>
                </a:solidFill>
              </a:defRPr>
            </a:pPr>
            <a:r>
              <a:rPr sz="975" b="1">
                <a:solidFill>
                  <a:srgbClr val="FFFFFF"/>
                </a:solidFill>
              </a:rPr>
              <a:t>Diagnosis: the historical result contains a generation error and a separate judge error. The judge error must not drive retrieval changes.</a:t>
            </a:r>
          </a:p>
        </p:txBody>
      </p:sp>
    </p:spTree>
    <p:extLst>
      <p:ext uri="{BB962C8B-B14F-4D97-AF65-F5344CB8AC3E}">
        <p14:creationId xmlns:p14="http://schemas.microsoft.com/office/powerpoint/2010/main" val="147445394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a:extLst xmlns:a="http://schemas.openxmlformats.org/drawingml/2006/main">
              <a:ext uri="{FF2B5EF4-FFF2-40B4-BE49-F238E27FC236}">
                <a16:creationId xmlns:a16="http://schemas.microsoft.com/office/drawing/2014/main" id="{B033E694-3F3E-4557-AA1F-E287C1EEDE5C}"/>
              </a:ext>
            </a:extLst>
          </p:cNvPr>
          <p:cNvSpPr>
            <a:spLocks xmlns:a="http://schemas.openxmlformats.org/drawingml/2006/main" noGrp="1"/>
          </p:cNvSpPr>
          <p:nvPr/>
        </p:nvSpPr>
        <p:spPr>
          <a:xfrm xmlns:a="http://schemas.openxmlformats.org/drawingml/2006/main">
            <a:off x="590550" y="361950"/>
            <a:ext cx="10839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102B35"/>
                </a:solidFill>
              </a:defRPr>
            </a:defPPr>
            <a:lvl1pPr>
              <a:buNone/>
              <a:defRPr sz="2250" b="1">
                <a:solidFill>
                  <a:srgbClr val="102B35"/>
                </a:solidFill>
              </a:defRPr>
            </a:lvl1pPr>
            <a:lvl2pPr>
              <a:buNone/>
              <a:defRPr sz="2250" b="1">
                <a:solidFill>
                  <a:srgbClr val="102B35"/>
                </a:solidFill>
              </a:defRPr>
            </a:lvl2pPr>
            <a:lvl3pPr>
              <a:buNone/>
              <a:defRPr sz="2250" b="1">
                <a:solidFill>
                  <a:srgbClr val="102B35"/>
                </a:solidFill>
              </a:defRPr>
            </a:lvl3pPr>
            <a:lvl4pPr>
              <a:buNone/>
              <a:defRPr sz="2250" b="1">
                <a:solidFill>
                  <a:srgbClr val="102B35"/>
                </a:solidFill>
              </a:defRPr>
            </a:lvl4pPr>
            <a:lvl5pPr>
              <a:buNone/>
              <a:defRPr sz="2250" b="1">
                <a:solidFill>
                  <a:srgbClr val="102B35"/>
                </a:solidFill>
              </a:defRPr>
            </a:lvl5pPr>
            <a:lvl6pPr>
              <a:buNone/>
              <a:defRPr sz="2250" b="1">
                <a:solidFill>
                  <a:srgbClr val="102B35"/>
                </a:solidFill>
              </a:defRPr>
            </a:lvl6pPr>
            <a:lvl7pPr>
              <a:buNone/>
              <a:defRPr sz="2250" b="1">
                <a:solidFill>
                  <a:srgbClr val="102B35"/>
                </a:solidFill>
              </a:defRPr>
            </a:lvl7pPr>
            <a:lvl8pPr>
              <a:buNone/>
              <a:defRPr sz="2250" b="1">
                <a:solidFill>
                  <a:srgbClr val="102B35"/>
                </a:solidFill>
              </a:defRPr>
            </a:lvl8pPr>
            <a:lvl9pPr>
              <a:buNone/>
              <a:defRPr sz="2250" b="1">
                <a:solidFill>
                  <a:srgbClr val="102B35"/>
                </a:solidFill>
              </a:defRPr>
            </a:lvl9pPr>
          </a:lstStyle>
          <a:p xmlns:a="http://schemas.openxmlformats.org/drawingml/2006/main">
            <a:pPr>
              <a:buNone/>
              <a:defRPr sz="2250" b="1">
                <a:solidFill>
                  <a:srgbClr val="102B35"/>
                </a:solidFill>
              </a:defRPr>
            </a:pPr>
            <a:r>
              <a:rPr sz="2250" b="1">
                <a:solidFill>
                  <a:srgbClr val="102B35"/>
                </a:solidFill>
              </a:rPr>
              <a:t>LLM Judges can be wrong</a:t>
            </a:r>
          </a:p>
        </p:txBody>
      </p:sp>
      <p:sp>
        <p:nvSpPr>
          <p:cNvPr id="2" name="subtitle">
            <a:extLst xmlns:a="http://schemas.openxmlformats.org/drawingml/2006/main">
              <a:ext uri="{FF2B5EF4-FFF2-40B4-BE49-F238E27FC236}">
                <a16:creationId xmlns:a16="http://schemas.microsoft.com/office/drawing/2014/main" id="{10A52CEC-E896-4FD3-B7BD-0BE3194B967C}"/>
              </a:ext>
            </a:extLst>
          </p:cNvPr>
          <p:cNvSpPr>
            <a:spLocks xmlns:a="http://schemas.openxmlformats.org/drawingml/2006/main" noGrp="1"/>
          </p:cNvSpPr>
          <p:nvPr/>
        </p:nvSpPr>
        <p:spPr>
          <a:xfrm xmlns:a="http://schemas.openxmlformats.org/drawingml/2006/main">
            <a:off x="590550" y="866775"/>
            <a:ext cx="1083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566872"/>
                </a:solidFill>
              </a:defRPr>
            </a:defPPr>
            <a:lvl1pPr>
              <a:buNone/>
              <a:defRPr sz="1125">
                <a:solidFill>
                  <a:srgbClr val="566872"/>
                </a:solidFill>
              </a:defRPr>
            </a:lvl1pPr>
            <a:lvl2pPr>
              <a:buNone/>
              <a:defRPr sz="1125">
                <a:solidFill>
                  <a:srgbClr val="566872"/>
                </a:solidFill>
              </a:defRPr>
            </a:lvl2pPr>
            <a:lvl3pPr>
              <a:buNone/>
              <a:defRPr sz="1125">
                <a:solidFill>
                  <a:srgbClr val="566872"/>
                </a:solidFill>
              </a:defRPr>
            </a:lvl3pPr>
            <a:lvl4pPr>
              <a:buNone/>
              <a:defRPr sz="1125">
                <a:solidFill>
                  <a:srgbClr val="566872"/>
                </a:solidFill>
              </a:defRPr>
            </a:lvl4pPr>
            <a:lvl5pPr>
              <a:buNone/>
              <a:defRPr sz="1125">
                <a:solidFill>
                  <a:srgbClr val="566872"/>
                </a:solidFill>
              </a:defRPr>
            </a:lvl5pPr>
            <a:lvl6pPr>
              <a:buNone/>
              <a:defRPr sz="1125">
                <a:solidFill>
                  <a:srgbClr val="566872"/>
                </a:solidFill>
              </a:defRPr>
            </a:lvl6pPr>
            <a:lvl7pPr>
              <a:buNone/>
              <a:defRPr sz="1125">
                <a:solidFill>
                  <a:srgbClr val="566872"/>
                </a:solidFill>
              </a:defRPr>
            </a:lvl7pPr>
            <a:lvl8pPr>
              <a:buNone/>
              <a:defRPr sz="1125">
                <a:solidFill>
                  <a:srgbClr val="566872"/>
                </a:solidFill>
              </a:defRPr>
            </a:lvl8pPr>
            <a:lvl9pPr>
              <a:buNone/>
              <a:defRPr sz="1125">
                <a:solidFill>
                  <a:srgbClr val="566872"/>
                </a:solidFill>
              </a:defRPr>
            </a:lvl9pPr>
          </a:lstStyle>
          <a:p xmlns:a="http://schemas.openxmlformats.org/drawingml/2006/main">
            <a:pPr>
              <a:buNone/>
              <a:defRPr sz="1125">
                <a:solidFill>
                  <a:srgbClr val="566872"/>
                </a:solidFill>
              </a:defRPr>
            </a:pPr>
            <a:r>
              <a:rPr sz="1125">
                <a:solidFill>
                  <a:srgbClr val="566872"/>
                </a:solidFill>
              </a:rPr>
              <a:t>Q5157 received the right NO verdict, but the judge rationale was partially hallucinated</a:t>
            </a:r>
          </a:p>
        </p:txBody>
      </p:sp>
      <p:sp>
        <p:nvSpPr>
          <p:cNvPr id="3" name="query-label">
            <a:extLst xmlns:a="http://schemas.openxmlformats.org/drawingml/2006/main">
              <a:ext uri="{FF2B5EF4-FFF2-40B4-BE49-F238E27FC236}">
                <a16:creationId xmlns:a16="http://schemas.microsoft.com/office/drawing/2014/main" id="{B7FD4554-DC83-4D87-9FA6-9EA787405364}"/>
              </a:ext>
            </a:extLst>
          </p:cNvPr>
          <p:cNvSpPr>
            <a:spLocks xmlns:a="http://schemas.openxmlformats.org/drawingml/2006/main" noGrp="1"/>
          </p:cNvSpPr>
          <p:nvPr/>
        </p:nvSpPr>
        <p:spPr>
          <a:xfrm xmlns:a="http://schemas.openxmlformats.org/drawingml/2006/main">
            <a:off x="590550" y="1352550"/>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b="1">
                <a:solidFill>
                  <a:srgbClr val="49717D"/>
                </a:solidFill>
              </a:defRPr>
            </a:defPPr>
            <a:lvl1pPr>
              <a:buNone/>
              <a:defRPr sz="788" b="1">
                <a:solidFill>
                  <a:srgbClr val="49717D"/>
                </a:solidFill>
              </a:defRPr>
            </a:lvl1pPr>
            <a:lvl2pPr>
              <a:buNone/>
              <a:defRPr sz="788" b="1">
                <a:solidFill>
                  <a:srgbClr val="49717D"/>
                </a:solidFill>
              </a:defRPr>
            </a:lvl2pPr>
            <a:lvl3pPr>
              <a:buNone/>
              <a:defRPr sz="788" b="1">
                <a:solidFill>
                  <a:srgbClr val="49717D"/>
                </a:solidFill>
              </a:defRPr>
            </a:lvl3pPr>
            <a:lvl4pPr>
              <a:buNone/>
              <a:defRPr sz="788" b="1">
                <a:solidFill>
                  <a:srgbClr val="49717D"/>
                </a:solidFill>
              </a:defRPr>
            </a:lvl4pPr>
            <a:lvl5pPr>
              <a:buNone/>
              <a:defRPr sz="788" b="1">
                <a:solidFill>
                  <a:srgbClr val="49717D"/>
                </a:solidFill>
              </a:defRPr>
            </a:lvl5pPr>
            <a:lvl6pPr>
              <a:buNone/>
              <a:defRPr sz="788" b="1">
                <a:solidFill>
                  <a:srgbClr val="49717D"/>
                </a:solidFill>
              </a:defRPr>
            </a:lvl6pPr>
            <a:lvl7pPr>
              <a:buNone/>
              <a:defRPr sz="788" b="1">
                <a:solidFill>
                  <a:srgbClr val="49717D"/>
                </a:solidFill>
              </a:defRPr>
            </a:lvl7pPr>
            <a:lvl8pPr>
              <a:buNone/>
              <a:defRPr sz="788" b="1">
                <a:solidFill>
                  <a:srgbClr val="49717D"/>
                </a:solidFill>
              </a:defRPr>
            </a:lvl8pPr>
            <a:lvl9pPr>
              <a:buNone/>
              <a:defRPr sz="788" b="1">
                <a:solidFill>
                  <a:srgbClr val="49717D"/>
                </a:solidFill>
              </a:defRPr>
            </a:lvl9pPr>
          </a:lstStyle>
          <a:p xmlns:a="http://schemas.openxmlformats.org/drawingml/2006/main">
            <a:pPr>
              <a:buNone/>
              <a:defRPr sz="788" b="1">
                <a:solidFill>
                  <a:srgbClr val="49717D"/>
                </a:solidFill>
              </a:defRPr>
            </a:pPr>
            <a:r>
              <a:rPr sz="788" b="1">
                <a:solidFill>
                  <a:srgbClr val="49717D"/>
                </a:solidFill>
              </a:rPr>
              <a:t>QUERY</a:t>
            </a:r>
          </a:p>
        </p:txBody>
      </p:sp>
      <p:sp>
        <p:nvSpPr>
          <p:cNvPr id="4" name="query">
            <a:extLst xmlns:a="http://schemas.openxmlformats.org/drawingml/2006/main">
              <a:ext uri="{FF2B5EF4-FFF2-40B4-BE49-F238E27FC236}">
                <a16:creationId xmlns:a16="http://schemas.microsoft.com/office/drawing/2014/main" id="{2758CF62-F92B-4CDF-B554-3A77CD575A34}"/>
              </a:ext>
            </a:extLst>
          </p:cNvPr>
          <p:cNvSpPr>
            <a:spLocks xmlns:a="http://schemas.openxmlformats.org/drawingml/2006/main" noGrp="1"/>
          </p:cNvSpPr>
          <p:nvPr/>
        </p:nvSpPr>
        <p:spPr>
          <a:xfrm xmlns:a="http://schemas.openxmlformats.org/drawingml/2006/main">
            <a:off x="1238250" y="1304925"/>
            <a:ext cx="10153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050" b="1">
                <a:solidFill>
                  <a:srgbClr val="263A44"/>
                </a:solidFill>
              </a:defRPr>
            </a:defPPr>
            <a:lvl1pPr>
              <a:buNone/>
              <a:defRPr sz="1050" b="1">
                <a:solidFill>
                  <a:srgbClr val="263A44"/>
                </a:solidFill>
              </a:defRPr>
            </a:lvl1pPr>
            <a:lvl2pPr>
              <a:buNone/>
              <a:defRPr sz="1050" b="1">
                <a:solidFill>
                  <a:srgbClr val="263A44"/>
                </a:solidFill>
              </a:defRPr>
            </a:lvl2pPr>
            <a:lvl3pPr>
              <a:buNone/>
              <a:defRPr sz="1050" b="1">
                <a:solidFill>
                  <a:srgbClr val="263A44"/>
                </a:solidFill>
              </a:defRPr>
            </a:lvl3pPr>
            <a:lvl4pPr>
              <a:buNone/>
              <a:defRPr sz="1050" b="1">
                <a:solidFill>
                  <a:srgbClr val="263A44"/>
                </a:solidFill>
              </a:defRPr>
            </a:lvl4pPr>
            <a:lvl5pPr>
              <a:buNone/>
              <a:defRPr sz="1050" b="1">
                <a:solidFill>
                  <a:srgbClr val="263A44"/>
                </a:solidFill>
              </a:defRPr>
            </a:lvl5pPr>
            <a:lvl6pPr>
              <a:buNone/>
              <a:defRPr sz="1050" b="1">
                <a:solidFill>
                  <a:srgbClr val="263A44"/>
                </a:solidFill>
              </a:defRPr>
            </a:lvl6pPr>
            <a:lvl7pPr>
              <a:buNone/>
              <a:defRPr sz="1050" b="1">
                <a:solidFill>
                  <a:srgbClr val="263A44"/>
                </a:solidFill>
              </a:defRPr>
            </a:lvl7pPr>
            <a:lvl8pPr>
              <a:buNone/>
              <a:defRPr sz="1050" b="1">
                <a:solidFill>
                  <a:srgbClr val="263A44"/>
                </a:solidFill>
              </a:defRPr>
            </a:lvl8pPr>
            <a:lvl9pPr>
              <a:buNone/>
              <a:defRPr sz="1050" b="1">
                <a:solidFill>
                  <a:srgbClr val="263A44"/>
                </a:solidFill>
              </a:defRPr>
            </a:lvl9pPr>
          </a:lstStyle>
          <a:p xmlns:a="http://schemas.openxmlformats.org/drawingml/2006/main">
            <a:pPr>
              <a:buNone/>
              <a:defRPr sz="1050" b="1">
                <a:solidFill>
                  <a:srgbClr val="263A44"/>
                </a:solidFill>
              </a:defRPr>
            </a:pPr>
            <a:r>
              <a:rPr sz="1050" b="1">
                <a:solidFill>
                  <a:srgbClr val="263A44"/>
                </a:solidFill>
              </a:rPr>
              <a:t>For Xgeva policy code Q5157, which denosumab drug names are listed and what are their preference and prior authorization status?</a:t>
            </a:r>
          </a:p>
        </p:txBody>
      </p:sp>
      <p:sp>
        <p:nvSpPr>
          <p:cNvPr id="5" name="candidate-kicker">
            <a:extLst xmlns:a="http://schemas.openxmlformats.org/drawingml/2006/main">
              <a:ext uri="{FF2B5EF4-FFF2-40B4-BE49-F238E27FC236}">
                <a16:creationId xmlns:a16="http://schemas.microsoft.com/office/drawing/2014/main" id="{BF4127DB-CAA0-4B04-9C23-AA6F5BBD8EA8}"/>
              </a:ext>
            </a:extLst>
          </p:cNvPr>
          <p:cNvSpPr>
            <a:spLocks xmlns:a="http://schemas.openxmlformats.org/drawingml/2006/main" noGrp="1"/>
          </p:cNvSpPr>
          <p:nvPr/>
        </p:nvSpPr>
        <p:spPr>
          <a:xfrm xmlns:a="http://schemas.openxmlformats.org/drawingml/2006/main">
            <a:off x="590550" y="18859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B56A12"/>
                </a:solidFill>
              </a:defRPr>
            </a:defPPr>
            <a:lvl1pPr>
              <a:buNone/>
              <a:defRPr sz="825" b="1">
                <a:solidFill>
                  <a:srgbClr val="B56A12"/>
                </a:solidFill>
              </a:defRPr>
            </a:lvl1pPr>
            <a:lvl2pPr>
              <a:buNone/>
              <a:defRPr sz="825" b="1">
                <a:solidFill>
                  <a:srgbClr val="B56A12"/>
                </a:solidFill>
              </a:defRPr>
            </a:lvl2pPr>
            <a:lvl3pPr>
              <a:buNone/>
              <a:defRPr sz="825" b="1">
                <a:solidFill>
                  <a:srgbClr val="B56A12"/>
                </a:solidFill>
              </a:defRPr>
            </a:lvl3pPr>
            <a:lvl4pPr>
              <a:buNone/>
              <a:defRPr sz="825" b="1">
                <a:solidFill>
                  <a:srgbClr val="B56A12"/>
                </a:solidFill>
              </a:defRPr>
            </a:lvl4pPr>
            <a:lvl5pPr>
              <a:buNone/>
              <a:defRPr sz="825" b="1">
                <a:solidFill>
                  <a:srgbClr val="B56A12"/>
                </a:solidFill>
              </a:defRPr>
            </a:lvl5pPr>
            <a:lvl6pPr>
              <a:buNone/>
              <a:defRPr sz="825" b="1">
                <a:solidFill>
                  <a:srgbClr val="B56A12"/>
                </a:solidFill>
              </a:defRPr>
            </a:lvl6pPr>
            <a:lvl7pPr>
              <a:buNone/>
              <a:defRPr sz="825" b="1">
                <a:solidFill>
                  <a:srgbClr val="B56A12"/>
                </a:solidFill>
              </a:defRPr>
            </a:lvl7pPr>
            <a:lvl8pPr>
              <a:buNone/>
              <a:defRPr sz="825" b="1">
                <a:solidFill>
                  <a:srgbClr val="B56A12"/>
                </a:solidFill>
              </a:defRPr>
            </a:lvl8pPr>
            <a:lvl9pPr>
              <a:buNone/>
              <a:defRPr sz="825" b="1">
                <a:solidFill>
                  <a:srgbClr val="B56A12"/>
                </a:solidFill>
              </a:defRPr>
            </a:lvl9pPr>
          </a:lstStyle>
          <a:p xmlns:a="http://schemas.openxmlformats.org/drawingml/2006/main">
            <a:pPr>
              <a:buNone/>
              <a:defRPr sz="825" b="1">
                <a:solidFill>
                  <a:srgbClr val="B56A12"/>
                </a:solidFill>
              </a:defRPr>
            </a:pPr>
            <a:r>
              <a:rPr sz="825" b="1">
                <a:solidFill>
                  <a:srgbClr val="B56A12"/>
                </a:solidFill>
              </a:rPr>
              <a:t>CANDIDATE ANSWER</a:t>
            </a:r>
          </a:p>
        </p:txBody>
      </p:sp>
      <p:sp>
        <p:nvSpPr>
          <p:cNvPr id="6" name="candidate-title">
            <a:extLst xmlns:a="http://schemas.openxmlformats.org/drawingml/2006/main">
              <a:ext uri="{FF2B5EF4-FFF2-40B4-BE49-F238E27FC236}">
                <a16:creationId xmlns:a16="http://schemas.microsoft.com/office/drawing/2014/main" id="{11905DDF-8011-434F-ACB5-190E14899695}"/>
              </a:ext>
            </a:extLst>
          </p:cNvPr>
          <p:cNvSpPr>
            <a:spLocks xmlns:a="http://schemas.openxmlformats.org/drawingml/2006/main" noGrp="1"/>
          </p:cNvSpPr>
          <p:nvPr/>
        </p:nvSpPr>
        <p:spPr>
          <a:xfrm xmlns:a="http://schemas.openxmlformats.org/drawingml/2006/main">
            <a:off x="590550" y="21526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Contains extra products</a:t>
            </a:r>
          </a:p>
        </p:txBody>
      </p:sp>
      <p:sp>
        <p:nvSpPr>
          <p:cNvPr id="7" name="candidate-box">
            <a:extLst xmlns:a="http://schemas.openxmlformats.org/drawingml/2006/main">
              <a:ext uri="{FF2B5EF4-FFF2-40B4-BE49-F238E27FC236}">
                <a16:creationId xmlns:a16="http://schemas.microsoft.com/office/drawing/2014/main" id="{951CD401-BC53-447C-9A89-A8AB3A2D363F}"/>
              </a:ext>
            </a:extLst>
          </p:cNvPr>
          <p:cNvSpPr>
            <a:spLocks xmlns:a="http://schemas.openxmlformats.org/drawingml/2006/main" noGrp="1"/>
          </p:cNvSpPr>
          <p:nvPr/>
        </p:nvSpPr>
        <p:spPr>
          <a:xfrm xmlns:a="http://schemas.openxmlformats.org/drawingml/2006/main">
            <a:off x="590550" y="2571750"/>
            <a:ext cx="3333750" cy="2286000"/>
          </a:xfrm>
          <a:prstGeom xmlns:a="http://schemas.openxmlformats.org/drawingml/2006/main" prst="roundRect">
            <a:avLst>
              <a:gd name="adj" fmla="val 3333"/>
            </a:avLst>
          </a:prstGeom>
          <a:solidFill xmlns:a="http://schemas.openxmlformats.org/drawingml/2006/main">
            <a:srgbClr val="FFF7ED"/>
          </a:solidFill>
          <a:ln xmlns:a="http://schemas.openxmlformats.org/drawingml/2006/main" w="9525">
            <a:solidFill>
              <a:srgbClr val="E8C89F"/>
            </a:solidFill>
            <a:prstDash val="solid"/>
          </a:ln>
        </p:spPr>
      </p:sp>
      <p:sp>
        <p:nvSpPr>
          <p:cNvPr id="8" name="candidate-list">
            <a:extLst xmlns:a="http://schemas.openxmlformats.org/drawingml/2006/main">
              <a:ext uri="{FF2B5EF4-FFF2-40B4-BE49-F238E27FC236}">
                <a16:creationId xmlns:a16="http://schemas.microsoft.com/office/drawing/2014/main" id="{826EF732-8F4C-4112-8C2A-375DB8E96689}"/>
              </a:ext>
            </a:extLst>
          </p:cNvPr>
          <p:cNvSpPr>
            <a:spLocks xmlns:a="http://schemas.openxmlformats.org/drawingml/2006/main" noGrp="1"/>
          </p:cNvSpPr>
          <p:nvPr/>
        </p:nvSpPr>
        <p:spPr>
          <a:xfrm xmlns:a="http://schemas.openxmlformats.org/drawingml/2006/main">
            <a:off x="800100" y="2800350"/>
            <a:ext cx="29146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a:solidFill>
                  <a:srgbClr val="6D5033"/>
                </a:solidFill>
              </a:defRPr>
            </a:defPPr>
            <a:lvl1pPr>
              <a:buNone/>
              <a:defRPr sz="1125">
                <a:solidFill>
                  <a:srgbClr val="6D5033"/>
                </a:solidFill>
              </a:defRPr>
            </a:lvl1pPr>
            <a:lvl2pPr>
              <a:buNone/>
              <a:defRPr sz="1125">
                <a:solidFill>
                  <a:srgbClr val="6D5033"/>
                </a:solidFill>
              </a:defRPr>
            </a:lvl2pPr>
            <a:lvl3pPr>
              <a:buNone/>
              <a:defRPr sz="1125">
                <a:solidFill>
                  <a:srgbClr val="6D5033"/>
                </a:solidFill>
              </a:defRPr>
            </a:lvl3pPr>
            <a:lvl4pPr>
              <a:buNone/>
              <a:defRPr sz="1125">
                <a:solidFill>
                  <a:srgbClr val="6D5033"/>
                </a:solidFill>
              </a:defRPr>
            </a:lvl4pPr>
            <a:lvl5pPr>
              <a:buNone/>
              <a:defRPr sz="1125">
                <a:solidFill>
                  <a:srgbClr val="6D5033"/>
                </a:solidFill>
              </a:defRPr>
            </a:lvl5pPr>
            <a:lvl6pPr>
              <a:buNone/>
              <a:defRPr sz="1125">
                <a:solidFill>
                  <a:srgbClr val="6D5033"/>
                </a:solidFill>
              </a:defRPr>
            </a:lvl6pPr>
            <a:lvl7pPr>
              <a:buNone/>
              <a:defRPr sz="1125">
                <a:solidFill>
                  <a:srgbClr val="6D5033"/>
                </a:solidFill>
              </a:defRPr>
            </a:lvl7pPr>
            <a:lvl8pPr>
              <a:buNone/>
              <a:defRPr sz="1125">
                <a:solidFill>
                  <a:srgbClr val="6D5033"/>
                </a:solidFill>
              </a:defRPr>
            </a:lvl8pPr>
            <a:lvl9pPr>
              <a:buNone/>
              <a:defRPr sz="1125">
                <a:solidFill>
                  <a:srgbClr val="6D5033"/>
                </a:solidFill>
              </a:defRPr>
            </a:lvl9pPr>
          </a:lstStyle>
          <a:p xmlns:a="http://schemas.openxmlformats.org/drawingml/2006/main">
            <a:pPr>
              <a:buNone/>
              <a:defRPr sz="1125">
                <a:solidFill>
                  <a:srgbClr val="6D5033"/>
                </a:solidFill>
              </a:defRPr>
            </a:pPr>
            <a:r>
              <a:rPr sz="1125">
                <a:solidFill>
                  <a:srgbClr val="6D5033"/>
                </a:solidFill>
              </a:rPr>
              <a:t>The response includes Q5157 rows, but also lists products assigned to other HCPCS codes, including Xgeva (J0897) and Bomyntra (Q5158).</a:t>
            </a:r>
          </a:p>
        </p:txBody>
      </p:sp>
      <p:sp>
        <p:nvSpPr>
          <p:cNvPr id="9" name="candidate-result-label">
            <a:extLst xmlns:a="http://schemas.openxmlformats.org/drawingml/2006/main">
              <a:ext uri="{FF2B5EF4-FFF2-40B4-BE49-F238E27FC236}">
                <a16:creationId xmlns:a16="http://schemas.microsoft.com/office/drawing/2014/main" id="{7C43E786-B100-41CD-9BEA-6757DCD4C1FD}"/>
              </a:ext>
            </a:extLst>
          </p:cNvPr>
          <p:cNvSpPr>
            <a:spLocks xmlns:a="http://schemas.openxmlformats.org/drawingml/2006/main" noGrp="1"/>
          </p:cNvSpPr>
          <p:nvPr/>
        </p:nvSpPr>
        <p:spPr>
          <a:xfrm xmlns:a="http://schemas.openxmlformats.org/drawingml/2006/main">
            <a:off x="800100" y="400050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b="1">
                <a:solidFill>
                  <a:srgbClr val="B56A12"/>
                </a:solidFill>
              </a:defRPr>
            </a:defPPr>
            <a:lvl1pPr>
              <a:buNone/>
              <a:defRPr sz="788" b="1">
                <a:solidFill>
                  <a:srgbClr val="B56A12"/>
                </a:solidFill>
              </a:defRPr>
            </a:lvl1pPr>
            <a:lvl2pPr>
              <a:buNone/>
              <a:defRPr sz="788" b="1">
                <a:solidFill>
                  <a:srgbClr val="B56A12"/>
                </a:solidFill>
              </a:defRPr>
            </a:lvl2pPr>
            <a:lvl3pPr>
              <a:buNone/>
              <a:defRPr sz="788" b="1">
                <a:solidFill>
                  <a:srgbClr val="B56A12"/>
                </a:solidFill>
              </a:defRPr>
            </a:lvl3pPr>
            <a:lvl4pPr>
              <a:buNone/>
              <a:defRPr sz="788" b="1">
                <a:solidFill>
                  <a:srgbClr val="B56A12"/>
                </a:solidFill>
              </a:defRPr>
            </a:lvl4pPr>
            <a:lvl5pPr>
              <a:buNone/>
              <a:defRPr sz="788" b="1">
                <a:solidFill>
                  <a:srgbClr val="B56A12"/>
                </a:solidFill>
              </a:defRPr>
            </a:lvl5pPr>
            <a:lvl6pPr>
              <a:buNone/>
              <a:defRPr sz="788" b="1">
                <a:solidFill>
                  <a:srgbClr val="B56A12"/>
                </a:solidFill>
              </a:defRPr>
            </a:lvl6pPr>
            <a:lvl7pPr>
              <a:buNone/>
              <a:defRPr sz="788" b="1">
                <a:solidFill>
                  <a:srgbClr val="B56A12"/>
                </a:solidFill>
              </a:defRPr>
            </a:lvl7pPr>
            <a:lvl8pPr>
              <a:buNone/>
              <a:defRPr sz="788" b="1">
                <a:solidFill>
                  <a:srgbClr val="B56A12"/>
                </a:solidFill>
              </a:defRPr>
            </a:lvl8pPr>
            <a:lvl9pPr>
              <a:buNone/>
              <a:defRPr sz="788" b="1">
                <a:solidFill>
                  <a:srgbClr val="B56A12"/>
                </a:solidFill>
              </a:defRPr>
            </a:lvl9pPr>
          </a:lstStyle>
          <a:p xmlns:a="http://schemas.openxmlformats.org/drawingml/2006/main">
            <a:pPr>
              <a:buNone/>
              <a:defRPr sz="788" b="1">
                <a:solidFill>
                  <a:srgbClr val="B56A12"/>
                </a:solidFill>
              </a:defRPr>
            </a:pPr>
            <a:r>
              <a:rPr sz="788" b="1">
                <a:solidFill>
                  <a:srgbClr val="B56A12"/>
                </a:solidFill>
              </a:rPr>
              <a:t>VALID FINDING</a:t>
            </a:r>
          </a:p>
        </p:txBody>
      </p:sp>
      <p:sp>
        <p:nvSpPr>
          <p:cNvPr id="10" name="candidate-result">
            <a:extLst xmlns:a="http://schemas.openxmlformats.org/drawingml/2006/main">
              <a:ext uri="{FF2B5EF4-FFF2-40B4-BE49-F238E27FC236}">
                <a16:creationId xmlns:a16="http://schemas.microsoft.com/office/drawing/2014/main" id="{308334A8-D115-44D5-8BE3-2F7E050F530E}"/>
              </a:ext>
            </a:extLst>
          </p:cNvPr>
          <p:cNvSpPr>
            <a:spLocks xmlns:a="http://schemas.openxmlformats.org/drawingml/2006/main" noGrp="1"/>
          </p:cNvSpPr>
          <p:nvPr/>
        </p:nvSpPr>
        <p:spPr>
          <a:xfrm xmlns:a="http://schemas.openxmlformats.org/drawingml/2006/main">
            <a:off x="800100" y="4238625"/>
            <a:ext cx="2914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874D0E"/>
                </a:solidFill>
              </a:defRPr>
            </a:defPPr>
            <a:lvl1pPr>
              <a:buNone/>
              <a:defRPr sz="1125" b="1">
                <a:solidFill>
                  <a:srgbClr val="874D0E"/>
                </a:solidFill>
              </a:defRPr>
            </a:lvl1pPr>
            <a:lvl2pPr>
              <a:buNone/>
              <a:defRPr sz="1125" b="1">
                <a:solidFill>
                  <a:srgbClr val="874D0E"/>
                </a:solidFill>
              </a:defRPr>
            </a:lvl2pPr>
            <a:lvl3pPr>
              <a:buNone/>
              <a:defRPr sz="1125" b="1">
                <a:solidFill>
                  <a:srgbClr val="874D0E"/>
                </a:solidFill>
              </a:defRPr>
            </a:lvl3pPr>
            <a:lvl4pPr>
              <a:buNone/>
              <a:defRPr sz="1125" b="1">
                <a:solidFill>
                  <a:srgbClr val="874D0E"/>
                </a:solidFill>
              </a:defRPr>
            </a:lvl4pPr>
            <a:lvl5pPr>
              <a:buNone/>
              <a:defRPr sz="1125" b="1">
                <a:solidFill>
                  <a:srgbClr val="874D0E"/>
                </a:solidFill>
              </a:defRPr>
            </a:lvl5pPr>
            <a:lvl6pPr>
              <a:buNone/>
              <a:defRPr sz="1125" b="1">
                <a:solidFill>
                  <a:srgbClr val="874D0E"/>
                </a:solidFill>
              </a:defRPr>
            </a:lvl6pPr>
            <a:lvl7pPr>
              <a:buNone/>
              <a:defRPr sz="1125" b="1">
                <a:solidFill>
                  <a:srgbClr val="874D0E"/>
                </a:solidFill>
              </a:defRPr>
            </a:lvl7pPr>
            <a:lvl8pPr>
              <a:buNone/>
              <a:defRPr sz="1125" b="1">
                <a:solidFill>
                  <a:srgbClr val="874D0E"/>
                </a:solidFill>
              </a:defRPr>
            </a:lvl8pPr>
            <a:lvl9pPr>
              <a:buNone/>
              <a:defRPr sz="1125" b="1">
                <a:solidFill>
                  <a:srgbClr val="874D0E"/>
                </a:solidFill>
              </a:defRPr>
            </a:lvl9pPr>
          </a:lstStyle>
          <a:p xmlns:a="http://schemas.openxmlformats.org/drawingml/2006/main">
            <a:pPr>
              <a:buNone/>
              <a:defRPr sz="1125" b="1">
                <a:solidFill>
                  <a:srgbClr val="874D0E"/>
                </a:solidFill>
              </a:defRPr>
            </a:pPr>
            <a:r>
              <a:rPr sz="1125" b="1">
                <a:solidFill>
                  <a:srgbClr val="874D0E"/>
                </a:solidFill>
              </a:rPr>
              <a:t>The answer fails the exact Q5157 filter.</a:t>
            </a:r>
          </a:p>
        </p:txBody>
      </p:sp>
      <p:sp>
        <p:nvSpPr>
          <p:cNvPr id="11" name="judge-kicker">
            <a:extLst xmlns:a="http://schemas.openxmlformats.org/drawingml/2006/main">
              <a:ext uri="{FF2B5EF4-FFF2-40B4-BE49-F238E27FC236}">
                <a16:creationId xmlns:a16="http://schemas.microsoft.com/office/drawing/2014/main" id="{0D013F0B-30C8-4A4B-BA82-E54104ED0B81}"/>
              </a:ext>
            </a:extLst>
          </p:cNvPr>
          <p:cNvSpPr>
            <a:spLocks xmlns:a="http://schemas.openxmlformats.org/drawingml/2006/main" noGrp="1"/>
          </p:cNvSpPr>
          <p:nvPr/>
        </p:nvSpPr>
        <p:spPr>
          <a:xfrm xmlns:a="http://schemas.openxmlformats.org/drawingml/2006/main">
            <a:off x="4219575" y="18859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B44747"/>
                </a:solidFill>
              </a:defRPr>
            </a:defPPr>
            <a:lvl1pPr>
              <a:buNone/>
              <a:defRPr sz="825" b="1">
                <a:solidFill>
                  <a:srgbClr val="B44747"/>
                </a:solidFill>
              </a:defRPr>
            </a:lvl1pPr>
            <a:lvl2pPr>
              <a:buNone/>
              <a:defRPr sz="825" b="1">
                <a:solidFill>
                  <a:srgbClr val="B44747"/>
                </a:solidFill>
              </a:defRPr>
            </a:lvl2pPr>
            <a:lvl3pPr>
              <a:buNone/>
              <a:defRPr sz="825" b="1">
                <a:solidFill>
                  <a:srgbClr val="B44747"/>
                </a:solidFill>
              </a:defRPr>
            </a:lvl3pPr>
            <a:lvl4pPr>
              <a:buNone/>
              <a:defRPr sz="825" b="1">
                <a:solidFill>
                  <a:srgbClr val="B44747"/>
                </a:solidFill>
              </a:defRPr>
            </a:lvl4pPr>
            <a:lvl5pPr>
              <a:buNone/>
              <a:defRPr sz="825" b="1">
                <a:solidFill>
                  <a:srgbClr val="B44747"/>
                </a:solidFill>
              </a:defRPr>
            </a:lvl5pPr>
            <a:lvl6pPr>
              <a:buNone/>
              <a:defRPr sz="825" b="1">
                <a:solidFill>
                  <a:srgbClr val="B44747"/>
                </a:solidFill>
              </a:defRPr>
            </a:lvl6pPr>
            <a:lvl7pPr>
              <a:buNone/>
              <a:defRPr sz="825" b="1">
                <a:solidFill>
                  <a:srgbClr val="B44747"/>
                </a:solidFill>
              </a:defRPr>
            </a:lvl7pPr>
            <a:lvl8pPr>
              <a:buNone/>
              <a:defRPr sz="825" b="1">
                <a:solidFill>
                  <a:srgbClr val="B44747"/>
                </a:solidFill>
              </a:defRPr>
            </a:lvl8pPr>
            <a:lvl9pPr>
              <a:buNone/>
              <a:defRPr sz="825" b="1">
                <a:solidFill>
                  <a:srgbClr val="B44747"/>
                </a:solidFill>
              </a:defRPr>
            </a:lvl9pPr>
          </a:lstStyle>
          <a:p xmlns:a="http://schemas.openxmlformats.org/drawingml/2006/main">
            <a:pPr>
              <a:buNone/>
              <a:defRPr sz="825" b="1">
                <a:solidFill>
                  <a:srgbClr val="B44747"/>
                </a:solidFill>
              </a:defRPr>
            </a:pPr>
            <a:r>
              <a:rPr sz="825" b="1">
                <a:solidFill>
                  <a:srgbClr val="B44747"/>
                </a:solidFill>
              </a:rPr>
              <a:t>LLM JUDGE</a:t>
            </a:r>
          </a:p>
        </p:txBody>
      </p:sp>
      <p:sp>
        <p:nvSpPr>
          <p:cNvPr id="12" name="judge-title">
            <a:extLst xmlns:a="http://schemas.openxmlformats.org/drawingml/2006/main">
              <a:ext uri="{FF2B5EF4-FFF2-40B4-BE49-F238E27FC236}">
                <a16:creationId xmlns:a16="http://schemas.microsoft.com/office/drawing/2014/main" id="{3F02376E-DB21-46F8-A2F3-BD31CE114F5F}"/>
              </a:ext>
            </a:extLst>
          </p:cNvPr>
          <p:cNvSpPr>
            <a:spLocks xmlns:a="http://schemas.openxmlformats.org/drawingml/2006/main" noGrp="1"/>
          </p:cNvSpPr>
          <p:nvPr/>
        </p:nvSpPr>
        <p:spPr>
          <a:xfrm xmlns:a="http://schemas.openxmlformats.org/drawingml/2006/main">
            <a:off x="4219575" y="21526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Adds a false requirement</a:t>
            </a:r>
          </a:p>
        </p:txBody>
      </p:sp>
      <p:sp>
        <p:nvSpPr>
          <p:cNvPr id="13" name="judge-box">
            <a:extLst xmlns:a="http://schemas.openxmlformats.org/drawingml/2006/main">
              <a:ext uri="{FF2B5EF4-FFF2-40B4-BE49-F238E27FC236}">
                <a16:creationId xmlns:a16="http://schemas.microsoft.com/office/drawing/2014/main" id="{38B231FB-75E5-4084-9C42-8D6DE4792C00}"/>
              </a:ext>
            </a:extLst>
          </p:cNvPr>
          <p:cNvSpPr>
            <a:spLocks xmlns:a="http://schemas.openxmlformats.org/drawingml/2006/main" noGrp="1"/>
          </p:cNvSpPr>
          <p:nvPr/>
        </p:nvSpPr>
        <p:spPr>
          <a:xfrm xmlns:a="http://schemas.openxmlformats.org/drawingml/2006/main">
            <a:off x="4219575" y="2571750"/>
            <a:ext cx="3333750" cy="2286000"/>
          </a:xfrm>
          <a:prstGeom xmlns:a="http://schemas.openxmlformats.org/drawingml/2006/main" prst="roundRect">
            <a:avLst>
              <a:gd name="adj" fmla="val 3333"/>
            </a:avLst>
          </a:prstGeom>
          <a:solidFill xmlns:a="http://schemas.openxmlformats.org/drawingml/2006/main">
            <a:srgbClr val="FFF2F2"/>
          </a:solidFill>
          <a:ln xmlns:a="http://schemas.openxmlformats.org/drawingml/2006/main" w="9525">
            <a:solidFill>
              <a:srgbClr val="DFAAAA"/>
            </a:solidFill>
            <a:prstDash val="solid"/>
          </a:ln>
        </p:spPr>
      </p:sp>
      <p:sp>
        <p:nvSpPr>
          <p:cNvPr id="14" name="judge-quote">
            <a:extLst xmlns:a="http://schemas.openxmlformats.org/drawingml/2006/main">
              <a:ext uri="{FF2B5EF4-FFF2-40B4-BE49-F238E27FC236}">
                <a16:creationId xmlns:a16="http://schemas.microsoft.com/office/drawing/2014/main" id="{3AE74E71-47E2-4B9B-B0B2-12F0044A3914}"/>
              </a:ext>
            </a:extLst>
          </p:cNvPr>
          <p:cNvSpPr>
            <a:spLocks xmlns:a="http://schemas.openxmlformats.org/drawingml/2006/main" noGrp="1"/>
          </p:cNvSpPr>
          <p:nvPr/>
        </p:nvSpPr>
        <p:spPr>
          <a:xfrm xmlns:a="http://schemas.openxmlformats.org/drawingml/2006/main">
            <a:off x="4429125" y="2800350"/>
            <a:ext cx="29146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813838"/>
                </a:solidFill>
              </a:defRPr>
            </a:defPPr>
            <a:lvl1pPr>
              <a:buNone/>
              <a:defRPr sz="1350" b="1">
                <a:solidFill>
                  <a:srgbClr val="813838"/>
                </a:solidFill>
              </a:defRPr>
            </a:lvl1pPr>
            <a:lvl2pPr>
              <a:buNone/>
              <a:defRPr sz="1350" b="1">
                <a:solidFill>
                  <a:srgbClr val="813838"/>
                </a:solidFill>
              </a:defRPr>
            </a:lvl2pPr>
            <a:lvl3pPr>
              <a:buNone/>
              <a:defRPr sz="1350" b="1">
                <a:solidFill>
                  <a:srgbClr val="813838"/>
                </a:solidFill>
              </a:defRPr>
            </a:lvl3pPr>
            <a:lvl4pPr>
              <a:buNone/>
              <a:defRPr sz="1350" b="1">
                <a:solidFill>
                  <a:srgbClr val="813838"/>
                </a:solidFill>
              </a:defRPr>
            </a:lvl4pPr>
            <a:lvl5pPr>
              <a:buNone/>
              <a:defRPr sz="1350" b="1">
                <a:solidFill>
                  <a:srgbClr val="813838"/>
                </a:solidFill>
              </a:defRPr>
            </a:lvl5pPr>
            <a:lvl6pPr>
              <a:buNone/>
              <a:defRPr sz="1350" b="1">
                <a:solidFill>
                  <a:srgbClr val="813838"/>
                </a:solidFill>
              </a:defRPr>
            </a:lvl6pPr>
            <a:lvl7pPr>
              <a:buNone/>
              <a:defRPr sz="1350" b="1">
                <a:solidFill>
                  <a:srgbClr val="813838"/>
                </a:solidFill>
              </a:defRPr>
            </a:lvl7pPr>
            <a:lvl8pPr>
              <a:buNone/>
              <a:defRPr sz="1350" b="1">
                <a:solidFill>
                  <a:srgbClr val="813838"/>
                </a:solidFill>
              </a:defRPr>
            </a:lvl8pPr>
            <a:lvl9pPr>
              <a:buNone/>
              <a:defRPr sz="1350" b="1">
                <a:solidFill>
                  <a:srgbClr val="813838"/>
                </a:solidFill>
              </a:defRPr>
            </a:lvl9pPr>
          </a:lstStyle>
          <a:p xmlns:a="http://schemas.openxmlformats.org/drawingml/2006/main">
            <a:pPr>
              <a:buNone/>
              <a:defRPr sz="1350" b="1">
                <a:solidFill>
                  <a:srgbClr val="813838"/>
                </a:solidFill>
              </a:defRPr>
            </a:pPr>
            <a:r>
              <a:rPr sz="1350" b="1">
                <a:solidFill>
                  <a:srgbClr val="813838"/>
                </a:solidFill>
              </a:rPr>
              <a:t>“The candidate answer ... omits Denosumab-qbde (Xtrenbo).”</a:t>
            </a:r>
          </a:p>
        </p:txBody>
      </p:sp>
      <p:sp>
        <p:nvSpPr>
          <p:cNvPr id="15" name="judge-result-label">
            <a:extLst xmlns:a="http://schemas.openxmlformats.org/drawingml/2006/main">
              <a:ext uri="{FF2B5EF4-FFF2-40B4-BE49-F238E27FC236}">
                <a16:creationId xmlns:a16="http://schemas.microsoft.com/office/drawing/2014/main" id="{63D8A876-D129-456C-A036-96F767C57077}"/>
              </a:ext>
            </a:extLst>
          </p:cNvPr>
          <p:cNvSpPr>
            <a:spLocks xmlns:a="http://schemas.openxmlformats.org/drawingml/2006/main" noGrp="1"/>
          </p:cNvSpPr>
          <p:nvPr/>
        </p:nvSpPr>
        <p:spPr>
          <a:xfrm xmlns:a="http://schemas.openxmlformats.org/drawingml/2006/main">
            <a:off x="4429125" y="3838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788" b="1">
                <a:solidFill>
                  <a:srgbClr val="B44747"/>
                </a:solidFill>
              </a:defRPr>
            </a:defPPr>
            <a:lvl1pPr>
              <a:buNone/>
              <a:defRPr sz="788" b="1">
                <a:solidFill>
                  <a:srgbClr val="B44747"/>
                </a:solidFill>
              </a:defRPr>
            </a:lvl1pPr>
            <a:lvl2pPr>
              <a:buNone/>
              <a:defRPr sz="788" b="1">
                <a:solidFill>
                  <a:srgbClr val="B44747"/>
                </a:solidFill>
              </a:defRPr>
            </a:lvl2pPr>
            <a:lvl3pPr>
              <a:buNone/>
              <a:defRPr sz="788" b="1">
                <a:solidFill>
                  <a:srgbClr val="B44747"/>
                </a:solidFill>
              </a:defRPr>
            </a:lvl3pPr>
            <a:lvl4pPr>
              <a:buNone/>
              <a:defRPr sz="788" b="1">
                <a:solidFill>
                  <a:srgbClr val="B44747"/>
                </a:solidFill>
              </a:defRPr>
            </a:lvl4pPr>
            <a:lvl5pPr>
              <a:buNone/>
              <a:defRPr sz="788" b="1">
                <a:solidFill>
                  <a:srgbClr val="B44747"/>
                </a:solidFill>
              </a:defRPr>
            </a:lvl5pPr>
            <a:lvl6pPr>
              <a:buNone/>
              <a:defRPr sz="788" b="1">
                <a:solidFill>
                  <a:srgbClr val="B44747"/>
                </a:solidFill>
              </a:defRPr>
            </a:lvl6pPr>
            <a:lvl7pPr>
              <a:buNone/>
              <a:defRPr sz="788" b="1">
                <a:solidFill>
                  <a:srgbClr val="B44747"/>
                </a:solidFill>
              </a:defRPr>
            </a:lvl7pPr>
            <a:lvl8pPr>
              <a:buNone/>
              <a:defRPr sz="788" b="1">
                <a:solidFill>
                  <a:srgbClr val="B44747"/>
                </a:solidFill>
              </a:defRPr>
            </a:lvl8pPr>
            <a:lvl9pPr>
              <a:buNone/>
              <a:defRPr sz="788" b="1">
                <a:solidFill>
                  <a:srgbClr val="B44747"/>
                </a:solidFill>
              </a:defRPr>
            </a:lvl9pPr>
          </a:lstStyle>
          <a:p xmlns:a="http://schemas.openxmlformats.org/drawingml/2006/main">
            <a:pPr>
              <a:buNone/>
              <a:defRPr sz="788" b="1">
                <a:solidFill>
                  <a:srgbClr val="B44747"/>
                </a:solidFill>
              </a:defRPr>
            </a:pPr>
            <a:r>
              <a:rPr sz="788" b="1">
                <a:solidFill>
                  <a:srgbClr val="B44747"/>
                </a:solidFill>
              </a:rPr>
              <a:t>PARTIALLY HALLUCINATED</a:t>
            </a:r>
          </a:p>
        </p:txBody>
      </p:sp>
      <p:sp>
        <p:nvSpPr>
          <p:cNvPr id="16" name="judge-result">
            <a:extLst xmlns:a="http://schemas.openxmlformats.org/drawingml/2006/main">
              <a:ext uri="{FF2B5EF4-FFF2-40B4-BE49-F238E27FC236}">
                <a16:creationId xmlns:a16="http://schemas.microsoft.com/office/drawing/2014/main" id="{2CA7167F-AD01-4AD0-BAA8-6B19F23F3AFB}"/>
              </a:ext>
            </a:extLst>
          </p:cNvPr>
          <p:cNvSpPr>
            <a:spLocks xmlns:a="http://schemas.openxmlformats.org/drawingml/2006/main" noGrp="1"/>
          </p:cNvSpPr>
          <p:nvPr/>
        </p:nvSpPr>
        <p:spPr>
          <a:xfrm xmlns:a="http://schemas.openxmlformats.org/drawingml/2006/main">
            <a:off x="4429125" y="4095750"/>
            <a:ext cx="2914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1">
                <a:solidFill>
                  <a:srgbClr val="813838"/>
                </a:solidFill>
              </a:defRPr>
            </a:defPPr>
            <a:lvl1pPr>
              <a:buNone/>
              <a:defRPr sz="1200" b="1">
                <a:solidFill>
                  <a:srgbClr val="813838"/>
                </a:solidFill>
              </a:defRPr>
            </a:lvl1pPr>
            <a:lvl2pPr>
              <a:buNone/>
              <a:defRPr sz="1200" b="1">
                <a:solidFill>
                  <a:srgbClr val="813838"/>
                </a:solidFill>
              </a:defRPr>
            </a:lvl2pPr>
            <a:lvl3pPr>
              <a:buNone/>
              <a:defRPr sz="1200" b="1">
                <a:solidFill>
                  <a:srgbClr val="813838"/>
                </a:solidFill>
              </a:defRPr>
            </a:lvl3pPr>
            <a:lvl4pPr>
              <a:buNone/>
              <a:defRPr sz="1200" b="1">
                <a:solidFill>
                  <a:srgbClr val="813838"/>
                </a:solidFill>
              </a:defRPr>
            </a:lvl4pPr>
            <a:lvl5pPr>
              <a:buNone/>
              <a:defRPr sz="1200" b="1">
                <a:solidFill>
                  <a:srgbClr val="813838"/>
                </a:solidFill>
              </a:defRPr>
            </a:lvl5pPr>
            <a:lvl6pPr>
              <a:buNone/>
              <a:defRPr sz="1200" b="1">
                <a:solidFill>
                  <a:srgbClr val="813838"/>
                </a:solidFill>
              </a:defRPr>
            </a:lvl6pPr>
            <a:lvl7pPr>
              <a:buNone/>
              <a:defRPr sz="1200" b="1">
                <a:solidFill>
                  <a:srgbClr val="813838"/>
                </a:solidFill>
              </a:defRPr>
            </a:lvl7pPr>
            <a:lvl8pPr>
              <a:buNone/>
              <a:defRPr sz="1200" b="1">
                <a:solidFill>
                  <a:srgbClr val="813838"/>
                </a:solidFill>
              </a:defRPr>
            </a:lvl8pPr>
            <a:lvl9pPr>
              <a:buNone/>
              <a:defRPr sz="1200" b="1">
                <a:solidFill>
                  <a:srgbClr val="813838"/>
                </a:solidFill>
              </a:defRPr>
            </a:lvl9pPr>
          </a:lstStyle>
          <a:p xmlns:a="http://schemas.openxmlformats.org/drawingml/2006/main">
            <a:pPr>
              <a:buNone/>
              <a:defRPr sz="1200" b="1">
                <a:solidFill>
                  <a:srgbClr val="813838"/>
                </a:solidFill>
              </a:defRPr>
            </a:pPr>
            <a:r>
              <a:rPr sz="1200" b="1">
                <a:solidFill>
                  <a:srgbClr val="813838"/>
                </a:solidFill>
              </a:rPr>
              <a:t>Xtrenbo maps to J3590, not Q5157.</a:t>
            </a:r>
          </a:p>
        </p:txBody>
      </p:sp>
      <p:sp>
        <p:nvSpPr>
          <p:cNvPr id="17" name="gold-kicker">
            <a:extLst xmlns:a="http://schemas.openxmlformats.org/drawingml/2006/main">
              <a:ext uri="{FF2B5EF4-FFF2-40B4-BE49-F238E27FC236}">
                <a16:creationId xmlns:a16="http://schemas.microsoft.com/office/drawing/2014/main" id="{53D183F2-C129-4C20-AB9B-C3CB57E556A0}"/>
              </a:ext>
            </a:extLst>
          </p:cNvPr>
          <p:cNvSpPr>
            <a:spLocks xmlns:a="http://schemas.openxmlformats.org/drawingml/2006/main" noGrp="1"/>
          </p:cNvSpPr>
          <p:nvPr/>
        </p:nvSpPr>
        <p:spPr>
          <a:xfrm xmlns:a="http://schemas.openxmlformats.org/drawingml/2006/main">
            <a:off x="7848600" y="18859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0E8A78"/>
                </a:solidFill>
              </a:defRPr>
            </a:defPPr>
            <a:lvl1pPr>
              <a:buNone/>
              <a:defRPr sz="825" b="1">
                <a:solidFill>
                  <a:srgbClr val="0E8A78"/>
                </a:solidFill>
              </a:defRPr>
            </a:lvl1pPr>
            <a:lvl2pPr>
              <a:buNone/>
              <a:defRPr sz="825" b="1">
                <a:solidFill>
                  <a:srgbClr val="0E8A78"/>
                </a:solidFill>
              </a:defRPr>
            </a:lvl2pPr>
            <a:lvl3pPr>
              <a:buNone/>
              <a:defRPr sz="825" b="1">
                <a:solidFill>
                  <a:srgbClr val="0E8A78"/>
                </a:solidFill>
              </a:defRPr>
            </a:lvl3pPr>
            <a:lvl4pPr>
              <a:buNone/>
              <a:defRPr sz="825" b="1">
                <a:solidFill>
                  <a:srgbClr val="0E8A78"/>
                </a:solidFill>
              </a:defRPr>
            </a:lvl4pPr>
            <a:lvl5pPr>
              <a:buNone/>
              <a:defRPr sz="825" b="1">
                <a:solidFill>
                  <a:srgbClr val="0E8A78"/>
                </a:solidFill>
              </a:defRPr>
            </a:lvl5pPr>
            <a:lvl6pPr>
              <a:buNone/>
              <a:defRPr sz="825" b="1">
                <a:solidFill>
                  <a:srgbClr val="0E8A78"/>
                </a:solidFill>
              </a:defRPr>
            </a:lvl6pPr>
            <a:lvl7pPr>
              <a:buNone/>
              <a:defRPr sz="825" b="1">
                <a:solidFill>
                  <a:srgbClr val="0E8A78"/>
                </a:solidFill>
              </a:defRPr>
            </a:lvl7pPr>
            <a:lvl8pPr>
              <a:buNone/>
              <a:defRPr sz="825" b="1">
                <a:solidFill>
                  <a:srgbClr val="0E8A78"/>
                </a:solidFill>
              </a:defRPr>
            </a:lvl8pPr>
            <a:lvl9pPr>
              <a:buNone/>
              <a:defRPr sz="825" b="1">
                <a:solidFill>
                  <a:srgbClr val="0E8A78"/>
                </a:solidFill>
              </a:defRPr>
            </a:lvl9pPr>
          </a:lstStyle>
          <a:p xmlns:a="http://schemas.openxmlformats.org/drawingml/2006/main">
            <a:pPr>
              <a:buNone/>
              <a:defRPr sz="825" b="1">
                <a:solidFill>
                  <a:srgbClr val="0E8A78"/>
                </a:solidFill>
              </a:defRPr>
            </a:pPr>
            <a:r>
              <a:rPr sz="825" b="1">
                <a:solidFill>
                  <a:srgbClr val="0E8A78"/>
                </a:solidFill>
              </a:rPr>
              <a:t>VERIFIED GOLD</a:t>
            </a:r>
          </a:p>
        </p:txBody>
      </p:sp>
      <p:sp>
        <p:nvSpPr>
          <p:cNvPr id="18" name="gold-title">
            <a:extLst xmlns:a="http://schemas.openxmlformats.org/drawingml/2006/main">
              <a:ext uri="{FF2B5EF4-FFF2-40B4-BE49-F238E27FC236}">
                <a16:creationId xmlns:a16="http://schemas.microsoft.com/office/drawing/2014/main" id="{01503B4B-35E3-4047-8CF2-11324FC2A9C3}"/>
              </a:ext>
            </a:extLst>
          </p:cNvPr>
          <p:cNvSpPr>
            <a:spLocks xmlns:a="http://schemas.openxmlformats.org/drawingml/2006/main" noGrp="1"/>
          </p:cNvSpPr>
          <p:nvPr/>
        </p:nvSpPr>
        <p:spPr>
          <a:xfrm xmlns:a="http://schemas.openxmlformats.org/drawingml/2006/main">
            <a:off x="7848600" y="21526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203640"/>
                </a:solidFill>
              </a:defRPr>
            </a:defPPr>
            <a:lvl1pPr>
              <a:buNone/>
              <a:defRPr sz="1500" b="1">
                <a:solidFill>
                  <a:srgbClr val="203640"/>
                </a:solidFill>
              </a:defRPr>
            </a:lvl1pPr>
            <a:lvl2pPr>
              <a:buNone/>
              <a:defRPr sz="1500" b="1">
                <a:solidFill>
                  <a:srgbClr val="203640"/>
                </a:solidFill>
              </a:defRPr>
            </a:lvl2pPr>
            <a:lvl3pPr>
              <a:buNone/>
              <a:defRPr sz="1500" b="1">
                <a:solidFill>
                  <a:srgbClr val="203640"/>
                </a:solidFill>
              </a:defRPr>
            </a:lvl3pPr>
            <a:lvl4pPr>
              <a:buNone/>
              <a:defRPr sz="1500" b="1">
                <a:solidFill>
                  <a:srgbClr val="203640"/>
                </a:solidFill>
              </a:defRPr>
            </a:lvl4pPr>
            <a:lvl5pPr>
              <a:buNone/>
              <a:defRPr sz="1500" b="1">
                <a:solidFill>
                  <a:srgbClr val="203640"/>
                </a:solidFill>
              </a:defRPr>
            </a:lvl5pPr>
            <a:lvl6pPr>
              <a:buNone/>
              <a:defRPr sz="1500" b="1">
                <a:solidFill>
                  <a:srgbClr val="203640"/>
                </a:solidFill>
              </a:defRPr>
            </a:lvl6pPr>
            <a:lvl7pPr>
              <a:buNone/>
              <a:defRPr sz="1500" b="1">
                <a:solidFill>
                  <a:srgbClr val="203640"/>
                </a:solidFill>
              </a:defRPr>
            </a:lvl7pPr>
            <a:lvl8pPr>
              <a:buNone/>
              <a:defRPr sz="1500" b="1">
                <a:solidFill>
                  <a:srgbClr val="203640"/>
                </a:solidFill>
              </a:defRPr>
            </a:lvl8pPr>
            <a:lvl9pPr>
              <a:buNone/>
              <a:defRPr sz="1500" b="1">
                <a:solidFill>
                  <a:srgbClr val="203640"/>
                </a:solidFill>
              </a:defRPr>
            </a:lvl9pPr>
          </a:lstStyle>
          <a:p xmlns:a="http://schemas.openxmlformats.org/drawingml/2006/main">
            <a:pPr>
              <a:buNone/>
              <a:defRPr sz="1500" b="1">
                <a:solidFill>
                  <a:srgbClr val="203640"/>
                </a:solidFill>
              </a:defRPr>
            </a:pPr>
            <a:r>
              <a:rPr sz="1500" b="1">
                <a:solidFill>
                  <a:srgbClr val="203640"/>
                </a:solidFill>
              </a:rPr>
              <a:t>Only two Q5157 rows</a:t>
            </a:r>
          </a:p>
        </p:txBody>
      </p:sp>
      <p:sp>
        <p:nvSpPr>
          <p:cNvPr id="19" name="gold-box">
            <a:extLst xmlns:a="http://schemas.openxmlformats.org/drawingml/2006/main">
              <a:ext uri="{FF2B5EF4-FFF2-40B4-BE49-F238E27FC236}">
                <a16:creationId xmlns:a16="http://schemas.microsoft.com/office/drawing/2014/main" id="{1463440D-F129-4312-8D44-99FFF952B911}"/>
              </a:ext>
            </a:extLst>
          </p:cNvPr>
          <p:cNvSpPr>
            <a:spLocks xmlns:a="http://schemas.openxmlformats.org/drawingml/2006/main" noGrp="1"/>
          </p:cNvSpPr>
          <p:nvPr/>
        </p:nvSpPr>
        <p:spPr>
          <a:xfrm xmlns:a="http://schemas.openxmlformats.org/drawingml/2006/main">
            <a:off x="7848600" y="2571750"/>
            <a:ext cx="3333750" cy="2286000"/>
          </a:xfrm>
          <a:prstGeom xmlns:a="http://schemas.openxmlformats.org/drawingml/2006/main" prst="roundRect">
            <a:avLst>
              <a:gd name="adj" fmla="val 3333"/>
            </a:avLst>
          </a:prstGeom>
          <a:solidFill xmlns:a="http://schemas.openxmlformats.org/drawingml/2006/main">
            <a:srgbClr val="F0FAF7"/>
          </a:solidFill>
          <a:ln xmlns:a="http://schemas.openxmlformats.org/drawingml/2006/main" w="9525">
            <a:solidFill>
              <a:srgbClr val="AEDDD5"/>
            </a:solidFill>
            <a:prstDash val="solid"/>
          </a:ln>
        </p:spPr>
      </p:sp>
      <p:sp>
        <p:nvSpPr>
          <p:cNvPr id="20" name="gold-row-1">
            <a:extLst xmlns:a="http://schemas.openxmlformats.org/drawingml/2006/main">
              <a:ext uri="{FF2B5EF4-FFF2-40B4-BE49-F238E27FC236}">
                <a16:creationId xmlns:a16="http://schemas.microsoft.com/office/drawing/2014/main" id="{C6958F32-B7D4-42AE-A6E9-B8D9A95A7A7C}"/>
              </a:ext>
            </a:extLst>
          </p:cNvPr>
          <p:cNvSpPr>
            <a:spLocks xmlns:a="http://schemas.openxmlformats.org/drawingml/2006/main" noGrp="1"/>
          </p:cNvSpPr>
          <p:nvPr/>
        </p:nvSpPr>
        <p:spPr>
          <a:xfrm xmlns:a="http://schemas.openxmlformats.org/drawingml/2006/main">
            <a:off x="8058150" y="2800350"/>
            <a:ext cx="2914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5574F"/>
                </a:solidFill>
              </a:defRPr>
            </a:defPPr>
            <a:lvl1pPr>
              <a:buNone/>
              <a:defRPr sz="1125" b="1">
                <a:solidFill>
                  <a:srgbClr val="25574F"/>
                </a:solidFill>
              </a:defRPr>
            </a:lvl1pPr>
            <a:lvl2pPr>
              <a:buNone/>
              <a:defRPr sz="1125" b="1">
                <a:solidFill>
                  <a:srgbClr val="25574F"/>
                </a:solidFill>
              </a:defRPr>
            </a:lvl2pPr>
            <a:lvl3pPr>
              <a:buNone/>
              <a:defRPr sz="1125" b="1">
                <a:solidFill>
                  <a:srgbClr val="25574F"/>
                </a:solidFill>
              </a:defRPr>
            </a:lvl3pPr>
            <a:lvl4pPr>
              <a:buNone/>
              <a:defRPr sz="1125" b="1">
                <a:solidFill>
                  <a:srgbClr val="25574F"/>
                </a:solidFill>
              </a:defRPr>
            </a:lvl4pPr>
            <a:lvl5pPr>
              <a:buNone/>
              <a:defRPr sz="1125" b="1">
                <a:solidFill>
                  <a:srgbClr val="25574F"/>
                </a:solidFill>
              </a:defRPr>
            </a:lvl5pPr>
            <a:lvl6pPr>
              <a:buNone/>
              <a:defRPr sz="1125" b="1">
                <a:solidFill>
                  <a:srgbClr val="25574F"/>
                </a:solidFill>
              </a:defRPr>
            </a:lvl6pPr>
            <a:lvl7pPr>
              <a:buNone/>
              <a:defRPr sz="1125" b="1">
                <a:solidFill>
                  <a:srgbClr val="25574F"/>
                </a:solidFill>
              </a:defRPr>
            </a:lvl7pPr>
            <a:lvl8pPr>
              <a:buNone/>
              <a:defRPr sz="1125" b="1">
                <a:solidFill>
                  <a:srgbClr val="25574F"/>
                </a:solidFill>
              </a:defRPr>
            </a:lvl8pPr>
            <a:lvl9pPr>
              <a:buNone/>
              <a:defRPr sz="1125" b="1">
                <a:solidFill>
                  <a:srgbClr val="25574F"/>
                </a:solidFill>
              </a:defRPr>
            </a:lvl9pPr>
          </a:lstStyle>
          <a:p xmlns:a="http://schemas.openxmlformats.org/drawingml/2006/main">
            <a:pPr>
              <a:buNone/>
              <a:defRPr sz="1125" b="1">
                <a:solidFill>
                  <a:srgbClr val="25574F"/>
                </a:solidFill>
              </a:defRPr>
            </a:pPr>
            <a:r>
              <a:rPr sz="1125" b="1">
                <a:solidFill>
                  <a:srgbClr val="25574F"/>
                </a:solidFill>
              </a:rPr>
              <a:t>Osenvelt</a:t>
            </a:r>
          </a:p>
          <a:p xmlns:a="http://schemas.openxmlformats.org/drawingml/2006/main">
            <a:pPr>
              <a:buNone/>
              <a:defRPr sz="1125" b="1">
                <a:solidFill>
                  <a:srgbClr val="25574F"/>
                </a:solidFill>
              </a:defRPr>
            </a:pPr>
            <a:r>
              <a:rPr sz="1125" b="1">
                <a:solidFill>
                  <a:srgbClr val="25574F"/>
                </a:solidFill>
              </a:rPr>
              <a:t>Non-Preferred   |   Prior auth: Yes</a:t>
            </a:r>
          </a:p>
        </p:txBody>
      </p:sp>
      <p:sp>
        <p:nvSpPr>
          <p:cNvPr id="21" name="gold-row-2">
            <a:extLst xmlns:a="http://schemas.openxmlformats.org/drawingml/2006/main">
              <a:ext uri="{FF2B5EF4-FFF2-40B4-BE49-F238E27FC236}">
                <a16:creationId xmlns:a16="http://schemas.microsoft.com/office/drawing/2014/main" id="{D0AC570E-AF04-4EF7-82C5-036FE27F8C9E}"/>
              </a:ext>
            </a:extLst>
          </p:cNvPr>
          <p:cNvSpPr>
            <a:spLocks xmlns:a="http://schemas.openxmlformats.org/drawingml/2006/main" noGrp="1"/>
          </p:cNvSpPr>
          <p:nvPr/>
        </p:nvSpPr>
        <p:spPr>
          <a:xfrm xmlns:a="http://schemas.openxmlformats.org/drawingml/2006/main">
            <a:off x="8058150" y="3562350"/>
            <a:ext cx="2914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25574F"/>
                </a:solidFill>
              </a:defRPr>
            </a:defPPr>
            <a:lvl1pPr>
              <a:buNone/>
              <a:defRPr sz="1125" b="1">
                <a:solidFill>
                  <a:srgbClr val="25574F"/>
                </a:solidFill>
              </a:defRPr>
            </a:lvl1pPr>
            <a:lvl2pPr>
              <a:buNone/>
              <a:defRPr sz="1125" b="1">
                <a:solidFill>
                  <a:srgbClr val="25574F"/>
                </a:solidFill>
              </a:defRPr>
            </a:lvl2pPr>
            <a:lvl3pPr>
              <a:buNone/>
              <a:defRPr sz="1125" b="1">
                <a:solidFill>
                  <a:srgbClr val="25574F"/>
                </a:solidFill>
              </a:defRPr>
            </a:lvl3pPr>
            <a:lvl4pPr>
              <a:buNone/>
              <a:defRPr sz="1125" b="1">
                <a:solidFill>
                  <a:srgbClr val="25574F"/>
                </a:solidFill>
              </a:defRPr>
            </a:lvl4pPr>
            <a:lvl5pPr>
              <a:buNone/>
              <a:defRPr sz="1125" b="1">
                <a:solidFill>
                  <a:srgbClr val="25574F"/>
                </a:solidFill>
              </a:defRPr>
            </a:lvl5pPr>
            <a:lvl6pPr>
              <a:buNone/>
              <a:defRPr sz="1125" b="1">
                <a:solidFill>
                  <a:srgbClr val="25574F"/>
                </a:solidFill>
              </a:defRPr>
            </a:lvl6pPr>
            <a:lvl7pPr>
              <a:buNone/>
              <a:defRPr sz="1125" b="1">
                <a:solidFill>
                  <a:srgbClr val="25574F"/>
                </a:solidFill>
              </a:defRPr>
            </a:lvl7pPr>
            <a:lvl8pPr>
              <a:buNone/>
              <a:defRPr sz="1125" b="1">
                <a:solidFill>
                  <a:srgbClr val="25574F"/>
                </a:solidFill>
              </a:defRPr>
            </a:lvl8pPr>
            <a:lvl9pPr>
              <a:buNone/>
              <a:defRPr sz="1125" b="1">
                <a:solidFill>
                  <a:srgbClr val="25574F"/>
                </a:solidFill>
              </a:defRPr>
            </a:lvl9pPr>
          </a:lstStyle>
          <a:p xmlns:a="http://schemas.openxmlformats.org/drawingml/2006/main">
            <a:pPr>
              <a:buNone/>
              <a:defRPr sz="1125" b="1">
                <a:solidFill>
                  <a:srgbClr val="25574F"/>
                </a:solidFill>
              </a:defRPr>
            </a:pPr>
            <a:r>
              <a:rPr sz="1125" b="1">
                <a:solidFill>
                  <a:srgbClr val="25574F"/>
                </a:solidFill>
              </a:rPr>
              <a:t>Denosumab-Celtrion</a:t>
            </a:r>
          </a:p>
          <a:p xmlns:a="http://schemas.openxmlformats.org/drawingml/2006/main">
            <a:pPr>
              <a:buNone/>
              <a:defRPr sz="1125" b="1">
                <a:solidFill>
                  <a:srgbClr val="25574F"/>
                </a:solidFill>
              </a:defRPr>
            </a:pPr>
            <a:r>
              <a:rPr sz="1125" b="1">
                <a:solidFill>
                  <a:srgbClr val="25574F"/>
                </a:solidFill>
              </a:rPr>
              <a:t>Non-Preferred   |   Prior auth: Yes</a:t>
            </a:r>
          </a:p>
        </p:txBody>
      </p:sp>
      <p:sp>
        <p:nvSpPr>
          <p:cNvPr id="22" name="gold-note">
            <a:extLst xmlns:a="http://schemas.openxmlformats.org/drawingml/2006/main">
              <a:ext uri="{FF2B5EF4-FFF2-40B4-BE49-F238E27FC236}">
                <a16:creationId xmlns:a16="http://schemas.microsoft.com/office/drawing/2014/main" id="{7634EA4B-8D55-4C8F-BABF-FE6FFAACD72C}"/>
              </a:ext>
            </a:extLst>
          </p:cNvPr>
          <p:cNvSpPr>
            <a:spLocks xmlns:a="http://schemas.openxmlformats.org/drawingml/2006/main" noGrp="1"/>
          </p:cNvSpPr>
          <p:nvPr/>
        </p:nvSpPr>
        <p:spPr>
          <a:xfrm xmlns:a="http://schemas.openxmlformats.org/drawingml/2006/main">
            <a:off x="8058150" y="43624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1">
                <a:solidFill>
                  <a:srgbClr val="61716F"/>
                </a:solidFill>
              </a:defRPr>
            </a:defPPr>
            <a:lvl1pPr>
              <a:buNone/>
              <a:defRPr sz="975" b="1">
                <a:solidFill>
                  <a:srgbClr val="61716F"/>
                </a:solidFill>
              </a:defRPr>
            </a:lvl1pPr>
            <a:lvl2pPr>
              <a:buNone/>
              <a:defRPr sz="975" b="1">
                <a:solidFill>
                  <a:srgbClr val="61716F"/>
                </a:solidFill>
              </a:defRPr>
            </a:lvl2pPr>
            <a:lvl3pPr>
              <a:buNone/>
              <a:defRPr sz="975" b="1">
                <a:solidFill>
                  <a:srgbClr val="61716F"/>
                </a:solidFill>
              </a:defRPr>
            </a:lvl3pPr>
            <a:lvl4pPr>
              <a:buNone/>
              <a:defRPr sz="975" b="1">
                <a:solidFill>
                  <a:srgbClr val="61716F"/>
                </a:solidFill>
              </a:defRPr>
            </a:lvl4pPr>
            <a:lvl5pPr>
              <a:buNone/>
              <a:defRPr sz="975" b="1">
                <a:solidFill>
                  <a:srgbClr val="61716F"/>
                </a:solidFill>
              </a:defRPr>
            </a:lvl5pPr>
            <a:lvl6pPr>
              <a:buNone/>
              <a:defRPr sz="975" b="1">
                <a:solidFill>
                  <a:srgbClr val="61716F"/>
                </a:solidFill>
              </a:defRPr>
            </a:lvl6pPr>
            <a:lvl7pPr>
              <a:buNone/>
              <a:defRPr sz="975" b="1">
                <a:solidFill>
                  <a:srgbClr val="61716F"/>
                </a:solidFill>
              </a:defRPr>
            </a:lvl7pPr>
            <a:lvl8pPr>
              <a:buNone/>
              <a:defRPr sz="975" b="1">
                <a:solidFill>
                  <a:srgbClr val="61716F"/>
                </a:solidFill>
              </a:defRPr>
            </a:lvl8pPr>
            <a:lvl9pPr>
              <a:buNone/>
              <a:defRPr sz="975" b="1">
                <a:solidFill>
                  <a:srgbClr val="61716F"/>
                </a:solidFill>
              </a:defRPr>
            </a:lvl9pPr>
          </a:lstStyle>
          <a:p xmlns:a="http://schemas.openxmlformats.org/drawingml/2006/main">
            <a:pPr>
              <a:buNone/>
              <a:defRPr sz="975" b="1">
                <a:solidFill>
                  <a:srgbClr val="61716F"/>
                </a:solidFill>
              </a:defRPr>
            </a:pPr>
            <a:r>
              <a:rPr sz="975" b="1">
                <a:solidFill>
                  <a:srgbClr val="61716F"/>
                </a:solidFill>
              </a:rPr>
              <a:t>Xtrenbo: J3590</a:t>
            </a:r>
          </a:p>
        </p:txBody>
      </p:sp>
      <p:sp>
        <p:nvSpPr>
          <p:cNvPr id="23" name="verdict-label">
            <a:extLst xmlns:a="http://schemas.openxmlformats.org/drawingml/2006/main">
              <a:ext uri="{FF2B5EF4-FFF2-40B4-BE49-F238E27FC236}">
                <a16:creationId xmlns:a16="http://schemas.microsoft.com/office/drawing/2014/main" id="{407F1950-F048-4FA0-96A4-78F864B4FC05}"/>
              </a:ext>
            </a:extLst>
          </p:cNvPr>
          <p:cNvSpPr>
            <a:spLocks xmlns:a="http://schemas.openxmlformats.org/drawingml/2006/main" noGrp="1"/>
          </p:cNvSpPr>
          <p:nvPr/>
        </p:nvSpPr>
        <p:spPr>
          <a:xfrm xmlns:a="http://schemas.openxmlformats.org/drawingml/2006/main">
            <a:off x="590550" y="53244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825" b="1">
                <a:solidFill>
                  <a:srgbClr val="6E4BA2"/>
                </a:solidFill>
              </a:defRPr>
            </a:defPPr>
            <a:lvl1pPr>
              <a:buNone/>
              <a:defRPr sz="825" b="1">
                <a:solidFill>
                  <a:srgbClr val="6E4BA2"/>
                </a:solidFill>
              </a:defRPr>
            </a:lvl1pPr>
            <a:lvl2pPr>
              <a:buNone/>
              <a:defRPr sz="825" b="1">
                <a:solidFill>
                  <a:srgbClr val="6E4BA2"/>
                </a:solidFill>
              </a:defRPr>
            </a:lvl2pPr>
            <a:lvl3pPr>
              <a:buNone/>
              <a:defRPr sz="825" b="1">
                <a:solidFill>
                  <a:srgbClr val="6E4BA2"/>
                </a:solidFill>
              </a:defRPr>
            </a:lvl3pPr>
            <a:lvl4pPr>
              <a:buNone/>
              <a:defRPr sz="825" b="1">
                <a:solidFill>
                  <a:srgbClr val="6E4BA2"/>
                </a:solidFill>
              </a:defRPr>
            </a:lvl4pPr>
            <a:lvl5pPr>
              <a:buNone/>
              <a:defRPr sz="825" b="1">
                <a:solidFill>
                  <a:srgbClr val="6E4BA2"/>
                </a:solidFill>
              </a:defRPr>
            </a:lvl5pPr>
            <a:lvl6pPr>
              <a:buNone/>
              <a:defRPr sz="825" b="1">
                <a:solidFill>
                  <a:srgbClr val="6E4BA2"/>
                </a:solidFill>
              </a:defRPr>
            </a:lvl6pPr>
            <a:lvl7pPr>
              <a:buNone/>
              <a:defRPr sz="825" b="1">
                <a:solidFill>
                  <a:srgbClr val="6E4BA2"/>
                </a:solidFill>
              </a:defRPr>
            </a:lvl7pPr>
            <a:lvl8pPr>
              <a:buNone/>
              <a:defRPr sz="825" b="1">
                <a:solidFill>
                  <a:srgbClr val="6E4BA2"/>
                </a:solidFill>
              </a:defRPr>
            </a:lvl8pPr>
            <a:lvl9pPr>
              <a:buNone/>
              <a:defRPr sz="825" b="1">
                <a:solidFill>
                  <a:srgbClr val="6E4BA2"/>
                </a:solidFill>
              </a:defRPr>
            </a:lvl9pPr>
          </a:lstStyle>
          <a:p xmlns:a="http://schemas.openxmlformats.org/drawingml/2006/main">
            <a:pPr>
              <a:buNone/>
              <a:defRPr sz="825" b="1">
                <a:solidFill>
                  <a:srgbClr val="6E4BA2"/>
                </a:solidFill>
              </a:defRPr>
            </a:pPr>
            <a:r>
              <a:rPr sz="825" b="1">
                <a:solidFill>
                  <a:srgbClr val="6E4BA2"/>
                </a:solidFill>
              </a:rPr>
              <a:t>CORRECT VERDICT</a:t>
            </a:r>
          </a:p>
        </p:txBody>
      </p:sp>
      <p:sp>
        <p:nvSpPr>
          <p:cNvPr id="24" name="verdict-box">
            <a:extLst xmlns:a="http://schemas.openxmlformats.org/drawingml/2006/main">
              <a:ext uri="{FF2B5EF4-FFF2-40B4-BE49-F238E27FC236}">
                <a16:creationId xmlns:a16="http://schemas.microsoft.com/office/drawing/2014/main" id="{329F1523-C754-486F-83DA-978A04CDD57E}"/>
              </a:ext>
            </a:extLst>
          </p:cNvPr>
          <p:cNvSpPr>
            <a:spLocks xmlns:a="http://schemas.openxmlformats.org/drawingml/2006/main" noGrp="1"/>
          </p:cNvSpPr>
          <p:nvPr/>
        </p:nvSpPr>
        <p:spPr>
          <a:xfrm xmlns:a="http://schemas.openxmlformats.org/drawingml/2006/main">
            <a:off x="590550" y="5638800"/>
            <a:ext cx="10801350" cy="781050"/>
          </a:xfrm>
          <a:prstGeom xmlns:a="http://schemas.openxmlformats.org/drawingml/2006/main" prst="roundRect">
            <a:avLst>
              <a:gd name="adj" fmla="val 9756"/>
            </a:avLst>
          </a:prstGeom>
          <a:solidFill xmlns:a="http://schemas.openxmlformats.org/drawingml/2006/main">
            <a:srgbClr val="F4F1FA"/>
          </a:solidFill>
          <a:ln xmlns:a="http://schemas.openxmlformats.org/drawingml/2006/main" w="9525">
            <a:solidFill>
              <a:srgbClr val="C7B5DE"/>
            </a:solidFill>
            <a:prstDash val="solid"/>
          </a:ln>
        </p:spPr>
      </p:sp>
      <p:sp>
        <p:nvSpPr>
          <p:cNvPr id="25" name="verdict-no">
            <a:extLst xmlns:a="http://schemas.openxmlformats.org/drawingml/2006/main">
              <a:ext uri="{FF2B5EF4-FFF2-40B4-BE49-F238E27FC236}">
                <a16:creationId xmlns:a16="http://schemas.microsoft.com/office/drawing/2014/main" id="{012CE1B5-975C-4DE9-ACED-A19B16067F51}"/>
              </a:ext>
            </a:extLst>
          </p:cNvPr>
          <p:cNvSpPr>
            <a:spLocks xmlns:a="http://schemas.openxmlformats.org/drawingml/2006/main" noGrp="1"/>
          </p:cNvSpPr>
          <p:nvPr/>
        </p:nvSpPr>
        <p:spPr>
          <a:xfrm xmlns:a="http://schemas.openxmlformats.org/drawingml/2006/main">
            <a:off x="838200" y="5772150"/>
            <a:ext cx="85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250" b="1">
                <a:solidFill>
                  <a:srgbClr val="6E4BA2"/>
                </a:solidFill>
              </a:defRPr>
            </a:defPPr>
            <a:lvl1pPr algn="ctr">
              <a:buNone/>
              <a:defRPr sz="2250" b="1">
                <a:solidFill>
                  <a:srgbClr val="6E4BA2"/>
                </a:solidFill>
              </a:defRPr>
            </a:lvl1pPr>
            <a:lvl2pPr algn="ctr">
              <a:buNone/>
              <a:defRPr sz="2250" b="1">
                <a:solidFill>
                  <a:srgbClr val="6E4BA2"/>
                </a:solidFill>
              </a:defRPr>
            </a:lvl2pPr>
            <a:lvl3pPr algn="ctr">
              <a:buNone/>
              <a:defRPr sz="2250" b="1">
                <a:solidFill>
                  <a:srgbClr val="6E4BA2"/>
                </a:solidFill>
              </a:defRPr>
            </a:lvl3pPr>
            <a:lvl4pPr algn="ctr">
              <a:buNone/>
              <a:defRPr sz="2250" b="1">
                <a:solidFill>
                  <a:srgbClr val="6E4BA2"/>
                </a:solidFill>
              </a:defRPr>
            </a:lvl4pPr>
            <a:lvl5pPr algn="ctr">
              <a:buNone/>
              <a:defRPr sz="2250" b="1">
                <a:solidFill>
                  <a:srgbClr val="6E4BA2"/>
                </a:solidFill>
              </a:defRPr>
            </a:lvl5pPr>
            <a:lvl6pPr algn="ctr">
              <a:buNone/>
              <a:defRPr sz="2250" b="1">
                <a:solidFill>
                  <a:srgbClr val="6E4BA2"/>
                </a:solidFill>
              </a:defRPr>
            </a:lvl6pPr>
            <a:lvl7pPr algn="ctr">
              <a:buNone/>
              <a:defRPr sz="2250" b="1">
                <a:solidFill>
                  <a:srgbClr val="6E4BA2"/>
                </a:solidFill>
              </a:defRPr>
            </a:lvl7pPr>
            <a:lvl8pPr algn="ctr">
              <a:buNone/>
              <a:defRPr sz="2250" b="1">
                <a:solidFill>
                  <a:srgbClr val="6E4BA2"/>
                </a:solidFill>
              </a:defRPr>
            </a:lvl8pPr>
            <a:lvl9pPr algn="ctr">
              <a:buNone/>
              <a:defRPr sz="2250" b="1">
                <a:solidFill>
                  <a:srgbClr val="6E4BA2"/>
                </a:solidFill>
              </a:defRPr>
            </a:lvl9pPr>
          </a:lstStyle>
          <a:p xmlns:a="http://schemas.openxmlformats.org/drawingml/2006/main">
            <a:pPr algn="ctr">
              <a:buNone/>
              <a:defRPr sz="2250" b="1">
                <a:solidFill>
                  <a:srgbClr val="6E4BA2"/>
                </a:solidFill>
              </a:defRPr>
            </a:pPr>
            <a:r>
              <a:rPr sz="2250" b="1">
                <a:solidFill>
                  <a:srgbClr val="6E4BA2"/>
                </a:solidFill>
              </a:rPr>
              <a:t>NO</a:t>
            </a:r>
          </a:p>
        </p:txBody>
      </p:sp>
      <p:sp>
        <p:nvSpPr>
          <p:cNvPr id="26" name="verdict-main">
            <a:extLst xmlns:a="http://schemas.openxmlformats.org/drawingml/2006/main">
              <a:ext uri="{FF2B5EF4-FFF2-40B4-BE49-F238E27FC236}">
                <a16:creationId xmlns:a16="http://schemas.microsoft.com/office/drawing/2014/main" id="{8F995706-131C-483C-9179-B7BB9C15C005}"/>
              </a:ext>
            </a:extLst>
          </p:cNvPr>
          <p:cNvSpPr>
            <a:spLocks xmlns:a="http://schemas.openxmlformats.org/drawingml/2006/main" noGrp="1"/>
          </p:cNvSpPr>
          <p:nvPr/>
        </p:nvSpPr>
        <p:spPr>
          <a:xfrm xmlns:a="http://schemas.openxmlformats.org/drawingml/2006/main">
            <a:off x="2000250" y="571500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38" b="1">
                <a:solidFill>
                  <a:srgbClr val="3F3152"/>
                </a:solidFill>
              </a:defRPr>
            </a:defPPr>
            <a:lvl1pPr>
              <a:buNone/>
              <a:defRPr sz="1238" b="1">
                <a:solidFill>
                  <a:srgbClr val="3F3152"/>
                </a:solidFill>
              </a:defRPr>
            </a:lvl1pPr>
            <a:lvl2pPr>
              <a:buNone/>
              <a:defRPr sz="1238" b="1">
                <a:solidFill>
                  <a:srgbClr val="3F3152"/>
                </a:solidFill>
              </a:defRPr>
            </a:lvl2pPr>
            <a:lvl3pPr>
              <a:buNone/>
              <a:defRPr sz="1238" b="1">
                <a:solidFill>
                  <a:srgbClr val="3F3152"/>
                </a:solidFill>
              </a:defRPr>
            </a:lvl3pPr>
            <a:lvl4pPr>
              <a:buNone/>
              <a:defRPr sz="1238" b="1">
                <a:solidFill>
                  <a:srgbClr val="3F3152"/>
                </a:solidFill>
              </a:defRPr>
            </a:lvl4pPr>
            <a:lvl5pPr>
              <a:buNone/>
              <a:defRPr sz="1238" b="1">
                <a:solidFill>
                  <a:srgbClr val="3F3152"/>
                </a:solidFill>
              </a:defRPr>
            </a:lvl5pPr>
            <a:lvl6pPr>
              <a:buNone/>
              <a:defRPr sz="1238" b="1">
                <a:solidFill>
                  <a:srgbClr val="3F3152"/>
                </a:solidFill>
              </a:defRPr>
            </a:lvl6pPr>
            <a:lvl7pPr>
              <a:buNone/>
              <a:defRPr sz="1238" b="1">
                <a:solidFill>
                  <a:srgbClr val="3F3152"/>
                </a:solidFill>
              </a:defRPr>
            </a:lvl7pPr>
            <a:lvl8pPr>
              <a:buNone/>
              <a:defRPr sz="1238" b="1">
                <a:solidFill>
                  <a:srgbClr val="3F3152"/>
                </a:solidFill>
              </a:defRPr>
            </a:lvl8pPr>
            <a:lvl9pPr>
              <a:buNone/>
              <a:defRPr sz="1238" b="1">
                <a:solidFill>
                  <a:srgbClr val="3F3152"/>
                </a:solidFill>
              </a:defRPr>
            </a:lvl9pPr>
          </a:lstStyle>
          <a:p xmlns:a="http://schemas.openxmlformats.org/drawingml/2006/main">
            <a:pPr>
              <a:buNone/>
              <a:defRPr sz="1238" b="1">
                <a:solidFill>
                  <a:srgbClr val="3F3152"/>
                </a:solidFill>
              </a:defRPr>
            </a:pPr>
            <a:r>
              <a:rPr sz="1238" b="1">
                <a:solidFill>
                  <a:srgbClr val="3F3152"/>
                </a:solidFill>
              </a:rPr>
              <a:t>The candidate answer is incorrect because it includes drugs outside Q5157.</a:t>
            </a:r>
          </a:p>
        </p:txBody>
      </p:sp>
      <p:sp>
        <p:nvSpPr>
          <p:cNvPr id="27" name="verdict-detail">
            <a:extLst xmlns:a="http://schemas.openxmlformats.org/drawingml/2006/main">
              <a:ext uri="{FF2B5EF4-FFF2-40B4-BE49-F238E27FC236}">
                <a16:creationId xmlns:a16="http://schemas.microsoft.com/office/drawing/2014/main" id="{8FCF5414-EAD7-4C31-AD4F-DDD6B9A82C2B}"/>
              </a:ext>
            </a:extLst>
          </p:cNvPr>
          <p:cNvSpPr>
            <a:spLocks xmlns:a="http://schemas.openxmlformats.org/drawingml/2006/main" noGrp="1"/>
          </p:cNvSpPr>
          <p:nvPr/>
        </p:nvSpPr>
        <p:spPr>
          <a:xfrm xmlns:a="http://schemas.openxmlformats.org/drawingml/2006/main">
            <a:off x="2000250" y="609600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38">
                <a:solidFill>
                  <a:srgbClr val="5A4C68"/>
                </a:solidFill>
              </a:defRPr>
            </a:defPPr>
            <a:lvl1pPr>
              <a:buNone/>
              <a:defRPr sz="938">
                <a:solidFill>
                  <a:srgbClr val="5A4C68"/>
                </a:solidFill>
              </a:defRPr>
            </a:lvl1pPr>
            <a:lvl2pPr>
              <a:buNone/>
              <a:defRPr sz="938">
                <a:solidFill>
                  <a:srgbClr val="5A4C68"/>
                </a:solidFill>
              </a:defRPr>
            </a:lvl2pPr>
            <a:lvl3pPr>
              <a:buNone/>
              <a:defRPr sz="938">
                <a:solidFill>
                  <a:srgbClr val="5A4C68"/>
                </a:solidFill>
              </a:defRPr>
            </a:lvl3pPr>
            <a:lvl4pPr>
              <a:buNone/>
              <a:defRPr sz="938">
                <a:solidFill>
                  <a:srgbClr val="5A4C68"/>
                </a:solidFill>
              </a:defRPr>
            </a:lvl4pPr>
            <a:lvl5pPr>
              <a:buNone/>
              <a:defRPr sz="938">
                <a:solidFill>
                  <a:srgbClr val="5A4C68"/>
                </a:solidFill>
              </a:defRPr>
            </a:lvl5pPr>
            <a:lvl6pPr>
              <a:buNone/>
              <a:defRPr sz="938">
                <a:solidFill>
                  <a:srgbClr val="5A4C68"/>
                </a:solidFill>
              </a:defRPr>
            </a:lvl6pPr>
            <a:lvl7pPr>
              <a:buNone/>
              <a:defRPr sz="938">
                <a:solidFill>
                  <a:srgbClr val="5A4C68"/>
                </a:solidFill>
              </a:defRPr>
            </a:lvl7pPr>
            <a:lvl8pPr>
              <a:buNone/>
              <a:defRPr sz="938">
                <a:solidFill>
                  <a:srgbClr val="5A4C68"/>
                </a:solidFill>
              </a:defRPr>
            </a:lvl8pPr>
            <a:lvl9pPr>
              <a:buNone/>
              <a:defRPr sz="938">
                <a:solidFill>
                  <a:srgbClr val="5A4C68"/>
                </a:solidFill>
              </a:defRPr>
            </a:lvl9pPr>
          </a:lstStyle>
          <a:p xmlns:a="http://schemas.openxmlformats.org/drawingml/2006/main">
            <a:pPr>
              <a:buNone/>
              <a:defRPr sz="938">
                <a:solidFill>
                  <a:srgbClr val="5A4C68"/>
                </a:solidFill>
              </a:defRPr>
            </a:pPr>
            <a:r>
              <a:rPr sz="938">
                <a:solidFill>
                  <a:srgbClr val="5A4C68"/>
                </a:solidFill>
              </a:rPr>
              <a:t>The outcome stays NO, but the judge rationale is partially hallucinated because Xtrenbo belongs to J3590.</a:t>
            </a:r>
          </a:p>
        </p:txBody>
      </p:sp>
      <p:sp>
        <p:nvSpPr>
          <p:cNvPr id="28" name="scoring-rule">
            <a:extLst xmlns:a="http://schemas.openxmlformats.org/drawingml/2006/main">
              <a:ext uri="{FF2B5EF4-FFF2-40B4-BE49-F238E27FC236}">
                <a16:creationId xmlns:a16="http://schemas.microsoft.com/office/drawing/2014/main" id="{DEEE2319-E1BD-4C44-88DC-C7D0D9B2246C}"/>
              </a:ext>
            </a:extLst>
          </p:cNvPr>
          <p:cNvSpPr>
            <a:spLocks xmlns:a="http://schemas.openxmlformats.org/drawingml/2006/main" noGrp="1"/>
          </p:cNvSpPr>
          <p:nvPr/>
        </p:nvSpPr>
        <p:spPr>
          <a:xfrm xmlns:a="http://schemas.openxmlformats.org/drawingml/2006/main">
            <a:off x="590550" y="6496050"/>
            <a:ext cx="10801350" cy="266700"/>
          </a:xfrm>
          <a:prstGeom xmlns:a="http://schemas.openxmlformats.org/drawingml/2006/main" prst="roundRect">
            <a:avLst>
              <a:gd name="adj" fmla="val 17857"/>
            </a:avLst>
          </a:prstGeom>
          <a:solidFill xmlns:a="http://schemas.openxmlformats.org/drawingml/2006/main">
            <a:srgbClr val="102B35"/>
          </a:solidFill>
          <a:ln xmlns:a="http://schemas.openxmlformats.org/drawingml/2006/main" w="9525">
            <a:solidFill>
              <a:srgbClr val="102B35"/>
            </a:solidFill>
            <a:prstDash val="solid"/>
          </a:ln>
        </p:spPr>
      </p:sp>
      <p:sp>
        <p:nvSpPr>
          <p:cNvPr id="29" name="scoring-rule-text">
            <a:extLst xmlns:a="http://schemas.openxmlformats.org/drawingml/2006/main">
              <a:ext uri="{FF2B5EF4-FFF2-40B4-BE49-F238E27FC236}">
                <a16:creationId xmlns:a16="http://schemas.microsoft.com/office/drawing/2014/main" id="{3CD36136-3C9B-428E-9641-393E06A52C0C}"/>
              </a:ext>
            </a:extLst>
          </p:cNvPr>
          <p:cNvSpPr>
            <a:spLocks xmlns:a="http://schemas.openxmlformats.org/drawingml/2006/main" noGrp="1"/>
          </p:cNvSpPr>
          <p:nvPr/>
        </p:nvSpPr>
        <p:spPr>
          <a:xfrm xmlns:a="http://schemas.openxmlformats.org/drawingml/2006/main">
            <a:off x="781050" y="6543675"/>
            <a:ext cx="10420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938" b="1">
                <a:solidFill>
                  <a:srgbClr val="FFFFFF"/>
                </a:solidFill>
              </a:defRPr>
            </a:defPPr>
            <a:lvl1pPr algn="ctr">
              <a:buNone/>
              <a:defRPr sz="938" b="1">
                <a:solidFill>
                  <a:srgbClr val="FFFFFF"/>
                </a:solidFill>
              </a:defRPr>
            </a:lvl1pPr>
            <a:lvl2pPr algn="ctr">
              <a:buNone/>
              <a:defRPr sz="938" b="1">
                <a:solidFill>
                  <a:srgbClr val="FFFFFF"/>
                </a:solidFill>
              </a:defRPr>
            </a:lvl2pPr>
            <a:lvl3pPr algn="ctr">
              <a:buNone/>
              <a:defRPr sz="938" b="1">
                <a:solidFill>
                  <a:srgbClr val="FFFFFF"/>
                </a:solidFill>
              </a:defRPr>
            </a:lvl3pPr>
            <a:lvl4pPr algn="ctr">
              <a:buNone/>
              <a:defRPr sz="938" b="1">
                <a:solidFill>
                  <a:srgbClr val="FFFFFF"/>
                </a:solidFill>
              </a:defRPr>
            </a:lvl4pPr>
            <a:lvl5pPr algn="ctr">
              <a:buNone/>
              <a:defRPr sz="938" b="1">
                <a:solidFill>
                  <a:srgbClr val="FFFFFF"/>
                </a:solidFill>
              </a:defRPr>
            </a:lvl5pPr>
            <a:lvl6pPr algn="ctr">
              <a:buNone/>
              <a:defRPr sz="938" b="1">
                <a:solidFill>
                  <a:srgbClr val="FFFFFF"/>
                </a:solidFill>
              </a:defRPr>
            </a:lvl6pPr>
            <a:lvl7pPr algn="ctr">
              <a:buNone/>
              <a:defRPr sz="938" b="1">
                <a:solidFill>
                  <a:srgbClr val="FFFFFF"/>
                </a:solidFill>
              </a:defRPr>
            </a:lvl7pPr>
            <a:lvl8pPr algn="ctr">
              <a:buNone/>
              <a:defRPr sz="938" b="1">
                <a:solidFill>
                  <a:srgbClr val="FFFFFF"/>
                </a:solidFill>
              </a:defRPr>
            </a:lvl8pPr>
            <a:lvl9pPr algn="ctr">
              <a:buNone/>
              <a:defRPr sz="938" b="1">
                <a:solidFill>
                  <a:srgbClr val="FFFFFF"/>
                </a:solidFill>
              </a:defRPr>
            </a:lvl9pPr>
          </a:lstStyle>
          <a:p xmlns:a="http://schemas.openxmlformats.org/drawingml/2006/main">
            <a:pPr algn="ctr">
              <a:buNone/>
              <a:defRPr sz="938" b="1">
                <a:solidFill>
                  <a:srgbClr val="FFFFFF"/>
                </a:solidFill>
              </a:defRPr>
            </a:pPr>
            <a:r>
              <a:rPr sz="938" b="1">
                <a:solidFill>
                  <a:srgbClr val="FFFFFF"/>
                </a:solidFill>
              </a:rPr>
              <a:t>Store two labels: ANSWER = FAIL   and   JUDGE RATIONALE = PARTIALLY HALLUCINATED</a:t>
            </a:r>
          </a:p>
        </p:txBody>
      </p:sp>
    </p:spTree>
    <p:extLst>
      <p:ext uri="{BB962C8B-B14F-4D97-AF65-F5344CB8AC3E}">
        <p14:creationId xmlns:p14="http://schemas.microsoft.com/office/powerpoint/2010/main" val="147445394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220" name="Google Shape;220;p15">
            <a:extLst xmlns:a="http://schemas.openxmlformats.org/drawingml/2006/main">
              <a:ext uri="{FF2B5EF4-FFF2-40B4-BE49-F238E27FC236}">
                <a16:creationId xmlns:a16="http://schemas.microsoft.com/office/drawing/2014/main" id="{CE2081D3-B8B1-4E99-AE85-96DBDFA1CE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aea7fa7e75a41ea">
            <a:alphaModFix/>
          </a:blip>
          <a:srcRect xmlns:a="http://schemas.openxmlformats.org/drawingml/2006/main" l="0" t="0" r="0" b="0"/>
          <a:stretch xmlns:a="http://schemas.openxmlformats.org/drawingml/2006/main"/>
        </p:blipFill>
        <p:spPr>
          <a:xfrm xmlns:a="http://schemas.openxmlformats.org/drawingml/2006/main">
            <a:off x="152400" y="152400"/>
            <a:ext cx="11887199" cy="6327392"/>
          </a:xfrm>
          <a:prstGeom xmlns:a="http://schemas.openxmlformats.org/drawingml/2006/main" prst="rect">
            <a:avLst/>
          </a:prstGeom>
          <a:ln xmlns:a="http://schemas.openxmlformats.org/drawingml/2006/main">
            <a:noFill/>
          </a:ln>
        </p:spPr>
      </p:pic>
      <p:sp>
        <p:nvSpPr>
          <p:cNvPr id="221" name="Google Shape;221;p15">
            <a:extLst xmlns:a="http://schemas.openxmlformats.org/drawingml/2006/main">
              <a:ext uri="{FF2B5EF4-FFF2-40B4-BE49-F238E27FC236}">
                <a16:creationId xmlns:a16="http://schemas.microsoft.com/office/drawing/2014/main" id="{BCE02C3A-E528-4C89-8DD7-125D90C563D8}"/>
              </a:ext>
            </a:extLst>
          </p:cNvPr>
          <p:cNvSpPr>
            <a:spLocks xmlns:a="http://schemas.openxmlformats.org/drawingml/2006/main" noGrp="1"/>
          </p:cNvSpPr>
          <p:nvPr/>
        </p:nvSpPr>
        <p:spPr>
          <a:xfrm xmlns:a="http://schemas.openxmlformats.org/drawingml/2006/main">
            <a:off x="489900" y="3863575"/>
            <a:ext cx="3000000" cy="190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r>
              <a:rPr sz="1600" b="0" i="1" u="none" strike="noStrike" cap="none">
                <a:solidFill>
                  <a:schemeClr val="dk1"/>
                </a:solidFill>
                <a:latin typeface="Arial"/>
                <a:ea typeface="Arial"/>
                <a:cs typeface="Arial"/>
              </a:rPr>
              <a:t>Initial hybrid retrieval: </a:t>
            </a:r>
            <a:r>
              <a:rPr sz="1600" b="1" i="1" u="none" strike="noStrike" cap="none">
                <a:solidFill>
                  <a:schemeClr val="dk1"/>
                </a:solidFill>
                <a:latin typeface="Arial"/>
                <a:ea typeface="Arial"/>
                <a:cs typeface="Arial"/>
              </a:rPr>
              <a:t>top 150 chunks</a:t>
            </a:r>
            <a:endParaRPr sz="1600" b="1"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600"/>
              <a:buFont typeface="Arial"/>
              <a:buNone/>
            </a:pPr>
            <a:r>
              <a:rPr sz="1600" b="0" i="1" u="none" strike="noStrike" cap="none">
                <a:solidFill>
                  <a:schemeClr val="dk1"/>
                </a:solidFill>
                <a:latin typeface="Arial"/>
                <a:ea typeface="Arial"/>
                <a:cs typeface="Arial"/>
              </a:rPr>
              <a:t>Reranker scores those 150 chunks with the query</a:t>
            </a:r>
            <a:endParaRPr sz="1600" b="0"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600"/>
              <a:buFont typeface="Arial"/>
              <a:buNone/>
            </a:pPr>
            <a:r>
              <a:rPr sz="1600" b="0" i="1" u="none" strike="noStrike" cap="none">
                <a:solidFill>
                  <a:schemeClr val="dk1"/>
                </a:solidFill>
                <a:latin typeface="Arial"/>
                <a:ea typeface="Arial"/>
                <a:cs typeface="Arial"/>
              </a:rPr>
              <a:t>Retain </a:t>
            </a:r>
            <a:r>
              <a:rPr sz="1600" b="1" i="1" u="none" strike="noStrike" cap="none">
                <a:solidFill>
                  <a:schemeClr val="dk1"/>
                </a:solidFill>
                <a:latin typeface="Arial"/>
                <a:ea typeface="Arial"/>
                <a:cs typeface="Arial"/>
              </a:rPr>
              <a:t>top 20 chunks</a:t>
            </a:r>
            <a:endParaRPr sz="1600" b="1" i="1"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600"/>
              <a:buFont typeface="Arial"/>
              <a:buNone/>
            </a:pPr>
            <a:r>
              <a:rPr sz="1600" b="0" i="1" u="none" strike="noStrike" cap="none">
                <a:solidFill>
                  <a:schemeClr val="dk1"/>
                </a:solidFill>
                <a:latin typeface="Arial"/>
                <a:ea typeface="Arial"/>
                <a:cs typeface="Arial"/>
              </a:rPr>
              <a:t>Pass those 20 chunks to the LLM</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49387956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227" name="Google Shape;227;p16">
            <a:extLst xmlns:a="http://schemas.openxmlformats.org/drawingml/2006/main">
              <a:ext uri="{FF2B5EF4-FFF2-40B4-BE49-F238E27FC236}">
                <a16:creationId xmlns:a16="http://schemas.microsoft.com/office/drawing/2014/main" id="{13CFA6B0-5D0C-417D-8F52-5CE08AA46D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95bed12b77f4acd">
            <a:alphaModFix/>
          </a:blip>
          <a:srcRect xmlns:a="http://schemas.openxmlformats.org/drawingml/2006/main" l="0" t="0" r="0" b="0"/>
          <a:stretch xmlns:a="http://schemas.openxmlformats.org/drawingml/2006/main"/>
        </p:blipFill>
        <p:spPr>
          <a:xfrm xmlns:a="http://schemas.openxmlformats.org/drawingml/2006/main">
            <a:off x="152400" y="152400"/>
            <a:ext cx="11887202" cy="632298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1441307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233" name="Google Shape;233;p17">
            <a:extLst xmlns:a="http://schemas.openxmlformats.org/drawingml/2006/main">
              <a:ext uri="{FF2B5EF4-FFF2-40B4-BE49-F238E27FC236}">
                <a16:creationId xmlns:a16="http://schemas.microsoft.com/office/drawing/2014/main" id="{E0EE47D2-2A1B-483B-B538-6412DC8479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d13de25a76412e">
            <a:alphaModFix/>
          </a:blip>
          <a:srcRect xmlns:a="http://schemas.openxmlformats.org/drawingml/2006/main" l="0" t="0" r="0" b="0"/>
          <a:stretch xmlns:a="http://schemas.openxmlformats.org/drawingml/2006/main"/>
        </p:blipFill>
        <p:spPr>
          <a:xfrm xmlns:a="http://schemas.openxmlformats.org/drawingml/2006/main">
            <a:off x="152400" y="152400"/>
            <a:ext cx="10267988"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4701428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2" name="Picture 1">
            <a:extLst xmlns:a="http://schemas.openxmlformats.org/drawingml/2006/main">
              <a:ext uri="{FF2B5EF4-FFF2-40B4-BE49-F238E27FC236}">
                <a16:creationId xmlns:a16="http://schemas.microsoft.com/office/drawing/2014/main" id="{8B570D31-F280-4B5A-B8F2-9D48F928F81B}"/>
              </a:ext>
            </a:extLst>
          </p:cNvPr>
          <p:cNvPicPr>
            <a:picLocks xmlns:a="http://schemas.openxmlformats.org/drawingml/2006/main" noChangeAspect="1"/>
          </p:cNvPicPr>
          <p:nvPr/>
        </p:nvPicPr>
        <p:blipFill>
          <a:blip xmlns:r="http://schemas.openxmlformats.org/officeDocument/2006/relationships" xmlns:a="http://schemas.openxmlformats.org/drawingml/2006/main" r:embed="R9ab22b22a90c489d"/>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45813622"/>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239" name="Google Shape;239;p18">
            <a:extLst xmlns:a="http://schemas.openxmlformats.org/drawingml/2006/main">
              <a:ext uri="{FF2B5EF4-FFF2-40B4-BE49-F238E27FC236}">
                <a16:creationId xmlns:a16="http://schemas.microsoft.com/office/drawing/2014/main" id="{141E3CE4-8C5D-4BF3-B66D-4181529EF7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e9311e75cb74c5d">
            <a:alphaModFix/>
          </a:blip>
          <a:srcRect xmlns:a="http://schemas.openxmlformats.org/drawingml/2006/main" l="0" t="0" r="0" b="0"/>
          <a:stretch xmlns:a="http://schemas.openxmlformats.org/drawingml/2006/main"/>
        </p:blipFill>
        <p:spPr>
          <a:xfrm xmlns:a="http://schemas.openxmlformats.org/drawingml/2006/main">
            <a:off x="152400" y="152400"/>
            <a:ext cx="11887202" cy="569068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984445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pic>
        <p:nvPicPr>
          <p:cNvPr id="245" name="Google Shape;245;p19">
            <a:extLst xmlns:a="http://schemas.openxmlformats.org/drawingml/2006/main">
              <a:ext uri="{FF2B5EF4-FFF2-40B4-BE49-F238E27FC236}">
                <a16:creationId xmlns:a16="http://schemas.microsoft.com/office/drawing/2014/main" id="{EA0EE9A1-FE84-4306-9AB7-980495FF15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24090dc53045a6">
            <a:alphaModFix/>
          </a:blip>
          <a:srcRect xmlns:a="http://schemas.openxmlformats.org/drawingml/2006/main" l="0" t="0" r="0" b="0"/>
          <a:stretch xmlns:a="http://schemas.openxmlformats.org/drawingml/2006/main"/>
        </p:blipFill>
        <p:spPr>
          <a:xfrm xmlns:a="http://schemas.openxmlformats.org/drawingml/2006/main">
            <a:off x="152400" y="152400"/>
            <a:ext cx="10609941"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91786549"/>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pic>
        <p:nvPicPr>
          <p:cNvPr id="251" name="Google Shape;251;p20">
            <a:extLst xmlns:a="http://schemas.openxmlformats.org/drawingml/2006/main">
              <a:ext uri="{FF2B5EF4-FFF2-40B4-BE49-F238E27FC236}">
                <a16:creationId xmlns:a16="http://schemas.microsoft.com/office/drawing/2014/main" id="{FC69864C-5004-431B-B457-FB8CF65991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e1275670cf94fc7">
            <a:alphaModFix/>
          </a:blip>
          <a:srcRect xmlns:a="http://schemas.openxmlformats.org/drawingml/2006/main" l="0" t="0" r="0" b="0"/>
          <a:stretch xmlns:a="http://schemas.openxmlformats.org/drawingml/2006/main"/>
        </p:blipFill>
        <p:spPr>
          <a:xfrm xmlns:a="http://schemas.openxmlformats.org/drawingml/2006/main">
            <a:off x="152400" y="152400"/>
            <a:ext cx="11887202" cy="556422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3874482"/>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257" name="Google Shape;257;p21">
            <a:extLst xmlns:a="http://schemas.openxmlformats.org/drawingml/2006/main">
              <a:ext uri="{FF2B5EF4-FFF2-40B4-BE49-F238E27FC236}">
                <a16:creationId xmlns:a16="http://schemas.microsoft.com/office/drawing/2014/main" id="{50FED5E2-4001-412A-8A22-E63AD899611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9b94b8976846f1">
            <a:alphaModFix/>
          </a:blip>
          <a:srcRect xmlns:a="http://schemas.openxmlformats.org/drawingml/2006/main" l="0" t="0" r="0" b="0"/>
          <a:stretch xmlns:a="http://schemas.openxmlformats.org/drawingml/2006/main"/>
        </p:blipFill>
        <p:spPr>
          <a:xfrm xmlns:a="http://schemas.openxmlformats.org/drawingml/2006/main">
            <a:off x="152400" y="152400"/>
            <a:ext cx="11846171"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1201956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pic>
        <p:nvPicPr>
          <p:cNvPr id="263" name="Google Shape;263;p22">
            <a:extLst xmlns:a="http://schemas.openxmlformats.org/drawingml/2006/main">
              <a:ext uri="{FF2B5EF4-FFF2-40B4-BE49-F238E27FC236}">
                <a16:creationId xmlns:a16="http://schemas.microsoft.com/office/drawing/2014/main" id="{DF6A584D-C266-4AC3-AD89-963B5E0FCEB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cb97f1b89954c20">
            <a:alphaModFix/>
          </a:blip>
          <a:srcRect xmlns:a="http://schemas.openxmlformats.org/drawingml/2006/main" l="0" t="0" r="0" b="0"/>
          <a:stretch xmlns:a="http://schemas.openxmlformats.org/drawingml/2006/main"/>
        </p:blipFill>
        <p:spPr>
          <a:xfrm xmlns:a="http://schemas.openxmlformats.org/drawingml/2006/main">
            <a:off x="0" y="1105950"/>
            <a:ext cx="11887201" cy="575205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5610269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pic>
        <p:nvPicPr>
          <p:cNvPr id="269" name="Google Shape;269;p23">
            <a:extLst xmlns:a="http://schemas.openxmlformats.org/drawingml/2006/main">
              <a:ext uri="{FF2B5EF4-FFF2-40B4-BE49-F238E27FC236}">
                <a16:creationId xmlns:a16="http://schemas.microsoft.com/office/drawing/2014/main" id="{C55F1C20-6746-4B8F-8AA5-536A1C14BCB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5833805d1d4f29">
            <a:alphaModFix/>
          </a:blip>
          <a:srcRect xmlns:a="http://schemas.openxmlformats.org/drawingml/2006/main" l="0" t="0" r="0" b="0"/>
          <a:stretch xmlns:a="http://schemas.openxmlformats.org/drawingml/2006/main"/>
        </p:blipFill>
        <p:spPr>
          <a:xfrm xmlns:a="http://schemas.openxmlformats.org/drawingml/2006/main">
            <a:off x="152400" y="152400"/>
            <a:ext cx="11482729"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33325018"/>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275" name="Google Shape;275;p24">
            <a:extLst xmlns:a="http://schemas.openxmlformats.org/drawingml/2006/main">
              <a:ext uri="{FF2B5EF4-FFF2-40B4-BE49-F238E27FC236}">
                <a16:creationId xmlns:a16="http://schemas.microsoft.com/office/drawing/2014/main" id="{4EE2B07B-9D0D-47CF-8D5C-A414EAB15E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3596110480943e1">
            <a:alphaModFix/>
          </a:blip>
          <a:srcRect xmlns:a="http://schemas.openxmlformats.org/drawingml/2006/main" l="0" t="0" r="0" b="0"/>
          <a:stretch xmlns:a="http://schemas.openxmlformats.org/drawingml/2006/main"/>
        </p:blipFill>
        <p:spPr>
          <a:xfrm xmlns:a="http://schemas.openxmlformats.org/drawingml/2006/main">
            <a:off x="152400" y="152400"/>
            <a:ext cx="11887201" cy="59436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05518447"/>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281" name="Google Shape;281;p25">
            <a:extLst xmlns:a="http://schemas.openxmlformats.org/drawingml/2006/main">
              <a:ext uri="{FF2B5EF4-FFF2-40B4-BE49-F238E27FC236}">
                <a16:creationId xmlns:a16="http://schemas.microsoft.com/office/drawing/2014/main" id="{009281DA-C964-4A58-A176-604116A9614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9a98156a5146aa">
            <a:alphaModFix/>
          </a:blip>
          <a:srcRect xmlns:a="http://schemas.openxmlformats.org/drawingml/2006/main" l="0" t="0" r="0" b="0"/>
          <a:stretch xmlns:a="http://schemas.openxmlformats.org/drawingml/2006/main"/>
        </p:blipFill>
        <p:spPr>
          <a:xfrm xmlns:a="http://schemas.openxmlformats.org/drawingml/2006/main">
            <a:off x="152400" y="152400"/>
            <a:ext cx="11887200" cy="544132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2642841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87" name="Google Shape;287;p26">
            <a:extLst xmlns:a="http://schemas.openxmlformats.org/drawingml/2006/main">
              <a:ext uri="{FF2B5EF4-FFF2-40B4-BE49-F238E27FC236}">
                <a16:creationId xmlns:a16="http://schemas.microsoft.com/office/drawing/2014/main" id="{AC830464-3923-479D-80BF-A546F73C915F}"/>
              </a:ext>
            </a:extLst>
          </p:cNvPr>
          <p:cNvSpPr>
            <a:spLocks xmlns:a="http://schemas.openxmlformats.org/drawingml/2006/main" noGrp="1"/>
          </p:cNvSpPr>
          <p:nvPr/>
        </p:nvSpPr>
        <p:spPr>
          <a:xfrm xmlns:a="http://schemas.openxmlformats.org/drawingml/2006/main">
            <a:off x="3906550" y="105075"/>
            <a:ext cx="55017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Agentic Search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pic>
        <p:nvPicPr>
          <p:cNvPr id="288" name="Google Shape;288;p26">
            <a:extLst xmlns:a="http://schemas.openxmlformats.org/drawingml/2006/main">
              <a:ext uri="{FF2B5EF4-FFF2-40B4-BE49-F238E27FC236}">
                <a16:creationId xmlns:a16="http://schemas.microsoft.com/office/drawing/2014/main" id="{30094022-E077-4425-B5F8-012A3C6A85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fb3c884ccee4193">
            <a:alphaModFix/>
          </a:blip>
          <a:srcRect xmlns:a="http://schemas.openxmlformats.org/drawingml/2006/main" l="0" t="0" r="0" b="0"/>
          <a:stretch xmlns:a="http://schemas.openxmlformats.org/drawingml/2006/main"/>
        </p:blipFill>
        <p:spPr>
          <a:xfrm xmlns:a="http://schemas.openxmlformats.org/drawingml/2006/main">
            <a:off x="152400" y="873075"/>
            <a:ext cx="11887200" cy="554736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92691318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94" name="Google Shape;294;p27">
            <a:extLst xmlns:a="http://schemas.openxmlformats.org/drawingml/2006/main">
              <a:ext uri="{FF2B5EF4-FFF2-40B4-BE49-F238E27FC236}">
                <a16:creationId xmlns:a16="http://schemas.microsoft.com/office/drawing/2014/main" id="{B9A3952E-09F9-424E-95ED-59E15DCD1C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Where it breaks first: extraction, chunking and context</a:t>
            </a:r>
            <a:endParaRPr/>
          </a:p>
        </p:txBody>
      </p:sp>
    </p:spTree>
    <p:extLst>
      <p:ext uri="{BB962C8B-B14F-4D97-AF65-F5344CB8AC3E}">
        <p14:creationId xmlns:p14="http://schemas.microsoft.com/office/powerpoint/2010/main" val="1287089974"/>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300" name="Google Shape;300;p28">
            <a:extLst xmlns:a="http://schemas.openxmlformats.org/drawingml/2006/main">
              <a:ext uri="{FF2B5EF4-FFF2-40B4-BE49-F238E27FC236}">
                <a16:creationId xmlns:a16="http://schemas.microsoft.com/office/drawing/2014/main" id="{F298741F-2B60-4A99-AA4E-8A5CC3835B0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3f57003bd04e08">
            <a:alphaModFix/>
          </a:blip>
          <a:srcRect xmlns:a="http://schemas.openxmlformats.org/drawingml/2006/main" l="0" t="0" r="0" b="0"/>
          <a:stretch xmlns:a="http://schemas.openxmlformats.org/drawingml/2006/main"/>
        </p:blipFill>
        <p:spPr>
          <a:xfrm xmlns:a="http://schemas.openxmlformats.org/drawingml/2006/main">
            <a:off x="152400" y="152400"/>
            <a:ext cx="11887199" cy="632739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37097154"/>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306" name="Google Shape;306;p29">
            <a:extLst xmlns:a="http://schemas.openxmlformats.org/drawingml/2006/main">
              <a:ext uri="{FF2B5EF4-FFF2-40B4-BE49-F238E27FC236}">
                <a16:creationId xmlns:a16="http://schemas.microsoft.com/office/drawing/2014/main" id="{99230824-8D1D-4A9D-8FED-C095DF1F1BDD}"/>
              </a:ext>
            </a:extLst>
          </p:cNvPr>
          <p:cNvSpPr>
            <a:spLocks xmlns:a="http://schemas.openxmlformats.org/drawingml/2006/main" noGrp="1"/>
          </p:cNvSpPr>
          <p:nvPr/>
        </p:nvSpPr>
        <p:spPr>
          <a:xfrm xmlns:a="http://schemas.openxmlformats.org/drawingml/2006/main">
            <a:off x="1714500" y="671425"/>
            <a:ext cx="6906000" cy="56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Bad Extraction</a:t>
            </a:r>
            <a:endParaRPr sz="2500" b="1" i="0" u="none" strike="noStrike" cap="none">
              <a:solidFill>
                <a:srgbClr val="000000"/>
              </a:solidFill>
              <a:latin typeface="Arial"/>
              <a:ea typeface="Arial"/>
              <a:cs typeface="Arial"/>
            </a:endParaRPr>
          </a:p>
        </p:txBody>
      </p:sp>
      <p:pic>
        <p:nvPicPr>
          <p:cNvPr id="307" name="Google Shape;307;p29">
            <a:extLst xmlns:a="http://schemas.openxmlformats.org/drawingml/2006/main">
              <a:ext uri="{FF2B5EF4-FFF2-40B4-BE49-F238E27FC236}">
                <a16:creationId xmlns:a16="http://schemas.microsoft.com/office/drawing/2014/main" id="{7C00BC76-DDD7-4F02-80F5-E0016BA2E14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63b9af6f9ad4b04">
            <a:alphaModFix/>
          </a:blip>
          <a:srcRect xmlns:a="http://schemas.openxmlformats.org/drawingml/2006/main" l="0" t="0" r="0" b="0"/>
          <a:stretch xmlns:a="http://schemas.openxmlformats.org/drawingml/2006/main"/>
        </p:blipFill>
        <p:spPr>
          <a:xfrm xmlns:a="http://schemas.openxmlformats.org/drawingml/2006/main">
            <a:off x="152400" y="1408825"/>
            <a:ext cx="8396129" cy="5296777"/>
          </a:xfrm>
          <a:prstGeom xmlns:a="http://schemas.openxmlformats.org/drawingml/2006/main" prst="rect">
            <a:avLst/>
          </a:prstGeom>
          <a:ln xmlns:a="http://schemas.openxmlformats.org/drawingml/2006/main">
            <a:noFill/>
          </a:ln>
        </p:spPr>
      </p:pic>
      <p:pic>
        <p:nvPicPr>
          <p:cNvPr id="308" name="Google Shape;308;p29">
            <a:extLst xmlns:a="http://schemas.openxmlformats.org/drawingml/2006/main">
              <a:ext uri="{FF2B5EF4-FFF2-40B4-BE49-F238E27FC236}">
                <a16:creationId xmlns:a16="http://schemas.microsoft.com/office/drawing/2014/main" id="{B6C654AF-6812-4733-AAF0-8D370624E8B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f7301d4ff2486c">
            <a:alphaModFix/>
          </a:blip>
          <a:srcRect xmlns:a="http://schemas.openxmlformats.org/drawingml/2006/main" l="0" t="0" r="0" b="0"/>
          <a:stretch xmlns:a="http://schemas.openxmlformats.org/drawingml/2006/main"/>
        </p:blipFill>
        <p:spPr>
          <a:xfrm xmlns:a="http://schemas.openxmlformats.org/drawingml/2006/main">
            <a:off x="8880800" y="1123550"/>
            <a:ext cx="1485900" cy="1543050"/>
          </a:xfrm>
          <a:prstGeom xmlns:a="http://schemas.openxmlformats.org/drawingml/2006/main" prst="rect">
            <a:avLst/>
          </a:prstGeom>
          <a:ln xmlns:a="http://schemas.openxmlformats.org/drawingml/2006/main">
            <a:noFill/>
          </a:ln>
        </p:spPr>
      </p:pic>
      <p:sp>
        <p:nvSpPr>
          <p:cNvPr id="309" name="Google Shape;309;p29">
            <a:extLst xmlns:a="http://schemas.openxmlformats.org/drawingml/2006/main">
              <a:ext uri="{FF2B5EF4-FFF2-40B4-BE49-F238E27FC236}">
                <a16:creationId xmlns:a16="http://schemas.microsoft.com/office/drawing/2014/main" id="{53419E27-B500-4D23-A781-29280C019461}"/>
              </a:ext>
            </a:extLst>
          </p:cNvPr>
          <p:cNvSpPr>
            <a:spLocks xmlns:a="http://schemas.openxmlformats.org/drawingml/2006/main" noGrp="1"/>
          </p:cNvSpPr>
          <p:nvPr/>
        </p:nvSpPr>
        <p:spPr>
          <a:xfrm xmlns:a="http://schemas.openxmlformats.org/drawingml/2006/main">
            <a:off x="8932175" y="2985375"/>
            <a:ext cx="2829600" cy="101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a:solidFill>
                  <a:srgbClr val="000000"/>
                </a:solidFill>
                <a:latin typeface="Arial"/>
                <a:ea typeface="Arial"/>
                <a:cs typeface="Arial"/>
              </a:rPr>
              <a:t>Should be converted to table, gibberish, random string</a:t>
            </a:r>
            <a:endParaRPr sz="1800" b="1" i="0" u="none" strike="noStrike" cap="none">
              <a:solidFill>
                <a:srgbClr val="000000"/>
              </a:solidFill>
              <a:latin typeface="Arial"/>
              <a:ea typeface="Arial"/>
              <a:cs typeface="Arial"/>
            </a:endParaRPr>
          </a:p>
        </p:txBody>
      </p:sp>
      <p:sp>
        <p:nvSpPr>
          <p:cNvPr id="310" name="Google Shape;310;p29">
            <a:extLst xmlns:a="http://schemas.openxmlformats.org/drawingml/2006/main">
              <a:ext uri="{FF2B5EF4-FFF2-40B4-BE49-F238E27FC236}">
                <a16:creationId xmlns:a16="http://schemas.microsoft.com/office/drawing/2014/main" id="{2FB96A21-0A34-400A-98AA-0AE75EEF847B}"/>
              </a:ext>
            </a:extLst>
          </p:cNvPr>
          <p:cNvSpPr>
            <a:spLocks xmlns:a="http://schemas.openxmlformats.org/drawingml/2006/main" noGrp="1"/>
          </p:cNvSpPr>
          <p:nvPr/>
        </p:nvSpPr>
        <p:spPr>
          <a:xfrm xmlns:a="http://schemas.openxmlformats.org/drawingml/2006/main">
            <a:off x="8752475" y="4256300"/>
            <a:ext cx="30093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unstructured, used by langchain</a:t>
            </a:r>
            <a:endParaRPr sz="1400" b="0" i="0" u="none" strike="noStrike" cap="none">
              <a:solidFill>
                <a:srgbClr val="000000"/>
              </a:solidFill>
              <a:latin typeface="Arial"/>
              <a:ea typeface="Arial"/>
              <a:cs typeface="Arial"/>
            </a:endParaRPr>
          </a:p>
        </p:txBody>
      </p:sp>
      <p:sp>
        <p:nvSpPr>
          <p:cNvPr id="311" name="Google Shape;311;p29">
            <a:extLst xmlns:a="http://schemas.openxmlformats.org/drawingml/2006/main">
              <a:ext uri="{FF2B5EF4-FFF2-40B4-BE49-F238E27FC236}">
                <a16:creationId xmlns:a16="http://schemas.microsoft.com/office/drawing/2014/main" id="{E2CB723E-17D0-49FF-A501-D64337554E04}"/>
              </a:ext>
            </a:extLst>
          </p:cNvPr>
          <p:cNvSpPr>
            <a:spLocks xmlns:a="http://schemas.openxmlformats.org/drawingml/2006/main" noGrp="1"/>
          </p:cNvSpPr>
          <p:nvPr/>
        </p:nvSpPr>
        <p:spPr>
          <a:xfrm xmlns:a="http://schemas.openxmlformats.org/drawingml/2006/main">
            <a:off x="8880800" y="4963650"/>
            <a:ext cx="25539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at scale pollutes bm25 and vector db</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877848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pic>
        <p:nvPicPr>
          <p:cNvPr id="317" name="Google Shape;317;p30">
            <a:extLst xmlns:a="http://schemas.openxmlformats.org/drawingml/2006/main">
              <a:ext uri="{FF2B5EF4-FFF2-40B4-BE49-F238E27FC236}">
                <a16:creationId xmlns:a16="http://schemas.microsoft.com/office/drawing/2014/main" id="{FCA02577-DF6B-4CA3-B950-9DBDB773D20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5291f361be4697">
            <a:alphaModFix/>
          </a:blip>
          <a:srcRect xmlns:a="http://schemas.openxmlformats.org/drawingml/2006/main" l="0" t="0" r="0" b="0"/>
          <a:stretch xmlns:a="http://schemas.openxmlformats.org/drawingml/2006/main"/>
        </p:blipFill>
        <p:spPr>
          <a:xfrm xmlns:a="http://schemas.openxmlformats.org/drawingml/2006/main">
            <a:off x="152400" y="1051600"/>
            <a:ext cx="11887201" cy="5525691"/>
          </a:xfrm>
          <a:prstGeom xmlns:a="http://schemas.openxmlformats.org/drawingml/2006/main" prst="rect">
            <a:avLst/>
          </a:prstGeom>
          <a:ln xmlns:a="http://schemas.openxmlformats.org/drawingml/2006/main">
            <a:noFill/>
          </a:ln>
        </p:spPr>
      </p:pic>
      <p:sp>
        <p:nvSpPr>
          <p:cNvPr id="318" name="Google Shape;318;p30">
            <a:extLst xmlns:a="http://schemas.openxmlformats.org/drawingml/2006/main">
              <a:ext uri="{FF2B5EF4-FFF2-40B4-BE49-F238E27FC236}">
                <a16:creationId xmlns:a16="http://schemas.microsoft.com/office/drawing/2014/main" id="{B7B6ACAE-3DE8-4608-9F45-45F840FA5027}"/>
              </a:ext>
            </a:extLst>
          </p:cNvPr>
          <p:cNvSpPr>
            <a:spLocks xmlns:a="http://schemas.openxmlformats.org/drawingml/2006/main" noGrp="1"/>
          </p:cNvSpPr>
          <p:nvPr/>
        </p:nvSpPr>
        <p:spPr>
          <a:xfrm xmlns:a="http://schemas.openxmlformats.org/drawingml/2006/main">
            <a:off x="2889475" y="0"/>
            <a:ext cx="6906000" cy="9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What it should look like, llamaparse, reducio, our demo code</a:t>
            </a:r>
            <a:endParaRPr sz="2500" b="1"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996481530"/>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pic>
        <p:nvPicPr>
          <p:cNvPr id="324" name="Google Shape;324;p31">
            <a:extLst xmlns:a="http://schemas.openxmlformats.org/drawingml/2006/main">
              <a:ext uri="{FF2B5EF4-FFF2-40B4-BE49-F238E27FC236}">
                <a16:creationId xmlns:a16="http://schemas.microsoft.com/office/drawing/2014/main" id="{7C7C272B-EA88-4045-A291-F853D881F93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3f5e133acf84904">
            <a:alphaModFix/>
          </a:blip>
          <a:srcRect xmlns:a="http://schemas.openxmlformats.org/drawingml/2006/main" l="0" t="0" r="0" b="0"/>
          <a:stretch xmlns:a="http://schemas.openxmlformats.org/drawingml/2006/main"/>
        </p:blipFill>
        <p:spPr>
          <a:xfrm xmlns:a="http://schemas.openxmlformats.org/drawingml/2006/main">
            <a:off x="0" y="851650"/>
            <a:ext cx="9451377" cy="6006352"/>
          </a:xfrm>
          <a:prstGeom xmlns:a="http://schemas.openxmlformats.org/drawingml/2006/main" prst="rect">
            <a:avLst/>
          </a:prstGeom>
          <a:ln xmlns:a="http://schemas.openxmlformats.org/drawingml/2006/main">
            <a:noFill/>
          </a:ln>
        </p:spPr>
      </p:pic>
      <p:sp>
        <p:nvSpPr>
          <p:cNvPr id="325" name="Google Shape;325;p31">
            <a:extLst xmlns:a="http://schemas.openxmlformats.org/drawingml/2006/main">
              <a:ext uri="{FF2B5EF4-FFF2-40B4-BE49-F238E27FC236}">
                <a16:creationId xmlns:a16="http://schemas.microsoft.com/office/drawing/2014/main" id="{7B7AF827-C39B-4E2A-920D-5126FB43808F}"/>
              </a:ext>
            </a:extLst>
          </p:cNvPr>
          <p:cNvSpPr>
            <a:spLocks xmlns:a="http://schemas.openxmlformats.org/drawingml/2006/main" noGrp="1"/>
          </p:cNvSpPr>
          <p:nvPr/>
        </p:nvSpPr>
        <p:spPr>
          <a:xfrm xmlns:a="http://schemas.openxmlformats.org/drawingml/2006/main">
            <a:off x="1949825" y="156875"/>
            <a:ext cx="8538900" cy="56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Langchain parse error </a:t>
            </a:r>
            <a:endParaRPr sz="2500" b="1" i="0" u="none" strike="noStrike" cap="none">
              <a:solidFill>
                <a:srgbClr val="000000"/>
              </a:solidFill>
              <a:latin typeface="Arial"/>
              <a:ea typeface="Arial"/>
              <a:cs typeface="Arial"/>
            </a:endParaRPr>
          </a:p>
        </p:txBody>
      </p:sp>
      <p:sp>
        <p:nvSpPr>
          <p:cNvPr id="326" name="Google Shape;326;p31">
            <a:extLst xmlns:a="http://schemas.openxmlformats.org/drawingml/2006/main">
              <a:ext uri="{FF2B5EF4-FFF2-40B4-BE49-F238E27FC236}">
                <a16:creationId xmlns:a16="http://schemas.microsoft.com/office/drawing/2014/main" id="{478254BA-8340-419C-B2E1-98E1B76EBEEA}"/>
              </a:ext>
            </a:extLst>
          </p:cNvPr>
          <p:cNvSpPr>
            <a:spLocks xmlns:a="http://schemas.openxmlformats.org/drawingml/2006/main" noGrp="1"/>
          </p:cNvSpPr>
          <p:nvPr/>
        </p:nvSpPr>
        <p:spPr>
          <a:xfrm xmlns:a="http://schemas.openxmlformats.org/drawingml/2006/main">
            <a:off x="9681875" y="2868700"/>
            <a:ext cx="1994700" cy="677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r>
              <a:rPr sz="1600" b="1" i="0" u="none" strike="noStrike" cap="none">
                <a:solidFill>
                  <a:srgbClr val="000000"/>
                </a:solidFill>
                <a:latin typeface="Arial"/>
                <a:ea typeface="Arial"/>
                <a:cs typeface="Arial"/>
              </a:rPr>
              <a:t>Single string no table</a:t>
            </a:r>
            <a:endParaRPr sz="1600" b="1"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84247773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332" name="Google Shape;332;p32">
            <a:extLst xmlns:a="http://schemas.openxmlformats.org/drawingml/2006/main">
              <a:ext uri="{FF2B5EF4-FFF2-40B4-BE49-F238E27FC236}">
                <a16:creationId xmlns:a16="http://schemas.microsoft.com/office/drawing/2014/main" id="{6DA1644D-4C33-4F98-8ABD-E402325159B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c7846e4221a4842">
            <a:alphaModFix/>
          </a:blip>
          <a:srcRect xmlns:a="http://schemas.openxmlformats.org/drawingml/2006/main" l="0" t="0" r="0" b="0"/>
          <a:stretch xmlns:a="http://schemas.openxmlformats.org/drawingml/2006/main"/>
        </p:blipFill>
        <p:spPr>
          <a:xfrm xmlns:a="http://schemas.openxmlformats.org/drawingml/2006/main">
            <a:off x="152400" y="1053350"/>
            <a:ext cx="8898750" cy="5652251"/>
          </a:xfrm>
          <a:prstGeom xmlns:a="http://schemas.openxmlformats.org/drawingml/2006/main" prst="rect">
            <a:avLst/>
          </a:prstGeom>
          <a:ln xmlns:a="http://schemas.openxmlformats.org/drawingml/2006/main">
            <a:noFill/>
          </a:ln>
        </p:spPr>
      </p:pic>
      <p:sp>
        <p:nvSpPr>
          <p:cNvPr id="333" name="Google Shape;333;p32">
            <a:extLst xmlns:a="http://schemas.openxmlformats.org/drawingml/2006/main">
              <a:ext uri="{FF2B5EF4-FFF2-40B4-BE49-F238E27FC236}">
                <a16:creationId xmlns:a16="http://schemas.microsoft.com/office/drawing/2014/main" id="{E51AA2D8-EE6E-451C-8A79-3FC22EA4FC74}"/>
              </a:ext>
            </a:extLst>
          </p:cNvPr>
          <p:cNvSpPr>
            <a:spLocks xmlns:a="http://schemas.openxmlformats.org/drawingml/2006/main" noGrp="1"/>
          </p:cNvSpPr>
          <p:nvPr/>
        </p:nvSpPr>
        <p:spPr>
          <a:xfrm xmlns:a="http://schemas.openxmlformats.org/drawingml/2006/main">
            <a:off x="3966875" y="336175"/>
            <a:ext cx="8270100" cy="56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Correct, llamaparse, reductio, our code</a:t>
            </a:r>
            <a:endParaRPr sz="2500" b="1" i="0" u="none" strike="noStrike" cap="none">
              <a:solidFill>
                <a:srgbClr val="000000"/>
              </a:solidFill>
              <a:latin typeface="Arial"/>
              <a:ea typeface="Arial"/>
              <a:cs typeface="Arial"/>
            </a:endParaRPr>
          </a:p>
        </p:txBody>
      </p:sp>
      <p:sp>
        <p:nvSpPr>
          <p:cNvPr id="334" name="Google Shape;334;p32">
            <a:extLst xmlns:a="http://schemas.openxmlformats.org/drawingml/2006/main">
              <a:ext uri="{FF2B5EF4-FFF2-40B4-BE49-F238E27FC236}">
                <a16:creationId xmlns:a16="http://schemas.microsoft.com/office/drawing/2014/main" id="{D171AEB6-1355-49A3-BE31-2547B3DFB22D}"/>
              </a:ext>
            </a:extLst>
          </p:cNvPr>
          <p:cNvSpPr>
            <a:spLocks xmlns:a="http://schemas.openxmlformats.org/drawingml/2006/main" noGrp="1"/>
          </p:cNvSpPr>
          <p:nvPr/>
        </p:nvSpPr>
        <p:spPr>
          <a:xfrm xmlns:a="http://schemas.openxmlformats.org/drawingml/2006/main">
            <a:off x="9211225" y="2935950"/>
            <a:ext cx="2577300" cy="133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2500" b="1" i="0" u="none" strike="noStrike" cap="none">
                <a:solidFill>
                  <a:schemeClr val="dk1"/>
                </a:solidFill>
                <a:latin typeface="Arial"/>
                <a:ea typeface="Arial"/>
                <a:cs typeface="Arial"/>
              </a:rPr>
              <a:t>Correct, table matches bar chart,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78234117"/>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340" name="Google Shape;340;p33">
            <a:extLst xmlns:a="http://schemas.openxmlformats.org/drawingml/2006/main">
              <a:ext uri="{FF2B5EF4-FFF2-40B4-BE49-F238E27FC236}">
                <a16:creationId xmlns:a16="http://schemas.microsoft.com/office/drawing/2014/main" id="{7875BF4F-5EF4-4F2F-BA64-2A54385CEBA3}"/>
              </a:ext>
            </a:extLst>
          </p:cNvPr>
          <p:cNvSpPr>
            <a:spLocks xmlns:a="http://schemas.openxmlformats.org/drawingml/2006/main" noGrp="1"/>
          </p:cNvSpPr>
          <p:nvPr/>
        </p:nvSpPr>
        <p:spPr>
          <a:xfrm xmlns:a="http://schemas.openxmlformats.org/drawingml/2006/main">
            <a:off x="779325" y="714500"/>
            <a:ext cx="3362700" cy="8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000000"/>
                </a:solidFill>
                <a:latin typeface="Arial"/>
                <a:ea typeface="Arial"/>
                <a:cs typeface="Arial"/>
              </a:rPr>
              <a:t>Figures and tables in pdfs. Extract as 1 unit/(Figs) </a:t>
            </a:r>
            <a:endParaRPr sz="2100" b="0" i="0" u="none" strike="noStrike" cap="none">
              <a:solidFill>
                <a:srgbClr val="000000"/>
              </a:solidFill>
              <a:latin typeface="Arial"/>
              <a:ea typeface="Arial"/>
              <a:cs typeface="Arial"/>
            </a:endParaRPr>
          </a:p>
        </p:txBody>
      </p:sp>
      <p:pic>
        <p:nvPicPr>
          <p:cNvPr id="341" name="Google Shape;341;p33">
            <a:extLst xmlns:a="http://schemas.openxmlformats.org/drawingml/2006/main">
              <a:ext uri="{FF2B5EF4-FFF2-40B4-BE49-F238E27FC236}">
                <a16:creationId xmlns:a16="http://schemas.microsoft.com/office/drawing/2014/main" id="{71FA1BF8-BBA9-44F9-A912-E5F6BC8FFA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900dd7ccc4e4044">
            <a:alphaModFix/>
          </a:blip>
          <a:srcRect xmlns:a="http://schemas.openxmlformats.org/drawingml/2006/main" l="0" t="0" r="0" b="0"/>
          <a:stretch xmlns:a="http://schemas.openxmlformats.org/drawingml/2006/main"/>
        </p:blipFill>
        <p:spPr>
          <a:xfrm xmlns:a="http://schemas.openxmlformats.org/drawingml/2006/main">
            <a:off x="6178050" y="1408375"/>
            <a:ext cx="5293475" cy="5449625"/>
          </a:xfrm>
          <a:prstGeom xmlns:a="http://schemas.openxmlformats.org/drawingml/2006/main" prst="rect">
            <a:avLst/>
          </a:prstGeom>
          <a:ln xmlns:a="http://schemas.openxmlformats.org/drawingml/2006/main">
            <a:noFill/>
          </a:ln>
        </p:spPr>
      </p:pic>
      <p:pic>
        <p:nvPicPr>
          <p:cNvPr id="342" name="Google Shape;342;p33">
            <a:extLst xmlns:a="http://schemas.openxmlformats.org/drawingml/2006/main">
              <a:ext uri="{FF2B5EF4-FFF2-40B4-BE49-F238E27FC236}">
                <a16:creationId xmlns:a16="http://schemas.microsoft.com/office/drawing/2014/main" id="{C2FA7212-E7D2-4AC7-856A-85C59832F9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84b280e5694afb">
            <a:alphaModFix/>
          </a:blip>
          <a:srcRect xmlns:a="http://schemas.openxmlformats.org/drawingml/2006/main" l="0" t="0" r="0" b="0"/>
          <a:stretch xmlns:a="http://schemas.openxmlformats.org/drawingml/2006/main"/>
        </p:blipFill>
        <p:spPr>
          <a:xfrm xmlns:a="http://schemas.openxmlformats.org/drawingml/2006/main">
            <a:off x="117225" y="2053150"/>
            <a:ext cx="5873252" cy="3290152"/>
          </a:xfrm>
          <a:prstGeom xmlns:a="http://schemas.openxmlformats.org/drawingml/2006/main" prst="rect">
            <a:avLst/>
          </a:prstGeom>
          <a:ln xmlns:a="http://schemas.openxmlformats.org/drawingml/2006/main">
            <a:noFill/>
          </a:ln>
        </p:spPr>
      </p:pic>
      <p:sp>
        <p:nvSpPr>
          <p:cNvPr id="343" name="Google Shape;343;p33">
            <a:extLst xmlns:a="http://schemas.openxmlformats.org/drawingml/2006/main">
              <a:ext uri="{FF2B5EF4-FFF2-40B4-BE49-F238E27FC236}">
                <a16:creationId xmlns:a16="http://schemas.microsoft.com/office/drawing/2014/main" id="{A3EE1DFE-4353-41D4-ACD8-605C9D2D2255}"/>
              </a:ext>
            </a:extLst>
          </p:cNvPr>
          <p:cNvSpPr>
            <a:spLocks xmlns:a="http://schemas.openxmlformats.org/drawingml/2006/main" noGrp="1"/>
          </p:cNvSpPr>
          <p:nvPr/>
        </p:nvSpPr>
        <p:spPr>
          <a:xfrm xmlns:a="http://schemas.openxmlformats.org/drawingml/2006/main">
            <a:off x="6825300" y="746000"/>
            <a:ext cx="5388900" cy="52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00"/>
              <a:buFont typeface="Arial"/>
              <a:buNone/>
            </a:pPr>
            <a:r>
              <a:t/>
            </a:r>
            <a:endParaRPr sz="2200" b="0" i="0" u="none" strike="noStrike" cap="none">
              <a:solidFill>
                <a:srgbClr val="000000"/>
              </a:solidFill>
              <a:latin typeface="Arial"/>
              <a:ea typeface="Arial"/>
              <a:cs typeface="Arial"/>
            </a:endParaRPr>
          </a:p>
        </p:txBody>
      </p:sp>
      <p:sp>
        <p:nvSpPr>
          <p:cNvPr id="344" name="Google Shape;344;p33">
            <a:extLst xmlns:a="http://schemas.openxmlformats.org/drawingml/2006/main">
              <a:ext uri="{FF2B5EF4-FFF2-40B4-BE49-F238E27FC236}">
                <a16:creationId xmlns:a16="http://schemas.microsoft.com/office/drawing/2014/main" id="{FEC5B094-D6EF-4650-B66B-3A36365756A7}"/>
              </a:ext>
            </a:extLst>
          </p:cNvPr>
          <p:cNvSpPr>
            <a:spLocks xmlns:a="http://schemas.openxmlformats.org/drawingml/2006/main" noGrp="1"/>
          </p:cNvSpPr>
          <p:nvPr/>
        </p:nvSpPr>
        <p:spPr>
          <a:xfrm xmlns:a="http://schemas.openxmlformats.org/drawingml/2006/main">
            <a:off x="6524675" y="545575"/>
            <a:ext cx="4230900" cy="507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000000"/>
                </a:solidFill>
                <a:latin typeface="Arial"/>
                <a:ea typeface="Arial"/>
                <a:cs typeface="Arial"/>
              </a:rPr>
              <a:t>Fig Output of Docling Parser</a:t>
            </a:r>
            <a:endParaRPr sz="21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373185867"/>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pic>
        <p:nvPicPr>
          <p:cNvPr id="350" name="Google Shape;350;p34">
            <a:extLst xmlns:a="http://schemas.openxmlformats.org/drawingml/2006/main">
              <a:ext uri="{FF2B5EF4-FFF2-40B4-BE49-F238E27FC236}">
                <a16:creationId xmlns:a16="http://schemas.microsoft.com/office/drawing/2014/main" id="{336D6B16-7807-4A6F-B09A-AB3D9C609B9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0a6b579e764224">
            <a:alphaModFix/>
          </a:blip>
          <a:srcRect xmlns:a="http://schemas.openxmlformats.org/drawingml/2006/main" l="0" t="0" r="0" b="0"/>
          <a:stretch xmlns:a="http://schemas.openxmlformats.org/drawingml/2006/main"/>
        </p:blipFill>
        <p:spPr>
          <a:xfrm xmlns:a="http://schemas.openxmlformats.org/drawingml/2006/main">
            <a:off x="163550" y="2861500"/>
            <a:ext cx="5158150" cy="3639325"/>
          </a:xfrm>
          <a:prstGeom xmlns:a="http://schemas.openxmlformats.org/drawingml/2006/main" prst="rect">
            <a:avLst/>
          </a:prstGeom>
          <a:ln xmlns:a="http://schemas.openxmlformats.org/drawingml/2006/main">
            <a:noFill/>
          </a:ln>
        </p:spPr>
      </p:pic>
      <p:sp>
        <p:nvSpPr>
          <p:cNvPr id="351" name="Google Shape;351;p34">
            <a:extLst xmlns:a="http://schemas.openxmlformats.org/drawingml/2006/main">
              <a:ext uri="{FF2B5EF4-FFF2-40B4-BE49-F238E27FC236}">
                <a16:creationId xmlns:a16="http://schemas.microsoft.com/office/drawing/2014/main" id="{0F5AB2DC-A9D4-43B3-BC60-FF322DE5E797}"/>
              </a:ext>
            </a:extLst>
          </p:cNvPr>
          <p:cNvSpPr>
            <a:spLocks xmlns:a="http://schemas.openxmlformats.org/drawingml/2006/main" noGrp="1"/>
          </p:cNvSpPr>
          <p:nvPr/>
        </p:nvSpPr>
        <p:spPr>
          <a:xfrm xmlns:a="http://schemas.openxmlformats.org/drawingml/2006/main">
            <a:off x="6569850" y="2172200"/>
            <a:ext cx="4501800" cy="196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BCEBE1"/>
                </a:solidFill>
                <a:highlight>
                  <a:srgbClr val="0D2B28"/>
                </a:highlight>
                <a:latin typeface="Arial"/>
                <a:ea typeface="Arial"/>
                <a:cs typeface="Arial"/>
              </a:rPr>
              <a:t>This is Figure 2 on page 5 of the "Harnessing growth in workforce benefits: the next horizon" report (2025 Workforce Benefits Study). It sits in the section on the gig economy stabilizing post-pandemic, and Figure 3 on employer use of freelancers appears beside it. The figure is a stacked bar chart of worker participation in freelance or gig work, comparing the 2023 and 2025 surveys. It splits workers into those who freelance full or part time (34% in 2023, 23% in 2025) and those who do not freelance or have a gig job (66% in 2023, 77% in 2025). The survey question asks about current work arrangement beyond or instead of traditional W-2 employment. The page text uses the figure to show gig participation trending downward.</a:t>
            </a:r>
            <a:endParaRPr sz="1400" b="0" i="0" u="none" strike="noStrike" cap="none">
              <a:solidFill>
                <a:srgbClr val="000000"/>
              </a:solidFill>
              <a:latin typeface="Arial"/>
              <a:ea typeface="Arial"/>
              <a:cs typeface="Arial"/>
            </a:endParaRPr>
          </a:p>
        </p:txBody>
      </p:sp>
      <p:sp>
        <p:nvSpPr>
          <p:cNvPr id="352" name="Google Shape;352;p34">
            <a:extLst xmlns:a="http://schemas.openxmlformats.org/drawingml/2006/main">
              <a:ext uri="{FF2B5EF4-FFF2-40B4-BE49-F238E27FC236}">
                <a16:creationId xmlns:a16="http://schemas.microsoft.com/office/drawing/2014/main" id="{AF3ECA99-681A-4213-90EE-60CF8DD78F31}"/>
              </a:ext>
            </a:extLst>
          </p:cNvPr>
          <p:cNvSpPr>
            <a:spLocks xmlns:a="http://schemas.openxmlformats.org/drawingml/2006/main" noGrp="1"/>
          </p:cNvSpPr>
          <p:nvPr/>
        </p:nvSpPr>
        <p:spPr>
          <a:xfrm xmlns:a="http://schemas.openxmlformats.org/drawingml/2006/main">
            <a:off x="6569850" y="4668050"/>
            <a:ext cx="5647800" cy="190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There is png and html. Why did we bother to extract to html? Because we can reorder the rows in html.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We can add charts and figs to a db as a structured object and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use structured search.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Translate to table 2nd part of fig. Tables can be used in structured search</a:t>
            </a:r>
            <a:endParaRPr sz="1400" b="0" i="0" u="none" strike="noStrike" cap="none">
              <a:solidFill>
                <a:srgbClr val="000000"/>
              </a:solidFill>
              <a:latin typeface="Arial"/>
              <a:ea typeface="Arial"/>
              <a:cs typeface="Arial"/>
            </a:endParaRPr>
          </a:p>
        </p:txBody>
      </p:sp>
      <p:pic>
        <p:nvPicPr>
          <p:cNvPr id="353" name="Google Shape;353;p34">
            <a:extLst xmlns:a="http://schemas.openxmlformats.org/drawingml/2006/main">
              <a:ext uri="{FF2B5EF4-FFF2-40B4-BE49-F238E27FC236}">
                <a16:creationId xmlns:a16="http://schemas.microsoft.com/office/drawing/2014/main" id="{E0F199E2-EB72-4E94-8891-206B4AAD9FC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2d822b9d4e541fc">
            <a:alphaModFix/>
          </a:blip>
          <a:srcRect xmlns:a="http://schemas.openxmlformats.org/drawingml/2006/main" l="0" t="0" r="0" b="0"/>
          <a:stretch xmlns:a="http://schemas.openxmlformats.org/drawingml/2006/main"/>
        </p:blipFill>
        <p:spPr>
          <a:xfrm xmlns:a="http://schemas.openxmlformats.org/drawingml/2006/main">
            <a:off x="998575" y="1406625"/>
            <a:ext cx="1094625" cy="1246825"/>
          </a:xfrm>
          <a:prstGeom xmlns:a="http://schemas.openxmlformats.org/drawingml/2006/main" prst="rect">
            <a:avLst/>
          </a:prstGeom>
          <a:ln xmlns:a="http://schemas.openxmlformats.org/drawingml/2006/main">
            <a:noFill/>
          </a:ln>
        </p:spPr>
      </p:pic>
      <p:pic>
        <p:nvPicPr>
          <p:cNvPr id="354" name="Google Shape;354;p34">
            <a:extLst xmlns:a="http://schemas.openxmlformats.org/drawingml/2006/main">
              <a:ext uri="{FF2B5EF4-FFF2-40B4-BE49-F238E27FC236}">
                <a16:creationId xmlns:a16="http://schemas.microsoft.com/office/drawing/2014/main" id="{74E0B41B-21A7-403D-8C09-28443B80CD8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82885726964aaf">
            <a:alphaModFix/>
          </a:blip>
          <a:srcRect xmlns:a="http://schemas.openxmlformats.org/drawingml/2006/main" l="0" t="0" r="0" b="0"/>
          <a:stretch xmlns:a="http://schemas.openxmlformats.org/drawingml/2006/main"/>
        </p:blipFill>
        <p:spPr>
          <a:xfrm xmlns:a="http://schemas.openxmlformats.org/drawingml/2006/main">
            <a:off x="3425674" y="1202476"/>
            <a:ext cx="1385951" cy="1397925"/>
          </a:xfrm>
          <a:prstGeom xmlns:a="http://schemas.openxmlformats.org/drawingml/2006/main" prst="rect">
            <a:avLst/>
          </a:prstGeom>
          <a:ln xmlns:a="http://schemas.openxmlformats.org/drawingml/2006/main">
            <a:noFill/>
          </a:ln>
        </p:spPr>
      </p:pic>
      <p:sp>
        <p:nvSpPr>
          <p:cNvPr id="355" name="Google Shape;355;p34">
            <a:extLst xmlns:a="http://schemas.openxmlformats.org/drawingml/2006/main">
              <a:ext uri="{FF2B5EF4-FFF2-40B4-BE49-F238E27FC236}">
                <a16:creationId xmlns:a16="http://schemas.microsoft.com/office/drawing/2014/main" id="{6A694152-48EF-48A6-9B1F-151BF0517CDB}"/>
              </a:ext>
            </a:extLst>
          </p:cNvPr>
          <p:cNvSpPr>
            <a:spLocks xmlns:a="http://schemas.openxmlformats.org/drawingml/2006/main" noGrp="1"/>
          </p:cNvSpPr>
          <p:nvPr/>
        </p:nvSpPr>
        <p:spPr>
          <a:xfrm xmlns:a="http://schemas.openxmlformats.org/drawingml/2006/main">
            <a:off x="6655200" y="4201325"/>
            <a:ext cx="43311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LanceDB</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57186391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pic>
        <p:nvPicPr>
          <p:cNvPr id="361" name="Google Shape;361;p35">
            <a:extLst xmlns:a="http://schemas.openxmlformats.org/drawingml/2006/main">
              <a:ext uri="{FF2B5EF4-FFF2-40B4-BE49-F238E27FC236}">
                <a16:creationId xmlns:a16="http://schemas.microsoft.com/office/drawing/2014/main" id="{2BA9B444-5FE7-4C4A-B626-FCEC2C1D539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f76adb90aa49eb">
            <a:alphaModFix/>
          </a:blip>
          <a:srcRect xmlns:a="http://schemas.openxmlformats.org/drawingml/2006/main" l="0" t="0" r="0" b="0"/>
          <a:stretch xmlns:a="http://schemas.openxmlformats.org/drawingml/2006/main"/>
        </p:blipFill>
        <p:spPr>
          <a:xfrm xmlns:a="http://schemas.openxmlformats.org/drawingml/2006/main">
            <a:off x="337625" y="3240075"/>
            <a:ext cx="5134699" cy="3345400"/>
          </a:xfrm>
          <a:prstGeom xmlns:a="http://schemas.openxmlformats.org/drawingml/2006/main" prst="rect">
            <a:avLst/>
          </a:prstGeom>
          <a:ln xmlns:a="http://schemas.openxmlformats.org/drawingml/2006/main">
            <a:noFill/>
          </a:ln>
        </p:spPr>
      </p:pic>
      <p:pic>
        <p:nvPicPr>
          <p:cNvPr id="362" name="Google Shape;362;p35">
            <a:extLst xmlns:a="http://schemas.openxmlformats.org/drawingml/2006/main">
              <a:ext uri="{FF2B5EF4-FFF2-40B4-BE49-F238E27FC236}">
                <a16:creationId xmlns:a16="http://schemas.microsoft.com/office/drawing/2014/main" id="{A2863F42-5AB7-48A2-B533-5CFF1F84475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27bb2bef8a4f8b">
            <a:alphaModFix/>
          </a:blip>
          <a:srcRect xmlns:a="http://schemas.openxmlformats.org/drawingml/2006/main" l="0" t="0" r="0" b="0"/>
          <a:stretch xmlns:a="http://schemas.openxmlformats.org/drawingml/2006/main"/>
        </p:blipFill>
        <p:spPr>
          <a:xfrm xmlns:a="http://schemas.openxmlformats.org/drawingml/2006/main">
            <a:off x="6839852" y="1774925"/>
            <a:ext cx="4976998" cy="4895511"/>
          </a:xfrm>
          <a:prstGeom xmlns:a="http://schemas.openxmlformats.org/drawingml/2006/main" prst="rect">
            <a:avLst/>
          </a:prstGeom>
          <a:ln xmlns:a="http://schemas.openxmlformats.org/drawingml/2006/main">
            <a:noFill/>
          </a:ln>
        </p:spPr>
      </p:pic>
      <p:sp>
        <p:nvSpPr>
          <p:cNvPr id="363" name="Google Shape;363;p35">
            <a:extLst xmlns:a="http://schemas.openxmlformats.org/drawingml/2006/main">
              <a:ext uri="{FF2B5EF4-FFF2-40B4-BE49-F238E27FC236}">
                <a16:creationId xmlns:a16="http://schemas.microsoft.com/office/drawing/2014/main" id="{CE658136-F8F3-495B-A322-A6E66631EA99}"/>
              </a:ext>
            </a:extLst>
          </p:cNvPr>
          <p:cNvSpPr>
            <a:spLocks xmlns:a="http://schemas.openxmlformats.org/drawingml/2006/main" noGrp="1"/>
          </p:cNvSpPr>
          <p:nvPr/>
        </p:nvSpPr>
        <p:spPr>
          <a:xfrm xmlns:a="http://schemas.openxmlformats.org/drawingml/2006/main">
            <a:off x="3997575" y="504100"/>
            <a:ext cx="675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PDF+Chunk =&gt;LLM=&gt; annotated with summary. Does this work? No</a:t>
            </a:r>
            <a:endParaRPr sz="1400" b="0" i="0" u="none" strike="noStrike" cap="none">
              <a:solidFill>
                <a:srgbClr val="000000"/>
              </a:solidFill>
              <a:latin typeface="Arial"/>
              <a:ea typeface="Arial"/>
              <a:cs typeface="Arial"/>
            </a:endParaRPr>
          </a:p>
        </p:txBody>
      </p:sp>
      <p:pic>
        <p:nvPicPr>
          <p:cNvPr id="364" name="Google Shape;364;p35">
            <a:extLst xmlns:a="http://schemas.openxmlformats.org/drawingml/2006/main">
              <a:ext uri="{FF2B5EF4-FFF2-40B4-BE49-F238E27FC236}">
                <a16:creationId xmlns:a16="http://schemas.microsoft.com/office/drawing/2014/main" id="{B1A4789C-D8F4-4351-80CB-91C492B507F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294e1e497ad473b">
            <a:alphaModFix/>
          </a:blip>
          <a:srcRect xmlns:a="http://schemas.openxmlformats.org/drawingml/2006/main" l="0" t="0" r="0" b="0"/>
          <a:stretch xmlns:a="http://schemas.openxmlformats.org/drawingml/2006/main"/>
        </p:blipFill>
        <p:spPr>
          <a:xfrm xmlns:a="http://schemas.openxmlformats.org/drawingml/2006/main">
            <a:off x="1733450" y="1863125"/>
            <a:ext cx="1094625" cy="1246825"/>
          </a:xfrm>
          <a:prstGeom xmlns:a="http://schemas.openxmlformats.org/drawingml/2006/main" prst="rect">
            <a:avLst/>
          </a:prstGeom>
          <a:ln xmlns:a="http://schemas.openxmlformats.org/drawingml/2006/main">
            <a:noFill/>
          </a:ln>
        </p:spPr>
      </p:pic>
      <p:pic>
        <p:nvPicPr>
          <p:cNvPr id="365" name="Google Shape;365;p35">
            <a:extLst xmlns:a="http://schemas.openxmlformats.org/drawingml/2006/main">
              <a:ext uri="{FF2B5EF4-FFF2-40B4-BE49-F238E27FC236}">
                <a16:creationId xmlns:a16="http://schemas.microsoft.com/office/drawing/2014/main" id="{6A407E87-1F7F-4B92-BD2A-DB7410B20F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137db0729bc4098">
            <a:alphaModFix/>
          </a:blip>
          <a:srcRect xmlns:a="http://schemas.openxmlformats.org/drawingml/2006/main" l="0" t="0" r="0" b="0"/>
          <a:stretch xmlns:a="http://schemas.openxmlformats.org/drawingml/2006/main"/>
        </p:blipFill>
        <p:spPr>
          <a:xfrm xmlns:a="http://schemas.openxmlformats.org/drawingml/2006/main">
            <a:off x="4784049" y="1647851"/>
            <a:ext cx="1385951" cy="13979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3778975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371" name="Google Shape;371;p36">
            <a:extLst xmlns:a="http://schemas.openxmlformats.org/drawingml/2006/main">
              <a:ext uri="{FF2B5EF4-FFF2-40B4-BE49-F238E27FC236}">
                <a16:creationId xmlns:a16="http://schemas.microsoft.com/office/drawing/2014/main" id="{B19E0C53-5C3C-489B-B0AA-6008350A71C7}"/>
              </a:ext>
            </a:extLst>
          </p:cNvPr>
          <p:cNvSpPr>
            <a:spLocks xmlns:a="http://schemas.openxmlformats.org/drawingml/2006/main" noGrp="1"/>
          </p:cNvSpPr>
          <p:nvPr/>
        </p:nvSpPr>
        <p:spPr>
          <a:xfrm xmlns:a="http://schemas.openxmlformats.org/drawingml/2006/main">
            <a:off x="2482925" y="456500"/>
            <a:ext cx="5747100" cy="295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Arial"/>
                <a:ea typeface="Arial"/>
                <a:cs typeface="Arial"/>
              </a:rPr>
              <a:t>WHY?</a:t>
            </a:r>
            <a:endParaRPr sz="18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800"/>
              <a:buFont typeface="Arial"/>
              <a:buNone/>
            </a:pPr>
            <a:r>
              <a:t/>
            </a:r>
            <a:endParaRPr sz="1800" b="0" i="0" u="none" strike="noStrike" cap="none">
              <a:solidFill>
                <a:srgbClr val="000000"/>
              </a:solidFill>
              <a:latin typeface="Arial"/>
              <a:ea typeface="Arial"/>
              <a:cs typeface="Arial"/>
            </a:endParaRPr>
          </a:p>
          <a:p xmlns:a="http://schemas.openxmlformats.org/drawingml/2006/main">
            <a:pPr marL="457200" marR="0" lvl="0" indent="-342900" algn="l">
              <a:lnSpc>
                <a:spcPct val="100000"/>
              </a:lnSpc>
              <a:spcBef>
                <a:spcPts val="0"/>
              </a:spcBef>
              <a:spcAft>
                <a:spcPts val="0"/>
              </a:spcAft>
              <a:buClr>
                <a:srgbClr val="000000"/>
              </a:buClr>
              <a:buSzPts val="1800"/>
              <a:buFont typeface="Arial"/>
              <a:buAutoNum type="arabicParenR"/>
            </a:pPr>
            <a:r>
              <a:rPr sz="1800" b="0" i="0" u="none" strike="noStrike" cap="none">
                <a:solidFill>
                  <a:srgbClr val="000000"/>
                </a:solidFill>
                <a:latin typeface="Arial"/>
                <a:ea typeface="Arial"/>
                <a:cs typeface="Arial"/>
              </a:rPr>
              <a:t>Why do we do this in the first place? </a:t>
            </a:r>
            <a:endParaRPr sz="1800" b="0" i="0" u="none" strike="noStrike" cap="none">
              <a:solidFill>
                <a:srgbClr val="000000"/>
              </a:solidFill>
              <a:latin typeface="Arial"/>
              <a:ea typeface="Arial"/>
              <a:cs typeface="Arial"/>
            </a:endParaRPr>
          </a:p>
          <a:p xmlns:a="http://schemas.openxmlformats.org/drawingml/2006/main">
            <a:pPr marL="914400" marR="0" lvl="0" indent="0" algn="l">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Arial"/>
                <a:ea typeface="Arial"/>
                <a:cs typeface="Arial"/>
              </a:rPr>
              <a:t>Because many documents have TOC or Index sections</a:t>
            </a:r>
            <a:endParaRPr sz="1800" b="0" i="0" u="none" strike="noStrike" cap="none">
              <a:solidFill>
                <a:srgbClr val="000000"/>
              </a:solidFill>
              <a:latin typeface="Arial"/>
              <a:ea typeface="Arial"/>
              <a:cs typeface="Arial"/>
            </a:endParaRPr>
          </a:p>
          <a:p xmlns:a="http://schemas.openxmlformats.org/drawingml/2006/main">
            <a:pPr marL="914400" marR="0" lvl="0" indent="0" algn="l">
              <a:lnSpc>
                <a:spcPct val="100000"/>
              </a:lnSpc>
              <a:spcBef>
                <a:spcPts val="0"/>
              </a:spcBef>
              <a:spcAft>
                <a:spcPts val="0"/>
              </a:spcAft>
              <a:buClr>
                <a:srgbClr val="000000"/>
              </a:buClr>
              <a:buSzPts val="1800"/>
              <a:buFont typeface="Arial"/>
              <a:buNone/>
            </a:pPr>
            <a:r>
              <a:rPr sz="1800" b="0" i="0" u="none" strike="noStrike" cap="none">
                <a:solidFill>
                  <a:srgbClr val="000000"/>
                </a:solidFill>
                <a:latin typeface="Arial"/>
                <a:ea typeface="Arial"/>
                <a:cs typeface="Arial"/>
              </a:rPr>
              <a:t>They are all the same</a:t>
            </a:r>
            <a:endParaRPr sz="1800" b="0" i="0" u="none" strike="noStrike" cap="none">
              <a:solidFill>
                <a:srgbClr val="000000"/>
              </a:solidFill>
              <a:latin typeface="Arial"/>
              <a:ea typeface="Arial"/>
              <a:cs typeface="Arial"/>
            </a:endParaRPr>
          </a:p>
          <a:p xmlns:a="http://schemas.openxmlformats.org/drawingml/2006/main">
            <a:pPr marL="457200" marR="0" lvl="0" indent="-342900" algn="l">
              <a:lnSpc>
                <a:spcPct val="100000"/>
              </a:lnSpc>
              <a:spcBef>
                <a:spcPts val="0"/>
              </a:spcBef>
              <a:spcAft>
                <a:spcPts val="0"/>
              </a:spcAft>
              <a:buClr>
                <a:srgbClr val="000000"/>
              </a:buClr>
              <a:buSzPts val="1800"/>
              <a:buFont typeface="Arial"/>
              <a:buAutoNum type="arabicParenR"/>
            </a:pPr>
            <a:r>
              <a:rPr sz="1800" b="0" i="0" u="none" strike="noStrike" cap="none">
                <a:solidFill>
                  <a:srgbClr val="000000"/>
                </a:solidFill>
                <a:latin typeface="Arial"/>
                <a:ea typeface="Arial"/>
                <a:cs typeface="Arial"/>
              </a:rPr>
              <a:t>Boilerplate has no new information. Noise in index. Many TOC entries in the end or beginning of the db index which can translate to the beginning or end of LLM context window. </a:t>
            </a:r>
            <a:endParaRPr sz="18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319748865"/>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pic>
        <p:nvPicPr>
          <p:cNvPr id="377" name="Google Shape;377;p37">
            <a:extLst xmlns:a="http://schemas.openxmlformats.org/drawingml/2006/main">
              <a:ext uri="{FF2B5EF4-FFF2-40B4-BE49-F238E27FC236}">
                <a16:creationId xmlns:a16="http://schemas.microsoft.com/office/drawing/2014/main" id="{A7B075E9-5B41-4C52-A8EF-894D9CCB33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246a9cc0b3493d">
            <a:alphaModFix/>
          </a:blip>
          <a:srcRect xmlns:a="http://schemas.openxmlformats.org/drawingml/2006/main" l="0" t="0" r="0" b="0"/>
          <a:stretch xmlns:a="http://schemas.openxmlformats.org/drawingml/2006/main"/>
        </p:blipFill>
        <p:spPr>
          <a:xfrm xmlns:a="http://schemas.openxmlformats.org/drawingml/2006/main">
            <a:off x="1622125" y="1097925"/>
            <a:ext cx="3466226" cy="4565050"/>
          </a:xfrm>
          <a:prstGeom xmlns:a="http://schemas.openxmlformats.org/drawingml/2006/main" prst="rect">
            <a:avLst/>
          </a:prstGeom>
          <a:ln xmlns:a="http://schemas.openxmlformats.org/drawingml/2006/main">
            <a:noFill/>
          </a:ln>
        </p:spPr>
      </p:pic>
      <p:pic>
        <p:nvPicPr>
          <p:cNvPr id="378" name="Google Shape;378;p37">
            <a:extLst xmlns:a="http://schemas.openxmlformats.org/drawingml/2006/main">
              <a:ext uri="{FF2B5EF4-FFF2-40B4-BE49-F238E27FC236}">
                <a16:creationId xmlns:a16="http://schemas.microsoft.com/office/drawing/2014/main" id="{F232BA0E-4F14-4420-9404-924CE8C5E8C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2ee1fa6dff64e49">
            <a:alphaModFix/>
          </a:blip>
          <a:srcRect xmlns:a="http://schemas.openxmlformats.org/drawingml/2006/main" l="0" t="0" r="0" b="0"/>
          <a:stretch xmlns:a="http://schemas.openxmlformats.org/drawingml/2006/main"/>
        </p:blipFill>
        <p:spPr>
          <a:xfrm xmlns:a="http://schemas.openxmlformats.org/drawingml/2006/main">
            <a:off x="5218476" y="2282963"/>
            <a:ext cx="6798850" cy="2292073"/>
          </a:xfrm>
          <a:prstGeom xmlns:a="http://schemas.openxmlformats.org/drawingml/2006/main" prst="rect">
            <a:avLst/>
          </a:prstGeom>
          <a:ln xmlns:a="http://schemas.openxmlformats.org/drawingml/2006/main">
            <a:noFill/>
          </a:ln>
        </p:spPr>
      </p:pic>
      <p:sp>
        <p:nvSpPr>
          <p:cNvPr id="379" name="Google Shape;379;p37">
            <a:extLst xmlns:a="http://schemas.openxmlformats.org/drawingml/2006/main">
              <a:ext uri="{FF2B5EF4-FFF2-40B4-BE49-F238E27FC236}">
                <a16:creationId xmlns:a16="http://schemas.microsoft.com/office/drawing/2014/main" id="{3D7CBC44-8D2C-4917-8D08-35A6D517ED25}"/>
              </a:ext>
            </a:extLst>
          </p:cNvPr>
          <p:cNvSpPr>
            <a:spLocks xmlns:a="http://schemas.openxmlformats.org/drawingml/2006/main" noGrp="1"/>
          </p:cNvSpPr>
          <p:nvPr/>
        </p:nvSpPr>
        <p:spPr>
          <a:xfrm xmlns:a="http://schemas.openxmlformats.org/drawingml/2006/main">
            <a:off x="5856625" y="1035475"/>
            <a:ext cx="63576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bad headers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26938441"/>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pic>
        <p:nvPicPr>
          <p:cNvPr id="385" name="Google Shape;385;p38">
            <a:extLst xmlns:a="http://schemas.openxmlformats.org/drawingml/2006/main">
              <a:ext uri="{FF2B5EF4-FFF2-40B4-BE49-F238E27FC236}">
                <a16:creationId xmlns:a16="http://schemas.microsoft.com/office/drawing/2014/main" id="{B04F6895-47B8-4A11-8E6E-60FF4773300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a7b56ed1ae34ea1">
            <a:alphaModFix/>
          </a:blip>
          <a:srcRect xmlns:a="http://schemas.openxmlformats.org/drawingml/2006/main" l="0" t="0" r="0" b="0"/>
          <a:stretch xmlns:a="http://schemas.openxmlformats.org/drawingml/2006/main"/>
        </p:blipFill>
        <p:spPr>
          <a:xfrm xmlns:a="http://schemas.openxmlformats.org/drawingml/2006/main">
            <a:off x="1432825" y="1599825"/>
            <a:ext cx="7943850" cy="3314700"/>
          </a:xfrm>
          <a:prstGeom xmlns:a="http://schemas.openxmlformats.org/drawingml/2006/main" prst="rect">
            <a:avLst/>
          </a:prstGeom>
          <a:ln xmlns:a="http://schemas.openxmlformats.org/drawingml/2006/main">
            <a:noFill/>
          </a:ln>
        </p:spPr>
      </p:pic>
      <p:sp>
        <p:nvSpPr>
          <p:cNvPr id="386" name="Google Shape;386;p38">
            <a:extLst xmlns:a="http://schemas.openxmlformats.org/drawingml/2006/main">
              <a:ext uri="{FF2B5EF4-FFF2-40B4-BE49-F238E27FC236}">
                <a16:creationId xmlns:a16="http://schemas.microsoft.com/office/drawing/2014/main" id="{96ABF2D2-C98A-465B-8EF3-2E583E016379}"/>
              </a:ext>
            </a:extLst>
          </p:cNvPr>
          <p:cNvSpPr>
            <a:spLocks xmlns:a="http://schemas.openxmlformats.org/drawingml/2006/main" noGrp="1"/>
          </p:cNvSpPr>
          <p:nvPr/>
        </p:nvSpPr>
        <p:spPr>
          <a:xfrm xmlns:a="http://schemas.openxmlformats.org/drawingml/2006/main">
            <a:off x="2137775" y="5393325"/>
            <a:ext cx="5177400" cy="12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doc-925d61c412d6</a:t>
            </a:r>
            <a:r>
              <a:rPr sz="1100" b="0" i="0" u="none" strike="noStrike" cap="none">
                <a:solidFill>
                  <a:schemeClr val="dk1"/>
                </a:solidFill>
                <a:latin typeface="Arial"/>
                <a:ea typeface="Arial"/>
                <a:cs typeface="Arial"/>
              </a:rPr>
              <a:t> — Kentucky application, one person</a:t>
            </a:r>
            <a:endParaRPr sz="11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doc-cfb6d2204f32</a:t>
            </a:r>
            <a:r>
              <a:rPr sz="1100" b="0" i="0" u="none" strike="noStrike" cap="none">
                <a:solidFill>
                  <a:schemeClr val="dk1"/>
                </a:solidFill>
                <a:latin typeface="Arial"/>
                <a:ea typeface="Arial"/>
                <a:cs typeface="Arial"/>
              </a:rPr>
              <a:t> — Kentucky application, family</a:t>
            </a:r>
            <a:endParaRPr sz="11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doc-3409df3900e3</a:t>
            </a:r>
            <a:r>
              <a:rPr sz="1100" b="0" i="0" u="none" strike="noStrike" cap="none">
                <a:solidFill>
                  <a:schemeClr val="dk1"/>
                </a:solidFill>
                <a:latin typeface="Arial"/>
                <a:ea typeface="Arial"/>
                <a:cs typeface="Arial"/>
              </a:rPr>
              <a:t> — Missouri health-coverage application</a:t>
            </a:r>
            <a:endParaRPr sz="11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doc-08754ed1a8a8</a:t>
            </a:r>
            <a:r>
              <a:rPr sz="1100" b="0" i="0" u="none" strike="noStrike" cap="none">
                <a:solidFill>
                  <a:schemeClr val="dk1"/>
                </a:solidFill>
                <a:latin typeface="Arial"/>
                <a:ea typeface="Arial"/>
                <a:cs typeface="Arial"/>
              </a:rPr>
              <a:t> — Spanish Missouri health-coverage application</a:t>
            </a:r>
            <a:endParaRPr sz="11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doc-e7bd4b9ae4bf</a:t>
            </a:r>
            <a:r>
              <a:rPr sz="1100" b="0" i="0" u="none" strike="noStrike" cap="none">
                <a:solidFill>
                  <a:schemeClr val="dk1"/>
                </a:solidFill>
                <a:latin typeface="Arial"/>
                <a:ea typeface="Arial"/>
                <a:cs typeface="Arial"/>
              </a:rPr>
              <a:t> — Spanish aged/blind/disabled supplement</a:t>
            </a:r>
            <a:endParaRPr sz="11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00"/>
              <a:buFont typeface="Arial"/>
              <a:buNone/>
            </a:pPr>
            <a:r>
              <a:rPr sz="1100" b="0" i="0" u="none" strike="noStrike" cap="none">
                <a:solidFill>
                  <a:srgbClr val="188038"/>
                </a:solidFill>
                <a:latin typeface="Roboto Mono"/>
                <a:ea typeface="Roboto Mono"/>
                <a:cs typeface="Roboto Mono"/>
              </a:rPr>
              <a:t>doc-b1682e9dbc26</a:t>
            </a:r>
            <a:r>
              <a:rPr sz="1100" b="0" i="0" u="none" strike="noStrike" cap="none">
                <a:solidFill>
                  <a:schemeClr val="dk1"/>
                </a:solidFill>
                <a:latin typeface="Arial"/>
                <a:ea typeface="Arial"/>
                <a:cs typeface="Arial"/>
              </a:rPr>
              <a:t> — Ohio Medicaid authorized-representative form</a:t>
            </a:r>
            <a:endParaRPr sz="1100" b="0" i="0" u="none" strike="noStrike" cap="none">
              <a:solidFill>
                <a:schemeClr val="dk1"/>
              </a:solidFill>
              <a:latin typeface="Arial"/>
              <a:ea typeface="Arial"/>
              <a:cs typeface="Arial"/>
            </a:endParaRPr>
          </a:p>
        </p:txBody>
      </p:sp>
      <p:sp>
        <p:nvSpPr>
          <p:cNvPr id="387" name="Google Shape;387;p38">
            <a:extLst xmlns:a="http://schemas.openxmlformats.org/drawingml/2006/main">
              <a:ext uri="{FF2B5EF4-FFF2-40B4-BE49-F238E27FC236}">
                <a16:creationId xmlns:a16="http://schemas.microsoft.com/office/drawing/2014/main" id="{B77C2EB4-52CF-4436-A04A-D2B406EFD4F6}"/>
              </a:ext>
            </a:extLst>
          </p:cNvPr>
          <p:cNvSpPr>
            <a:spLocks xmlns:a="http://schemas.openxmlformats.org/drawingml/2006/main" noGrp="1"/>
          </p:cNvSpPr>
          <p:nvPr/>
        </p:nvSpPr>
        <p:spPr>
          <a:xfrm xmlns:a="http://schemas.openxmlformats.org/drawingml/2006/main">
            <a:off x="4253275" y="901875"/>
            <a:ext cx="641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forms do not chunk</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9027473"/>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pic>
        <p:nvPicPr>
          <p:cNvPr id="393" name="Google Shape;393;p39">
            <a:extLst xmlns:a="http://schemas.openxmlformats.org/drawingml/2006/main">
              <a:ext uri="{FF2B5EF4-FFF2-40B4-BE49-F238E27FC236}">
                <a16:creationId xmlns:a16="http://schemas.microsoft.com/office/drawing/2014/main" id="{C11058D2-4016-46DF-A538-818EE1C57D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753c58b3b2741a3">
            <a:alphaModFix/>
          </a:blip>
          <a:srcRect xmlns:a="http://schemas.openxmlformats.org/drawingml/2006/main" l="0" t="0" r="0" b="0"/>
          <a:stretch xmlns:a="http://schemas.openxmlformats.org/drawingml/2006/main"/>
        </p:blipFill>
        <p:spPr>
          <a:xfrm xmlns:a="http://schemas.openxmlformats.org/drawingml/2006/main">
            <a:off x="0" y="1377381"/>
            <a:ext cx="12191999" cy="410323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61356717"/>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pic>
        <p:nvPicPr>
          <p:cNvPr id="399" name="Google Shape;399;p40">
            <a:extLst xmlns:a="http://schemas.openxmlformats.org/drawingml/2006/main">
              <a:ext uri="{FF2B5EF4-FFF2-40B4-BE49-F238E27FC236}">
                <a16:creationId xmlns:a16="http://schemas.microsoft.com/office/drawing/2014/main" id="{3E3E7C1E-672F-4805-AE2E-14AB298F3F2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7dc9504ae414e84">
            <a:alphaModFix/>
          </a:blip>
          <a:srcRect xmlns:a="http://schemas.openxmlformats.org/drawingml/2006/main" l="0" t="0" r="0" b="0"/>
          <a:stretch xmlns:a="http://schemas.openxmlformats.org/drawingml/2006/main"/>
        </p:blipFill>
        <p:spPr>
          <a:xfrm xmlns:a="http://schemas.openxmlformats.org/drawingml/2006/main">
            <a:off x="152400" y="152400"/>
            <a:ext cx="11887201" cy="269899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3975853"/>
      </p:ext>
    </p:extLst>
  </p:cSld>
</p:sld>
</file>

<file path=ppt/slides/slide51.xml><?xml version="1.0" encoding="utf-8"?>
<p:sld xmlns:p="http://schemas.openxmlformats.org/presentationml/2006/main">
  <p:cSld>
    <p:bg>
      <p:bgPr>
        <a:solidFill xmlns:a="http://schemas.openxmlformats.org/drawingml/2006/main">
          <a:srgbClr val="F6F8F7"/>
        </a:solidFill>
      </p:bgPr>
    </p:bg>
    <p:spTree>
      <p:nvGrpSpPr>
        <p:cNvPr id="1" name=""/>
        <p:cNvGrpSpPr/>
        <p:nvPr/>
      </p:nvGrpSpPr>
      <p:grpSpPr>
        <a:xfrm xmlns:a="http://schemas.openxmlformats.org/drawingml/2006/main"/>
      </p:grpSpPr>
      <p:sp>
        <p:nvSpPr>
          <p:cNvPr id="405" name="Google Shape;405;p41">
            <a:extLst xmlns:a="http://schemas.openxmlformats.org/drawingml/2006/main">
              <a:ext uri="{FF2B5EF4-FFF2-40B4-BE49-F238E27FC236}">
                <a16:creationId xmlns:a16="http://schemas.microsoft.com/office/drawing/2014/main" id="{F1CEFB50-8BD8-4E92-A941-76C638C3F600}"/>
              </a:ext>
            </a:extLst>
          </p:cNvPr>
          <p:cNvSpPr>
            <a:spLocks xmlns:a="http://schemas.openxmlformats.org/drawingml/2006/main" noGrp="1"/>
          </p:cNvSpPr>
          <p:nvPr/>
        </p:nvSpPr>
        <p:spPr>
          <a:xfrm xmlns:a="http://schemas.openxmlformats.org/drawingml/2006/main">
            <a:off x="533400" y="361950"/>
            <a:ext cx="11125200"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82524"/>
              </a:buClr>
              <a:buSzPts val="3000"/>
              <a:buFont typeface="Helvetica Neue"/>
              <a:buNone/>
            </a:pPr>
            <a:r>
              <a:rPr sz="3000" b="1" i="0" u="none" strike="noStrike" cap="none">
                <a:solidFill>
                  <a:srgbClr val="182524"/>
                </a:solidFill>
                <a:latin typeface="Helvetica Neue"/>
                <a:ea typeface="Helvetica Neue"/>
                <a:cs typeface="Helvetica Neue"/>
              </a:rPr>
              <a:t>Structural context and context expansion</a:t>
            </a:r>
            <a:endParaRPr sz="1400" b="0" i="0" u="none" strike="noStrike" cap="none">
              <a:solidFill>
                <a:srgbClr val="000000"/>
              </a:solidFill>
              <a:latin typeface="Arial"/>
              <a:ea typeface="Arial"/>
              <a:cs typeface="Arial"/>
            </a:endParaRPr>
          </a:p>
        </p:txBody>
      </p:sp>
      <p:sp>
        <p:nvSpPr>
          <p:cNvPr id="406" name="Google Shape;406;p41">
            <a:extLst xmlns:a="http://schemas.openxmlformats.org/drawingml/2006/main">
              <a:ext uri="{FF2B5EF4-FFF2-40B4-BE49-F238E27FC236}">
                <a16:creationId xmlns:a16="http://schemas.microsoft.com/office/drawing/2014/main" id="{4DB06CCA-72FB-45C3-B5C5-B9D651CC0CF3}"/>
              </a:ext>
            </a:extLst>
          </p:cNvPr>
          <p:cNvSpPr>
            <a:spLocks xmlns:a="http://schemas.openxmlformats.org/drawingml/2006/main" noGrp="1"/>
          </p:cNvSpPr>
          <p:nvPr/>
        </p:nvSpPr>
        <p:spPr>
          <a:xfrm xmlns:a="http://schemas.openxmlformats.org/drawingml/2006/main">
            <a:off x="533400" y="876300"/>
            <a:ext cx="111252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536463"/>
              </a:buClr>
              <a:buSzPts val="1500"/>
              <a:buFont typeface="Helvetica Neue"/>
              <a:buNone/>
            </a:pPr>
            <a:r>
              <a:rPr sz="1500" b="0" i="0" u="none" strike="noStrike" cap="none">
                <a:solidFill>
                  <a:srgbClr val="536463"/>
                </a:solidFill>
                <a:latin typeface="Helvetica Neue"/>
                <a:ea typeface="Helvetica Neue"/>
                <a:cs typeface="Helvetica Neue"/>
              </a:rPr>
              <a:t>The same policy page produces different retrieval boundaries</a:t>
            </a:r>
            <a:endParaRPr sz="1400" b="0" i="0" u="none" strike="noStrike" cap="none">
              <a:solidFill>
                <a:srgbClr val="000000"/>
              </a:solidFill>
              <a:latin typeface="Arial"/>
              <a:ea typeface="Arial"/>
              <a:cs typeface="Arial"/>
            </a:endParaRPr>
          </a:p>
        </p:txBody>
      </p:sp>
      <p:sp>
        <p:nvSpPr>
          <p:cNvPr id="407" name="Google Shape;407;p41">
            <a:extLst xmlns:a="http://schemas.openxmlformats.org/drawingml/2006/main">
              <a:ext uri="{FF2B5EF4-FFF2-40B4-BE49-F238E27FC236}">
                <a16:creationId xmlns:a16="http://schemas.microsoft.com/office/drawing/2014/main" id="{F85DBAD7-BC6A-4ED1-950F-798BC57D97E5}"/>
              </a:ext>
            </a:extLst>
          </p:cNvPr>
          <p:cNvSpPr>
            <a:spLocks xmlns:a="http://schemas.openxmlformats.org/drawingml/2006/main" noGrp="1"/>
          </p:cNvSpPr>
          <p:nvPr/>
        </p:nvSpPr>
        <p:spPr>
          <a:xfrm xmlns:a="http://schemas.openxmlformats.org/drawingml/2006/main">
            <a:off x="533400" y="1333500"/>
            <a:ext cx="538162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E765E"/>
              </a:buClr>
              <a:buSzPts val="1200"/>
              <a:buFont typeface="Helvetica Neue"/>
              <a:buNone/>
            </a:pPr>
            <a:r>
              <a:rPr sz="1200" b="1" i="0" u="none" strike="noStrike" cap="none">
                <a:solidFill>
                  <a:srgbClr val="1E765E"/>
                </a:solidFill>
                <a:latin typeface="Helvetica Neue"/>
                <a:ea typeface="Helvetica Neue"/>
                <a:cs typeface="Helvetica Neue"/>
              </a:rPr>
              <a:t>STRUCTURAL CONTEXT</a:t>
            </a:r>
            <a:endParaRPr sz="1400" b="0" i="0" u="none" strike="noStrike" cap="none">
              <a:solidFill>
                <a:srgbClr val="000000"/>
              </a:solidFill>
              <a:latin typeface="Arial"/>
              <a:ea typeface="Arial"/>
              <a:cs typeface="Arial"/>
            </a:endParaRPr>
          </a:p>
        </p:txBody>
      </p:sp>
      <p:sp>
        <p:nvSpPr>
          <p:cNvPr id="408" name="Google Shape;408;p41">
            <a:extLst xmlns:a="http://schemas.openxmlformats.org/drawingml/2006/main">
              <a:ext uri="{FF2B5EF4-FFF2-40B4-BE49-F238E27FC236}">
                <a16:creationId xmlns:a16="http://schemas.microsoft.com/office/drawing/2014/main" id="{46A2A3FA-43B1-4374-945D-568EF2D7D800}"/>
              </a:ext>
            </a:extLst>
          </p:cNvPr>
          <p:cNvSpPr>
            <a:spLocks xmlns:a="http://schemas.openxmlformats.org/drawingml/2006/main" noGrp="1"/>
          </p:cNvSpPr>
          <p:nvPr/>
        </p:nvSpPr>
        <p:spPr>
          <a:xfrm xmlns:a="http://schemas.openxmlformats.org/drawingml/2006/main">
            <a:off x="6276975" y="1333500"/>
            <a:ext cx="5381625"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54DA6"/>
              </a:buClr>
              <a:buSzPts val="1200"/>
              <a:buFont typeface="Helvetica Neue"/>
              <a:buNone/>
            </a:pPr>
            <a:r>
              <a:rPr sz="1200" b="1" i="0" u="none" strike="noStrike" cap="none">
                <a:solidFill>
                  <a:srgbClr val="654DA6"/>
                </a:solidFill>
                <a:latin typeface="Helvetica Neue"/>
                <a:ea typeface="Helvetica Neue"/>
                <a:cs typeface="Helvetica Neue"/>
              </a:rPr>
              <a:t>CONTEXT EXPANSION</a:t>
            </a:r>
            <a:endParaRPr sz="1400" b="0" i="0" u="none" strike="noStrike" cap="none">
              <a:solidFill>
                <a:srgbClr val="000000"/>
              </a:solidFill>
              <a:latin typeface="Arial"/>
              <a:ea typeface="Arial"/>
              <a:cs typeface="Arial"/>
            </a:endParaRPr>
          </a:p>
        </p:txBody>
      </p:sp>
      <p:sp>
        <p:nvSpPr>
          <p:cNvPr id="409" name="Google Shape;409;p41">
            <a:extLst xmlns:a="http://schemas.openxmlformats.org/drawingml/2006/main">
              <a:ext uri="{FF2B5EF4-FFF2-40B4-BE49-F238E27FC236}">
                <a16:creationId xmlns:a16="http://schemas.microsoft.com/office/drawing/2014/main" id="{FC3DCE4D-D4DA-4927-ADAE-AA01EFA46CEC}"/>
              </a:ext>
            </a:extLst>
          </p:cNvPr>
          <p:cNvSpPr>
            <a:spLocks xmlns:a="http://schemas.openxmlformats.org/drawingml/2006/main" noGrp="1"/>
          </p:cNvSpPr>
          <p:nvPr/>
        </p:nvSpPr>
        <p:spPr>
          <a:xfrm xmlns:a="http://schemas.openxmlformats.org/drawingml/2006/main">
            <a:off x="476250" y="1619250"/>
            <a:ext cx="5495925" cy="203835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D1DBD9"/>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0" name="Google Shape;410;p41">
            <a:extLst xmlns:a="http://schemas.openxmlformats.org/drawingml/2006/main">
              <a:ext uri="{FF2B5EF4-FFF2-40B4-BE49-F238E27FC236}">
                <a16:creationId xmlns:a16="http://schemas.microsoft.com/office/drawing/2014/main" id="{76276852-F5F6-40B7-ADE4-B8323D15DAF6}"/>
              </a:ext>
            </a:extLst>
          </p:cNvPr>
          <p:cNvSpPr>
            <a:spLocks xmlns:a="http://schemas.openxmlformats.org/drawingml/2006/main" noGrp="1"/>
          </p:cNvSpPr>
          <p:nvPr/>
        </p:nvSpPr>
        <p:spPr>
          <a:xfrm xmlns:a="http://schemas.openxmlformats.org/drawingml/2006/main">
            <a:off x="6219825" y="1619250"/>
            <a:ext cx="5495925" cy="2038350"/>
          </a:xfrm>
          <a:prstGeom xmlns:a="http://schemas.openxmlformats.org/drawingml/2006/main" prst="rect">
            <a:avLst/>
          </a:prstGeom>
          <a:solidFill xmlns:a="http://schemas.openxmlformats.org/drawingml/2006/main">
            <a:srgbClr val="FFFFFF"/>
          </a:solidFill>
          <a:ln xmlns:a="http://schemas.openxmlformats.org/drawingml/2006/main" w="9525" cap="flat" cmpd="sng">
            <a:solidFill>
              <a:srgbClr val="D1DBD9"/>
            </a:solidFill>
            <a:prstDash val="solid"/>
            <a:round/>
            <a:headEnd type="none" w="sm" len="sm"/>
            <a:tailEnd type="none" w="sm" len="sm"/>
          </a:ln>
          <a:effectLst xmlns:a="http://schemas.openxmlformats.org/drawingml/2006/main">
            <a:outerShdw blurRad="180975" dist="69343" dir="4443276">
              <a:srgbClr val="000000">
                <a:alpha val="14118"/>
              </a:srgbClr>
            </a:outerShdw>
          </a:effectLst>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pic>
        <p:nvPicPr>
          <p:cNvPr id="411" name="Google Shape;411;p41">
            <a:extLst xmlns:a="http://schemas.openxmlformats.org/drawingml/2006/main">
              <a:ext uri="{FF2B5EF4-FFF2-40B4-BE49-F238E27FC236}">
                <a16:creationId xmlns:a16="http://schemas.microsoft.com/office/drawing/2014/main" id="{947533ED-CEA4-4461-A90C-2BB230C21FD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4bbff9b88d84679">
            <a:alphaModFix/>
          </a:blip>
          <a:srcRect xmlns:a="http://schemas.openxmlformats.org/drawingml/2006/main" l="0" t="0" r="0" b="0"/>
          <a:stretch xmlns:a="http://schemas.openxmlformats.org/drawingml/2006/main"/>
        </p:blipFill>
        <p:spPr>
          <a:xfrm xmlns:a="http://schemas.openxmlformats.org/drawingml/2006/main">
            <a:off x="533400" y="1677421"/>
            <a:ext cx="5381625" cy="1922009"/>
          </a:xfrm>
          <a:prstGeom xmlns:a="http://schemas.openxmlformats.org/drawingml/2006/main" prst="rect">
            <a:avLst/>
          </a:prstGeom>
          <a:ln xmlns:a="http://schemas.openxmlformats.org/drawingml/2006/main">
            <a:noFill/>
          </a:ln>
        </p:spPr>
      </p:pic>
      <p:pic>
        <p:nvPicPr>
          <p:cNvPr id="412" name="Google Shape;412;p41">
            <a:extLst xmlns:a="http://schemas.openxmlformats.org/drawingml/2006/main">
              <a:ext uri="{FF2B5EF4-FFF2-40B4-BE49-F238E27FC236}">
                <a16:creationId xmlns:a16="http://schemas.microsoft.com/office/drawing/2014/main" id="{43880B30-EFF7-44D1-9344-6CDFF5DC4D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90d27f1ae2249b1">
            <a:alphaModFix/>
          </a:blip>
          <a:srcRect xmlns:a="http://schemas.openxmlformats.org/drawingml/2006/main" l="0" t="0" r="0" b="0"/>
          <a:stretch xmlns:a="http://schemas.openxmlformats.org/drawingml/2006/main"/>
        </p:blipFill>
        <p:spPr>
          <a:xfrm xmlns:a="http://schemas.openxmlformats.org/drawingml/2006/main">
            <a:off x="6276975" y="1677421"/>
            <a:ext cx="5381625" cy="1922009"/>
          </a:xfrm>
          <a:prstGeom xmlns:a="http://schemas.openxmlformats.org/drawingml/2006/main" prst="rect">
            <a:avLst/>
          </a:prstGeom>
          <a:ln xmlns:a="http://schemas.openxmlformats.org/drawingml/2006/main">
            <a:noFill/>
          </a:ln>
        </p:spPr>
      </p:pic>
      <p:sp>
        <p:nvSpPr>
          <p:cNvPr id="413" name="Google Shape;413;p41">
            <a:extLst xmlns:a="http://schemas.openxmlformats.org/drawingml/2006/main">
              <a:ext uri="{FF2B5EF4-FFF2-40B4-BE49-F238E27FC236}">
                <a16:creationId xmlns:a16="http://schemas.microsoft.com/office/drawing/2014/main" id="{5C48B67A-A2B6-490D-8A17-15CD20BDBEFD}"/>
              </a:ext>
            </a:extLst>
          </p:cNvPr>
          <p:cNvSpPr>
            <a:spLocks xmlns:a="http://schemas.openxmlformats.org/drawingml/2006/main" noGrp="1"/>
          </p:cNvSpPr>
          <p:nvPr/>
        </p:nvSpPr>
        <p:spPr>
          <a:xfrm xmlns:a="http://schemas.openxmlformats.org/drawingml/2006/main">
            <a:off x="609600" y="2085975"/>
            <a:ext cx="5305425" cy="1381125"/>
          </a:xfrm>
          <a:prstGeom xmlns:a="http://schemas.openxmlformats.org/drawingml/2006/main" prst="rect">
            <a:avLst/>
          </a:prstGeom>
          <a:noFill xmlns:a="http://schemas.openxmlformats.org/drawingml/2006/main"/>
          <a:ln xmlns:a="http://schemas.openxmlformats.org/drawingml/2006/main" w="38100" cap="flat" cmpd="sng">
            <a:solidFill>
              <a:srgbClr val="D9302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4" name="Google Shape;414;p41">
            <a:extLst xmlns:a="http://schemas.openxmlformats.org/drawingml/2006/main">
              <a:ext uri="{FF2B5EF4-FFF2-40B4-BE49-F238E27FC236}">
                <a16:creationId xmlns:a16="http://schemas.microsoft.com/office/drawing/2014/main" id="{1B53ADFA-F4FA-465C-A78A-8018FDE58798}"/>
              </a:ext>
            </a:extLst>
          </p:cNvPr>
          <p:cNvSpPr>
            <a:spLocks xmlns:a="http://schemas.openxmlformats.org/drawingml/2006/main" noGrp="1"/>
          </p:cNvSpPr>
          <p:nvPr/>
        </p:nvSpPr>
        <p:spPr>
          <a:xfrm xmlns:a="http://schemas.openxmlformats.org/drawingml/2006/main">
            <a:off x="6696075" y="2257425"/>
            <a:ext cx="4505325" cy="1314450"/>
          </a:xfrm>
          <a:prstGeom xmlns:a="http://schemas.openxmlformats.org/drawingml/2006/main" prst="rect">
            <a:avLst/>
          </a:prstGeom>
          <a:noFill xmlns:a="http://schemas.openxmlformats.org/drawingml/2006/main"/>
          <a:ln xmlns:a="http://schemas.openxmlformats.org/drawingml/2006/main" w="38100" cap="flat" cmpd="sng">
            <a:solidFill>
              <a:srgbClr val="D9302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415" name="Google Shape;415;p41">
            <a:extLst xmlns:a="http://schemas.openxmlformats.org/drawingml/2006/main">
              <a:ext uri="{FF2B5EF4-FFF2-40B4-BE49-F238E27FC236}">
                <a16:creationId xmlns:a16="http://schemas.microsoft.com/office/drawing/2014/main" id="{9B20077B-0F1F-41F4-8CD1-80157753DC32}"/>
              </a:ext>
            </a:extLst>
          </p:cNvPr>
          <p:cNvSpPr>
            <a:spLocks xmlns:a="http://schemas.openxmlformats.org/drawingml/2006/main" noGrp="1"/>
          </p:cNvSpPr>
          <p:nvPr/>
        </p:nvSpPr>
        <p:spPr>
          <a:xfrm xmlns:a="http://schemas.openxmlformats.org/drawingml/2006/main">
            <a:off x="533400" y="3924300"/>
            <a:ext cx="5381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82524"/>
              </a:buClr>
              <a:buSzPts val="1950"/>
              <a:buFont typeface="Helvetica Neue"/>
              <a:buNone/>
            </a:pPr>
            <a:r>
              <a:rPr sz="1950" b="1" i="0" u="none" strike="noStrike" cap="none">
                <a:solidFill>
                  <a:srgbClr val="182524"/>
                </a:solidFill>
                <a:latin typeface="Helvetica Neue"/>
                <a:ea typeface="Helvetica Neue"/>
                <a:cs typeface="Helvetica Neue"/>
              </a:rPr>
              <a:t>Whole table returned</a:t>
            </a:r>
            <a:endParaRPr sz="1400" b="0" i="0" u="none" strike="noStrike" cap="none">
              <a:solidFill>
                <a:srgbClr val="000000"/>
              </a:solidFill>
              <a:latin typeface="Arial"/>
              <a:ea typeface="Arial"/>
              <a:cs typeface="Arial"/>
            </a:endParaRPr>
          </a:p>
        </p:txBody>
      </p:sp>
      <p:sp>
        <p:nvSpPr>
          <p:cNvPr id="416" name="Google Shape;416;p41">
            <a:extLst xmlns:a="http://schemas.openxmlformats.org/drawingml/2006/main">
              <a:ext uri="{FF2B5EF4-FFF2-40B4-BE49-F238E27FC236}">
                <a16:creationId xmlns:a16="http://schemas.microsoft.com/office/drawing/2014/main" id="{EDC291BF-1B32-4B03-8AA5-BAA11BB988FA}"/>
              </a:ext>
            </a:extLst>
          </p:cNvPr>
          <p:cNvSpPr>
            <a:spLocks xmlns:a="http://schemas.openxmlformats.org/drawingml/2006/main" noGrp="1"/>
          </p:cNvSpPr>
          <p:nvPr/>
        </p:nvSpPr>
        <p:spPr>
          <a:xfrm xmlns:a="http://schemas.openxmlformats.org/drawingml/2006/main">
            <a:off x="533400" y="4324350"/>
            <a:ext cx="5095875"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856"/>
              </a:buClr>
              <a:buSzPts val="1425"/>
              <a:buFont typeface="Helvetica Neue"/>
              <a:buNone/>
            </a:pPr>
            <a:r>
              <a:rPr sz="1425" b="0" i="0" u="none" strike="noStrike" cap="none">
                <a:solidFill>
                  <a:srgbClr val="465856"/>
                </a:solidFill>
                <a:latin typeface="Helvetica Neue"/>
                <a:ea typeface="Helvetica Neue"/>
                <a:cs typeface="Helvetica Neue"/>
              </a:rPr>
              <a:t>Table-aware parsing keeps the header and all rows in one retrieval unit. The relationships among preference, drug, code, and description remain intact.</a:t>
            </a:r>
            <a:endParaRPr sz="1400" b="0" i="0" u="none" strike="noStrike" cap="none">
              <a:solidFill>
                <a:srgbClr val="000000"/>
              </a:solidFill>
              <a:latin typeface="Arial"/>
              <a:ea typeface="Arial"/>
              <a:cs typeface="Arial"/>
            </a:endParaRPr>
          </a:p>
        </p:txBody>
      </p:sp>
      <p:sp>
        <p:nvSpPr>
          <p:cNvPr id="417" name="Google Shape;417;p41">
            <a:extLst xmlns:a="http://schemas.openxmlformats.org/drawingml/2006/main">
              <a:ext uri="{FF2B5EF4-FFF2-40B4-BE49-F238E27FC236}">
                <a16:creationId xmlns:a16="http://schemas.microsoft.com/office/drawing/2014/main" id="{2530441F-0BD8-4D9F-9393-BD4A5C61426E}"/>
              </a:ext>
            </a:extLst>
          </p:cNvPr>
          <p:cNvSpPr>
            <a:spLocks xmlns:a="http://schemas.openxmlformats.org/drawingml/2006/main" noGrp="1"/>
          </p:cNvSpPr>
          <p:nvPr/>
        </p:nvSpPr>
        <p:spPr>
          <a:xfrm xmlns:a="http://schemas.openxmlformats.org/drawingml/2006/main">
            <a:off x="6276975" y="3924300"/>
            <a:ext cx="5381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82524"/>
              </a:buClr>
              <a:buSzPts val="1950"/>
              <a:buFont typeface="Helvetica Neue"/>
              <a:buNone/>
            </a:pPr>
            <a:r>
              <a:rPr sz="1950" b="1" i="0" u="none" strike="noStrike" cap="none">
                <a:solidFill>
                  <a:srgbClr val="182524"/>
                </a:solidFill>
                <a:latin typeface="Helvetica Neue"/>
                <a:ea typeface="Helvetica Neue"/>
                <a:cs typeface="Helvetica Neue"/>
              </a:rPr>
              <a:t>Parent section returned</a:t>
            </a:r>
            <a:endParaRPr sz="1400" b="0" i="0" u="none" strike="noStrike" cap="none">
              <a:solidFill>
                <a:srgbClr val="000000"/>
              </a:solidFill>
              <a:latin typeface="Arial"/>
              <a:ea typeface="Arial"/>
              <a:cs typeface="Arial"/>
            </a:endParaRPr>
          </a:p>
        </p:txBody>
      </p:sp>
      <p:sp>
        <p:nvSpPr>
          <p:cNvPr id="418" name="Google Shape;418;p41">
            <a:extLst xmlns:a="http://schemas.openxmlformats.org/drawingml/2006/main">
              <a:ext uri="{FF2B5EF4-FFF2-40B4-BE49-F238E27FC236}">
                <a16:creationId xmlns:a16="http://schemas.microsoft.com/office/drawing/2014/main" id="{DF015E3B-6C1C-4D4F-B9D2-0C0AE9D610B8}"/>
              </a:ext>
            </a:extLst>
          </p:cNvPr>
          <p:cNvSpPr>
            <a:spLocks xmlns:a="http://schemas.openxmlformats.org/drawingml/2006/main" noGrp="1"/>
          </p:cNvSpPr>
          <p:nvPr/>
        </p:nvSpPr>
        <p:spPr>
          <a:xfrm xmlns:a="http://schemas.openxmlformats.org/drawingml/2006/main">
            <a:off x="6276975" y="4324350"/>
            <a:ext cx="5095875" cy="1000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465856"/>
              </a:buClr>
              <a:buSzPts val="1425"/>
              <a:buFont typeface="Helvetica Neue"/>
              <a:buNone/>
            </a:pPr>
            <a:r>
              <a:rPr sz="1425" b="0" i="0" u="none" strike="noStrike" cap="none">
                <a:solidFill>
                  <a:srgbClr val="465856"/>
                </a:solidFill>
                <a:latin typeface="Helvetica Neue"/>
                <a:ea typeface="Helvetica Neue"/>
                <a:cs typeface="Helvetica Neue"/>
              </a:rPr>
              <a:t>Parent-child retrieval can match a small passage about NCCN or FDA guidance, then return the full Universal Approval Criteria section as context.</a:t>
            </a:r>
            <a:endParaRPr sz="1400" b="0" i="0" u="none" strike="noStrike" cap="none">
              <a:solidFill>
                <a:srgbClr val="000000"/>
              </a:solidFill>
              <a:latin typeface="Arial"/>
              <a:ea typeface="Arial"/>
              <a:cs typeface="Arial"/>
            </a:endParaRPr>
          </a:p>
        </p:txBody>
      </p:sp>
      <p:cxnSp>
        <p:nvCxnSpPr>
          <p:cNvPr id="419" name="Google Shape;419;p41">
            <a:extLst xmlns:a="http://schemas.openxmlformats.org/drawingml/2006/main">
              <a:ext uri="{FF2B5EF4-FFF2-40B4-BE49-F238E27FC236}">
                <a16:creationId xmlns:a16="http://schemas.microsoft.com/office/drawing/2014/main" id="{26CF09A5-8CA8-409C-B0D6-77D399FEB4FF}"/>
              </a:ext>
            </a:extLst>
          </p:cNvPr>
          <p:cNvCxnSpPr/>
          <p:nvPr/>
        </p:nvCxnSpPr>
        <p:spPr>
          <a:xfrm xmlns:a="http://schemas.openxmlformats.org/drawingml/2006/main">
            <a:off x="533400" y="6238875"/>
            <a:ext cx="11125200" cy="0"/>
          </a:xfrm>
          <a:prstGeom xmlns:a="http://schemas.openxmlformats.org/drawingml/2006/main" prst="straightConnector1">
            <a:avLst/>
          </a:prstGeom>
          <a:ln xmlns:a="http://schemas.openxmlformats.org/drawingml/2006/main" w="9525" cap="flat">
            <a:solidFill>
              <a:srgbClr val="CED8D6"/>
            </a:solidFill>
            <a:prstDash val="solid"/>
            <a:round/>
            <a:headEnd type="none" w="sm" len="sm"/>
            <a:tailEnd type="none" w="sm" len="sm"/>
          </a:ln>
        </p:spPr>
      </p:cxnSp>
      <p:sp>
        <p:nvSpPr>
          <p:cNvPr id="420" name="Google Shape;420;p41">
            <a:extLst xmlns:a="http://schemas.openxmlformats.org/drawingml/2006/main">
              <a:ext uri="{FF2B5EF4-FFF2-40B4-BE49-F238E27FC236}">
                <a16:creationId xmlns:a16="http://schemas.microsoft.com/office/drawing/2014/main" id="{A3F1F655-AC1D-4236-8B34-2B2E7CA67D7D}"/>
              </a:ext>
            </a:extLst>
          </p:cNvPr>
          <p:cNvSpPr>
            <a:spLocks xmlns:a="http://schemas.openxmlformats.org/drawingml/2006/main" noGrp="1"/>
          </p:cNvSpPr>
          <p:nvPr/>
        </p:nvSpPr>
        <p:spPr>
          <a:xfrm xmlns:a="http://schemas.openxmlformats.org/drawingml/2006/main">
            <a:off x="533400" y="6343650"/>
            <a:ext cx="111252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62716F"/>
              </a:buClr>
              <a:buSzPts val="1050"/>
              <a:buFont typeface="Helvetica Neue"/>
              <a:buNone/>
            </a:pPr>
            <a:r>
              <a:rPr sz="1050" b="0" i="0" u="none" strike="noStrike" cap="none">
                <a:solidFill>
                  <a:srgbClr val="62716F"/>
                </a:solidFill>
                <a:latin typeface="Helvetica Neue"/>
                <a:ea typeface="Helvetica Neue"/>
                <a:cs typeface="Helvetica Neue"/>
              </a:rPr>
              <a:t>Source: GEHA Coverage Policy: Bendamustine, page 1</a:t>
            </a:r>
            <a:endParaRPr sz="1400" b="0" i="0" u="none" strike="noStrike" cap="none">
              <a:solidFill>
                <a:srgbClr val="000000"/>
              </a:solidFill>
              <a:latin typeface="Arial"/>
              <a:ea typeface="Arial"/>
              <a:cs typeface="Arial"/>
            </a:endParaRPr>
          </a:p>
        </p:txBody>
      </p:sp>
      <p:sp>
        <p:nvSpPr>
          <p:cNvPr id="421" name="Google Shape;421;p41">
            <a:extLst xmlns:a="http://schemas.openxmlformats.org/drawingml/2006/main">
              <a:ext uri="{FF2B5EF4-FFF2-40B4-BE49-F238E27FC236}">
                <a16:creationId xmlns:a16="http://schemas.microsoft.com/office/drawing/2014/main" id="{8961DE00-22EA-4E78-B9E7-C8CCE993037F}"/>
              </a:ext>
            </a:extLst>
          </p:cNvPr>
          <p:cNvSpPr>
            <a:spLocks xmlns:a="http://schemas.openxmlformats.org/drawingml/2006/main" noGrp="1"/>
          </p:cNvSpPr>
          <p:nvPr/>
        </p:nvSpPr>
        <p:spPr>
          <a:xfrm xmlns:a="http://schemas.openxmlformats.org/drawingml/2006/main">
            <a:off x="637225" y="5196825"/>
            <a:ext cx="5409300" cy="31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Ambiguity risk</a:t>
            </a:r>
            <a:endParaRPr sz="1400" b="1" i="0" u="none" strike="noStrike" cap="none">
              <a:solidFill>
                <a:srgbClr val="000000"/>
              </a:solidFill>
              <a:latin typeface="Arial"/>
              <a:ea typeface="Arial"/>
              <a:cs typeface="Arial"/>
            </a:endParaRPr>
          </a:p>
        </p:txBody>
      </p:sp>
      <p:sp>
        <p:nvSpPr>
          <p:cNvPr id="422" name="Google Shape;422;p41">
            <a:extLst xmlns:a="http://schemas.openxmlformats.org/drawingml/2006/main">
              <a:ext uri="{FF2B5EF4-FFF2-40B4-BE49-F238E27FC236}">
                <a16:creationId xmlns:a16="http://schemas.microsoft.com/office/drawing/2014/main" id="{BE436ACD-7697-4219-9B26-EDA59C7B15E9}"/>
              </a:ext>
            </a:extLst>
          </p:cNvPr>
          <p:cNvSpPr>
            <a:spLocks xmlns:a="http://schemas.openxmlformats.org/drawingml/2006/main" noGrp="1"/>
          </p:cNvSpPr>
          <p:nvPr/>
        </p:nvSpPr>
        <p:spPr>
          <a:xfrm xmlns:a="http://schemas.openxmlformats.org/drawingml/2006/main">
            <a:off x="637225" y="5565000"/>
            <a:ext cx="5381700" cy="67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000000"/>
                </a:solidFill>
                <a:latin typeface="Arial"/>
                <a:ea typeface="Arial"/>
                <a:cs typeface="Arial"/>
              </a:rPr>
              <a:t>Duplicate or similar tables can repeat the same Treanda - Preferred rows for another condition. Without table-level context, retrieval may return the wrong result. This failure is unlikely to appear in the current small dataset.</a:t>
            </a:r>
            <a:endParaRPr sz="1200" b="0" i="0" u="none" strike="noStrike" cap="none">
              <a:solidFill>
                <a:srgbClr val="000000"/>
              </a:solidFill>
              <a:latin typeface="Arial"/>
              <a:ea typeface="Arial"/>
              <a:cs typeface="Arial"/>
            </a:endParaRPr>
          </a:p>
        </p:txBody>
      </p:sp>
      <p:sp>
        <p:nvSpPr>
          <p:cNvPr id="423" name="Google Shape;423;p41">
            <a:extLst xmlns:a="http://schemas.openxmlformats.org/drawingml/2006/main">
              <a:ext uri="{FF2B5EF4-FFF2-40B4-BE49-F238E27FC236}">
                <a16:creationId xmlns:a16="http://schemas.microsoft.com/office/drawing/2014/main" id="{404DE950-8F4C-4B45-8427-5340F080B349}"/>
              </a:ext>
            </a:extLst>
          </p:cNvPr>
          <p:cNvSpPr>
            <a:spLocks xmlns:a="http://schemas.openxmlformats.org/drawingml/2006/main" noGrp="1"/>
          </p:cNvSpPr>
          <p:nvPr/>
        </p:nvSpPr>
        <p:spPr>
          <a:xfrm xmlns:a="http://schemas.openxmlformats.org/drawingml/2006/main">
            <a:off x="6386275" y="5451700"/>
            <a:ext cx="5324400" cy="31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1" i="0" u="none" strike="noStrike" cap="none">
                <a:solidFill>
                  <a:srgbClr val="000000"/>
                </a:solidFill>
                <a:latin typeface="Arial"/>
                <a:ea typeface="Arial"/>
                <a:cs typeface="Arial"/>
              </a:rPr>
              <a:t>Lesson</a:t>
            </a:r>
            <a:endParaRPr sz="1400" b="1" i="0" u="none" strike="noStrike" cap="none">
              <a:solidFill>
                <a:srgbClr val="000000"/>
              </a:solidFill>
              <a:latin typeface="Arial"/>
              <a:ea typeface="Arial"/>
              <a:cs typeface="Arial"/>
            </a:endParaRPr>
          </a:p>
        </p:txBody>
      </p:sp>
      <p:sp>
        <p:nvSpPr>
          <p:cNvPr id="424" name="Google Shape;424;p41">
            <a:extLst xmlns:a="http://schemas.openxmlformats.org/drawingml/2006/main">
              <a:ext uri="{FF2B5EF4-FFF2-40B4-BE49-F238E27FC236}">
                <a16:creationId xmlns:a16="http://schemas.microsoft.com/office/drawing/2014/main" id="{A50765CF-5B6C-4E59-B2BE-4387CF0E1E0F}"/>
              </a:ext>
            </a:extLst>
          </p:cNvPr>
          <p:cNvSpPr>
            <a:spLocks xmlns:a="http://schemas.openxmlformats.org/drawingml/2006/main" noGrp="1"/>
          </p:cNvSpPr>
          <p:nvPr/>
        </p:nvSpPr>
        <p:spPr>
          <a:xfrm xmlns:a="http://schemas.openxmlformats.org/drawingml/2006/main">
            <a:off x="6386275" y="5819875"/>
            <a:ext cx="5305500" cy="67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000000"/>
                </a:solidFill>
                <a:latin typeface="Arial"/>
                <a:ea typeface="Arial"/>
                <a:cs typeface="Arial"/>
              </a:rPr>
              <a:t>Returning the parent adds useful context, but every added passage consumes tokens and reduces the remaining context-window budget.</a:t>
            </a:r>
            <a:endParaRPr sz="12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62729764"/>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pic>
        <p:nvPicPr>
          <p:cNvPr id="430" name="Google Shape;430;p42">
            <a:extLst xmlns:a="http://schemas.openxmlformats.org/drawingml/2006/main">
              <a:ext uri="{FF2B5EF4-FFF2-40B4-BE49-F238E27FC236}">
                <a16:creationId xmlns:a16="http://schemas.microsoft.com/office/drawing/2014/main" id="{893DA5CE-9801-4775-9883-8BE304C4E03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6fdda92a5ce4880">
            <a:alphaModFix/>
          </a:blip>
          <a:srcRect xmlns:a="http://schemas.openxmlformats.org/drawingml/2006/main" l="0" t="0" r="0" b="0"/>
          <a:stretch xmlns:a="http://schemas.openxmlformats.org/drawingml/2006/main"/>
        </p:blipFill>
        <p:spPr>
          <a:xfrm xmlns:a="http://schemas.openxmlformats.org/drawingml/2006/main">
            <a:off x="173500" y="574275"/>
            <a:ext cx="10531931" cy="6553201"/>
          </a:xfrm>
          <a:prstGeom xmlns:a="http://schemas.openxmlformats.org/drawingml/2006/main" prst="rect">
            <a:avLst/>
          </a:prstGeom>
          <a:ln xmlns:a="http://schemas.openxmlformats.org/drawingml/2006/main">
            <a:noFill/>
          </a:ln>
        </p:spPr>
      </p:pic>
      <p:sp>
        <p:nvSpPr>
          <p:cNvPr id="431" name="Google Shape;431;p42">
            <a:extLst xmlns:a="http://schemas.openxmlformats.org/drawingml/2006/main">
              <a:ext uri="{FF2B5EF4-FFF2-40B4-BE49-F238E27FC236}">
                <a16:creationId xmlns:a16="http://schemas.microsoft.com/office/drawing/2014/main" id="{44398297-0AD8-4B7F-9887-47E7C61FCFDC}"/>
              </a:ext>
            </a:extLst>
          </p:cNvPr>
          <p:cNvSpPr>
            <a:spLocks xmlns:a="http://schemas.openxmlformats.org/drawingml/2006/main" noGrp="1"/>
          </p:cNvSpPr>
          <p:nvPr/>
        </p:nvSpPr>
        <p:spPr>
          <a:xfrm xmlns:a="http://schemas.openxmlformats.org/drawingml/2006/main">
            <a:off x="4492900" y="274225"/>
            <a:ext cx="77412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table aware rag</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68744614"/>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pic>
        <p:nvPicPr>
          <p:cNvPr id="437" name="Google Shape;437;p43">
            <a:extLst xmlns:a="http://schemas.openxmlformats.org/drawingml/2006/main">
              <a:ext uri="{FF2B5EF4-FFF2-40B4-BE49-F238E27FC236}">
                <a16:creationId xmlns:a16="http://schemas.microsoft.com/office/drawing/2014/main" id="{019DD9EC-4F78-4717-8E9C-9B8DA4ECC1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7c17151f41a42a7">
            <a:alphaModFix/>
          </a:blip>
          <a:srcRect xmlns:a="http://schemas.openxmlformats.org/drawingml/2006/main" l="0" t="0" r="0" b="0"/>
          <a:stretch xmlns:a="http://schemas.openxmlformats.org/drawingml/2006/main"/>
        </p:blipFill>
        <p:spPr>
          <a:xfrm xmlns:a="http://schemas.openxmlformats.org/drawingml/2006/main">
            <a:off x="152400" y="152400"/>
            <a:ext cx="11650135"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53562689"/>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443" name="Google Shape;443;p44">
            <a:extLst xmlns:a="http://schemas.openxmlformats.org/drawingml/2006/main">
              <a:ext uri="{FF2B5EF4-FFF2-40B4-BE49-F238E27FC236}">
                <a16:creationId xmlns:a16="http://schemas.microsoft.com/office/drawing/2014/main" id="{6CBAA8A1-137E-43E8-8F56-1B34A59A233D}"/>
              </a:ext>
            </a:extLst>
          </p:cNvPr>
          <p:cNvSpPr>
            <a:spLocks xmlns:a="http://schemas.openxmlformats.org/drawingml/2006/main" noGrp="1"/>
          </p:cNvSpPr>
          <p:nvPr/>
        </p:nvSpPr>
        <p:spPr>
          <a:xfrm xmlns:a="http://schemas.openxmlformats.org/drawingml/2006/main">
            <a:off x="5890000" y="0"/>
            <a:ext cx="641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adding context </a:t>
            </a:r>
            <a:endParaRPr sz="1400" b="0" i="0" u="none" strike="noStrike" cap="none">
              <a:solidFill>
                <a:srgbClr val="000000"/>
              </a:solidFill>
              <a:latin typeface="Arial"/>
              <a:ea typeface="Arial"/>
              <a:cs typeface="Arial"/>
            </a:endParaRPr>
          </a:p>
        </p:txBody>
      </p:sp>
      <p:pic>
        <p:nvPicPr>
          <p:cNvPr id="444" name="Google Shape;444;p44">
            <a:extLst xmlns:a="http://schemas.openxmlformats.org/drawingml/2006/main">
              <a:ext uri="{FF2B5EF4-FFF2-40B4-BE49-F238E27FC236}">
                <a16:creationId xmlns:a16="http://schemas.microsoft.com/office/drawing/2014/main" id="{71D4A426-229C-4CE8-B251-B82651712E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8ffbadb92124996">
            <a:alphaModFix/>
          </a:blip>
          <a:srcRect xmlns:a="http://schemas.openxmlformats.org/drawingml/2006/main" l="0" t="0" r="0" b="0"/>
          <a:stretch xmlns:a="http://schemas.openxmlformats.org/drawingml/2006/main"/>
        </p:blipFill>
        <p:spPr>
          <a:xfrm xmlns:a="http://schemas.openxmlformats.org/drawingml/2006/main">
            <a:off x="193450" y="62675"/>
            <a:ext cx="5322260" cy="5373600"/>
          </a:xfrm>
          <a:prstGeom xmlns:a="http://schemas.openxmlformats.org/drawingml/2006/main" prst="rect">
            <a:avLst/>
          </a:prstGeom>
          <a:ln xmlns:a="http://schemas.openxmlformats.org/drawingml/2006/main">
            <a:noFill/>
          </a:ln>
        </p:spPr>
      </p:pic>
      <p:pic>
        <p:nvPicPr>
          <p:cNvPr id="445" name="Google Shape;445;p44">
            <a:extLst xmlns:a="http://schemas.openxmlformats.org/drawingml/2006/main">
              <a:ext uri="{FF2B5EF4-FFF2-40B4-BE49-F238E27FC236}">
                <a16:creationId xmlns:a16="http://schemas.microsoft.com/office/drawing/2014/main" id="{7C860AB6-CCBF-4A1E-835E-88B331CBD8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7d9f8417a74025">
            <a:alphaModFix/>
          </a:blip>
          <a:srcRect xmlns:a="http://schemas.openxmlformats.org/drawingml/2006/main" l="0" t="0" r="0" b="0"/>
          <a:stretch xmlns:a="http://schemas.openxmlformats.org/drawingml/2006/main"/>
        </p:blipFill>
        <p:spPr>
          <a:xfrm xmlns:a="http://schemas.openxmlformats.org/drawingml/2006/main">
            <a:off x="5515710" y="775275"/>
            <a:ext cx="6412540" cy="2991084"/>
          </a:xfrm>
          <a:prstGeom xmlns:a="http://schemas.openxmlformats.org/drawingml/2006/main" prst="rect">
            <a:avLst/>
          </a:prstGeom>
          <a:ln xmlns:a="http://schemas.openxmlformats.org/drawingml/2006/main">
            <a:noFill/>
          </a:ln>
        </p:spPr>
      </p:pic>
      <p:pic>
        <p:nvPicPr>
          <p:cNvPr id="446" name="Google Shape;446;p44">
            <a:extLst xmlns:a="http://schemas.openxmlformats.org/drawingml/2006/main">
              <a:ext uri="{FF2B5EF4-FFF2-40B4-BE49-F238E27FC236}">
                <a16:creationId xmlns:a16="http://schemas.microsoft.com/office/drawing/2014/main" id="{2425FBEF-888C-4407-B968-EAFEEAA9AF2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8831c6bf2c46c4">
            <a:alphaModFix/>
          </a:blip>
          <a:srcRect xmlns:a="http://schemas.openxmlformats.org/drawingml/2006/main" l="0" t="0" r="0" b="0"/>
          <a:stretch xmlns:a="http://schemas.openxmlformats.org/drawingml/2006/main"/>
        </p:blipFill>
        <p:spPr>
          <a:xfrm xmlns:a="http://schemas.openxmlformats.org/drawingml/2006/main">
            <a:off x="0" y="5318275"/>
            <a:ext cx="15280348" cy="14406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444208635"/>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pic>
        <p:nvPicPr>
          <p:cNvPr id="452" name="Google Shape;452;p45">
            <a:extLst xmlns:a="http://schemas.openxmlformats.org/drawingml/2006/main">
              <a:ext uri="{FF2B5EF4-FFF2-40B4-BE49-F238E27FC236}">
                <a16:creationId xmlns:a16="http://schemas.microsoft.com/office/drawing/2014/main" id="{FBAA4AF6-19CB-4F3E-9F6C-A0898BA9E0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ad293d7755a4c79">
            <a:alphaModFix/>
          </a:blip>
          <a:srcRect xmlns:a="http://schemas.openxmlformats.org/drawingml/2006/main" l="0" t="0" r="0" b="0"/>
          <a:stretch xmlns:a="http://schemas.openxmlformats.org/drawingml/2006/main"/>
        </p:blipFill>
        <p:spPr>
          <a:xfrm xmlns:a="http://schemas.openxmlformats.org/drawingml/2006/main">
            <a:off x="152400" y="152400"/>
            <a:ext cx="10612468"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22300932"/>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458" name="Google Shape;458;p46">
            <a:extLst xmlns:a="http://schemas.openxmlformats.org/drawingml/2006/main">
              <a:ext uri="{FF2B5EF4-FFF2-40B4-BE49-F238E27FC236}">
                <a16:creationId xmlns:a16="http://schemas.microsoft.com/office/drawing/2014/main" id="{83CD3901-AEB5-4642-B3D0-2BCD8D4BA84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Matching each technique to the failure it fixes</a:t>
            </a:r>
            <a:endParaRPr/>
          </a:p>
        </p:txBody>
      </p:sp>
    </p:spTree>
    <p:extLst>
      <p:ext uri="{BB962C8B-B14F-4D97-AF65-F5344CB8AC3E}">
        <p14:creationId xmlns:p14="http://schemas.microsoft.com/office/powerpoint/2010/main" val="1278704501"/>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pic>
        <p:nvPicPr>
          <p:cNvPr id="464" name="Google Shape;464;p47">
            <a:extLst xmlns:a="http://schemas.openxmlformats.org/drawingml/2006/main">
              <a:ext uri="{FF2B5EF4-FFF2-40B4-BE49-F238E27FC236}">
                <a16:creationId xmlns:a16="http://schemas.microsoft.com/office/drawing/2014/main" id="{AA848708-3129-4364-B0B0-DBA48CE1C2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8901ef43bd24ded">
            <a:alphaModFix/>
          </a:blip>
          <a:srcRect xmlns:a="http://schemas.openxmlformats.org/drawingml/2006/main" l="0" t="0" r="0" b="0"/>
          <a:stretch xmlns:a="http://schemas.openxmlformats.org/drawingml/2006/main"/>
        </p:blipFill>
        <p:spPr>
          <a:xfrm xmlns:a="http://schemas.openxmlformats.org/drawingml/2006/main">
            <a:off x="152400" y="152400"/>
            <a:ext cx="5693763" cy="6553199"/>
          </a:xfrm>
          <a:prstGeom xmlns:a="http://schemas.openxmlformats.org/drawingml/2006/main" prst="rect">
            <a:avLst/>
          </a:prstGeom>
          <a:ln xmlns:a="http://schemas.openxmlformats.org/drawingml/2006/main">
            <a:noFill/>
          </a:ln>
        </p:spPr>
      </p:pic>
      <p:pic>
        <p:nvPicPr>
          <p:cNvPr id="465" name="Google Shape;465;p47">
            <a:extLst xmlns:a="http://schemas.openxmlformats.org/drawingml/2006/main">
              <a:ext uri="{FF2B5EF4-FFF2-40B4-BE49-F238E27FC236}">
                <a16:creationId xmlns:a16="http://schemas.microsoft.com/office/drawing/2014/main" id="{3D12355A-AE54-4D0C-BE9F-DF23C691594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eb167f305f446f">
            <a:alphaModFix/>
          </a:blip>
          <a:srcRect xmlns:a="http://schemas.openxmlformats.org/drawingml/2006/main" l="0" t="0" r="0" b="0"/>
          <a:stretch xmlns:a="http://schemas.openxmlformats.org/drawingml/2006/main"/>
        </p:blipFill>
        <p:spPr>
          <a:xfrm xmlns:a="http://schemas.openxmlformats.org/drawingml/2006/main">
            <a:off x="5998563" y="152400"/>
            <a:ext cx="6041036" cy="517558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69728969"/>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pic>
        <p:nvPicPr>
          <p:cNvPr id="471" name="Google Shape;471;p48">
            <a:extLst xmlns:a="http://schemas.openxmlformats.org/drawingml/2006/main">
              <a:ext uri="{FF2B5EF4-FFF2-40B4-BE49-F238E27FC236}">
                <a16:creationId xmlns:a16="http://schemas.microsoft.com/office/drawing/2014/main" id="{66F21CA1-A6E2-4B06-A811-AFB7A19601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ab86df7fae4600">
            <a:alphaModFix/>
          </a:blip>
          <a:srcRect xmlns:a="http://schemas.openxmlformats.org/drawingml/2006/main" l="0" t="0" r="0" b="0"/>
          <a:stretch xmlns:a="http://schemas.openxmlformats.org/drawingml/2006/main"/>
        </p:blipFill>
        <p:spPr>
          <a:xfrm xmlns:a="http://schemas.openxmlformats.org/drawingml/2006/main">
            <a:off x="152400" y="152400"/>
            <a:ext cx="8948144"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95093640"/>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pic>
        <p:nvPicPr>
          <p:cNvPr id="477" name="Google Shape;477;p49">
            <a:extLst xmlns:a="http://schemas.openxmlformats.org/drawingml/2006/main">
              <a:ext uri="{FF2B5EF4-FFF2-40B4-BE49-F238E27FC236}">
                <a16:creationId xmlns:a16="http://schemas.microsoft.com/office/drawing/2014/main" id="{15E31D95-786A-4182-8C6B-8E1E11FECCF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d1705cbe6648cf">
            <a:alphaModFix/>
          </a:blip>
          <a:srcRect xmlns:a="http://schemas.openxmlformats.org/drawingml/2006/main" l="0" t="0" r="0" b="0"/>
          <a:stretch xmlns:a="http://schemas.openxmlformats.org/drawingml/2006/main"/>
        </p:blipFill>
        <p:spPr>
          <a:xfrm xmlns:a="http://schemas.openxmlformats.org/drawingml/2006/main">
            <a:off x="152400" y="152400"/>
            <a:ext cx="7768438"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684142809"/>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pic>
        <p:nvPicPr>
          <p:cNvPr id="483" name="Google Shape;483;p50">
            <a:extLst xmlns:a="http://schemas.openxmlformats.org/drawingml/2006/main">
              <a:ext uri="{FF2B5EF4-FFF2-40B4-BE49-F238E27FC236}">
                <a16:creationId xmlns:a16="http://schemas.microsoft.com/office/drawing/2014/main" id="{E0D758CD-CFA9-4A30-A630-6888611A58E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43d8455edf4619">
            <a:alphaModFix/>
          </a:blip>
          <a:srcRect xmlns:a="http://schemas.openxmlformats.org/drawingml/2006/main" l="0" t="0" r="0" b="0"/>
          <a:stretch xmlns:a="http://schemas.openxmlformats.org/drawingml/2006/main"/>
        </p:blipFill>
        <p:spPr>
          <a:xfrm xmlns:a="http://schemas.openxmlformats.org/drawingml/2006/main">
            <a:off x="152400" y="152400"/>
            <a:ext cx="5873154" cy="6553203"/>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78453494"/>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pic>
        <p:nvPicPr>
          <p:cNvPr id="489" name="Google Shape;489;p51">
            <a:extLst xmlns:a="http://schemas.openxmlformats.org/drawingml/2006/main">
              <a:ext uri="{FF2B5EF4-FFF2-40B4-BE49-F238E27FC236}">
                <a16:creationId xmlns:a16="http://schemas.microsoft.com/office/drawing/2014/main" id="{6826A1CD-C54C-4EBC-BFCC-164458226AA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30d39811a1f484a">
            <a:alphaModFix/>
          </a:blip>
          <a:srcRect xmlns:a="http://schemas.openxmlformats.org/drawingml/2006/main" l="0" t="0" r="0" b="0"/>
          <a:stretch xmlns:a="http://schemas.openxmlformats.org/drawingml/2006/main"/>
        </p:blipFill>
        <p:spPr>
          <a:xfrm xmlns:a="http://schemas.openxmlformats.org/drawingml/2006/main">
            <a:off x="876000" y="228000"/>
            <a:ext cx="6842313"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86513116"/>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pic>
        <p:nvPicPr>
          <p:cNvPr id="495" name="Google Shape;495;p52">
            <a:extLst xmlns:a="http://schemas.openxmlformats.org/drawingml/2006/main">
              <a:ext uri="{FF2B5EF4-FFF2-40B4-BE49-F238E27FC236}">
                <a16:creationId xmlns:a16="http://schemas.microsoft.com/office/drawing/2014/main" id="{39391347-4F66-41F6-B162-DB4F0448660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bb57817b3804f8a">
            <a:alphaModFix/>
          </a:blip>
          <a:srcRect xmlns:a="http://schemas.openxmlformats.org/drawingml/2006/main" l="0" t="0" r="0" b="0"/>
          <a:stretch xmlns:a="http://schemas.openxmlformats.org/drawingml/2006/main"/>
        </p:blipFill>
        <p:spPr>
          <a:xfrm xmlns:a="http://schemas.openxmlformats.org/drawingml/2006/main">
            <a:off x="152400" y="152400"/>
            <a:ext cx="6998561" cy="655319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142263273"/>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pic>
        <p:nvPicPr>
          <p:cNvPr id="501" name="Google Shape;501;p53">
            <a:extLst xmlns:a="http://schemas.openxmlformats.org/drawingml/2006/main">
              <a:ext uri="{FF2B5EF4-FFF2-40B4-BE49-F238E27FC236}">
                <a16:creationId xmlns:a16="http://schemas.microsoft.com/office/drawing/2014/main" id="{E64F1D2F-DA07-4677-8F71-CA504B1E216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e9246f4ef404e02">
            <a:alphaModFix/>
          </a:blip>
          <a:srcRect xmlns:a="http://schemas.openxmlformats.org/drawingml/2006/main" l="0" t="0" r="0" b="0"/>
          <a:stretch xmlns:a="http://schemas.openxmlformats.org/drawingml/2006/main"/>
        </p:blipFill>
        <p:spPr>
          <a:xfrm xmlns:a="http://schemas.openxmlformats.org/drawingml/2006/main">
            <a:off x="152400" y="152400"/>
            <a:ext cx="6355705"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3333211"/>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pic>
        <p:nvPicPr>
          <p:cNvPr id="507" name="Google Shape;507;p54">
            <a:extLst xmlns:a="http://schemas.openxmlformats.org/drawingml/2006/main">
              <a:ext uri="{FF2B5EF4-FFF2-40B4-BE49-F238E27FC236}">
                <a16:creationId xmlns:a16="http://schemas.microsoft.com/office/drawing/2014/main" id="{ECEF652C-DFDE-4235-A0F9-08B81BEC59B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cfa2ec36f24152">
            <a:alphaModFix/>
          </a:blip>
          <a:srcRect xmlns:a="http://schemas.openxmlformats.org/drawingml/2006/main" l="0" t="0" r="0" b="0"/>
          <a:stretch xmlns:a="http://schemas.openxmlformats.org/drawingml/2006/main"/>
        </p:blipFill>
        <p:spPr>
          <a:xfrm xmlns:a="http://schemas.openxmlformats.org/drawingml/2006/main">
            <a:off x="152400" y="152400"/>
            <a:ext cx="6864299" cy="655319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37348144"/>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513" name="Google Shape;513;p55">
            <a:extLst xmlns:a="http://schemas.openxmlformats.org/drawingml/2006/main">
              <a:ext uri="{FF2B5EF4-FFF2-40B4-BE49-F238E27FC236}">
                <a16:creationId xmlns:a16="http://schemas.microsoft.com/office/drawing/2014/main" id="{C4C8F1A8-EA4E-4F0C-AA32-51930CCD9DD3}"/>
              </a:ext>
            </a:extLst>
          </p:cNvPr>
          <p:cNvSpPr>
            <a:spLocks xmlns:a="http://schemas.openxmlformats.org/drawingml/2006/main" noGrp="1"/>
          </p:cNvSpPr>
          <p:nvPr/>
        </p:nvSpPr>
        <p:spPr>
          <a:xfrm xmlns:a="http://schemas.openxmlformats.org/drawingml/2006/main">
            <a:off x="1144800" y="367200"/>
            <a:ext cx="6220800" cy="8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Turn on multiquery when you have a retrieval error. Cant get the right chunk</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Turn on CRAG when have retrieval error</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Turn on KIND</a:t>
            </a:r>
            <a:endParaRPr sz="1400" b="0" i="0" u="none" strike="noStrike" cap="none">
              <a:solidFill>
                <a:srgbClr val="000000"/>
              </a:solidFill>
              <a:latin typeface="Arial"/>
              <a:ea typeface="Arial"/>
              <a:cs typeface="Arial"/>
            </a:endParaRPr>
          </a:p>
        </p:txBody>
      </p:sp>
      <p:pic>
        <p:nvPicPr>
          <p:cNvPr id="514" name="Google Shape;514;p55">
            <a:extLst xmlns:a="http://schemas.openxmlformats.org/drawingml/2006/main">
              <a:ext uri="{FF2B5EF4-FFF2-40B4-BE49-F238E27FC236}">
                <a16:creationId xmlns:a16="http://schemas.microsoft.com/office/drawing/2014/main" id="{9F06BA52-3E0C-4003-AB36-5AE6863B076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607b99bc5e4124">
            <a:alphaModFix/>
          </a:blip>
          <a:srcRect xmlns:a="http://schemas.openxmlformats.org/drawingml/2006/main" l="0" t="0" r="0" b="0"/>
          <a:stretch xmlns:a="http://schemas.openxmlformats.org/drawingml/2006/main"/>
        </p:blipFill>
        <p:spPr>
          <a:xfrm xmlns:a="http://schemas.openxmlformats.org/drawingml/2006/main">
            <a:off x="735600" y="1558750"/>
            <a:ext cx="4392002" cy="529924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97967136"/>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pic>
        <p:nvPicPr>
          <p:cNvPr id="520" name="Google Shape;520;p56">
            <a:extLst xmlns:a="http://schemas.openxmlformats.org/drawingml/2006/main">
              <a:ext uri="{FF2B5EF4-FFF2-40B4-BE49-F238E27FC236}">
                <a16:creationId xmlns:a16="http://schemas.microsoft.com/office/drawing/2014/main" id="{36343743-33B4-417A-97C9-546F7EE13A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6a2fc12c5340ca">
            <a:alphaModFix/>
          </a:blip>
          <a:srcRect xmlns:a="http://schemas.openxmlformats.org/drawingml/2006/main" l="0" t="0" r="0" b="0"/>
          <a:stretch xmlns:a="http://schemas.openxmlformats.org/drawingml/2006/main"/>
        </p:blipFill>
        <p:spPr>
          <a:xfrm xmlns:a="http://schemas.openxmlformats.org/drawingml/2006/main">
            <a:off x="152400" y="152400"/>
            <a:ext cx="5459659" cy="6553199"/>
          </a:xfrm>
          <a:prstGeom xmlns:a="http://schemas.openxmlformats.org/drawingml/2006/main" prst="rect">
            <a:avLst/>
          </a:prstGeom>
          <a:ln xmlns:a="http://schemas.openxmlformats.org/drawingml/2006/main">
            <a:noFill/>
          </a:ln>
        </p:spPr>
      </p:pic>
      <p:pic>
        <p:nvPicPr>
          <p:cNvPr id="521" name="Google Shape;521;p56">
            <a:extLst xmlns:a="http://schemas.openxmlformats.org/drawingml/2006/main">
              <a:ext uri="{FF2B5EF4-FFF2-40B4-BE49-F238E27FC236}">
                <a16:creationId xmlns:a16="http://schemas.microsoft.com/office/drawing/2014/main" id="{FDD3298D-7554-4257-9B1C-8E49D96CB5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a3abfe30b74039">
            <a:alphaModFix/>
          </a:blip>
          <a:srcRect xmlns:a="http://schemas.openxmlformats.org/drawingml/2006/main" l="0" t="0" r="0" b="0"/>
          <a:stretch xmlns:a="http://schemas.openxmlformats.org/drawingml/2006/main"/>
        </p:blipFill>
        <p:spPr>
          <a:xfrm xmlns:a="http://schemas.openxmlformats.org/drawingml/2006/main">
            <a:off x="5764459" y="152400"/>
            <a:ext cx="6275141" cy="602793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21075179"/>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pic>
        <p:nvPicPr>
          <p:cNvPr id="527" name="Google Shape;527;p57">
            <a:extLst xmlns:a="http://schemas.openxmlformats.org/drawingml/2006/main">
              <a:ext uri="{FF2B5EF4-FFF2-40B4-BE49-F238E27FC236}">
                <a16:creationId xmlns:a16="http://schemas.microsoft.com/office/drawing/2014/main" id="{4CA39FBB-6592-4FBC-8C9E-6A87C2AD0C1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253e999532d47ce">
            <a:alphaModFix/>
          </a:blip>
          <a:srcRect xmlns:a="http://schemas.openxmlformats.org/drawingml/2006/main" l="0" t="0" r="0" b="0"/>
          <a:stretch xmlns:a="http://schemas.openxmlformats.org/drawingml/2006/main"/>
        </p:blipFill>
        <p:spPr>
          <a:xfrm xmlns:a="http://schemas.openxmlformats.org/drawingml/2006/main">
            <a:off x="152400" y="152400"/>
            <a:ext cx="9095045"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84243406"/>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pic>
        <p:nvPicPr>
          <p:cNvPr id="533" name="Google Shape;533;p58">
            <a:extLst xmlns:a="http://schemas.openxmlformats.org/drawingml/2006/main">
              <a:ext uri="{FF2B5EF4-FFF2-40B4-BE49-F238E27FC236}">
                <a16:creationId xmlns:a16="http://schemas.microsoft.com/office/drawing/2014/main" id="{0FAF758B-924F-4390-BA89-40B97FC416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611ce8c2c5e4e82">
            <a:alphaModFix/>
          </a:blip>
          <a:srcRect xmlns:a="http://schemas.openxmlformats.org/drawingml/2006/main" l="0" t="0" r="0" b="0"/>
          <a:stretch xmlns:a="http://schemas.openxmlformats.org/drawingml/2006/main"/>
        </p:blipFill>
        <p:spPr>
          <a:xfrm xmlns:a="http://schemas.openxmlformats.org/drawingml/2006/main">
            <a:off x="152400" y="152400"/>
            <a:ext cx="6739325" cy="655319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65597938"/>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pic>
        <p:nvPicPr>
          <p:cNvPr id="539" name="Google Shape;539;p59">
            <a:extLst xmlns:a="http://schemas.openxmlformats.org/drawingml/2006/main">
              <a:ext uri="{FF2B5EF4-FFF2-40B4-BE49-F238E27FC236}">
                <a16:creationId xmlns:a16="http://schemas.microsoft.com/office/drawing/2014/main" id="{22BE7126-5C9F-486C-8092-DFA4FFD2AC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50e1261ee504695">
            <a:alphaModFix/>
          </a:blip>
          <a:srcRect xmlns:a="http://schemas.openxmlformats.org/drawingml/2006/main" l="0" t="0" r="0" b="0"/>
          <a:stretch xmlns:a="http://schemas.openxmlformats.org/drawingml/2006/main"/>
        </p:blipFill>
        <p:spPr>
          <a:xfrm xmlns:a="http://schemas.openxmlformats.org/drawingml/2006/main">
            <a:off x="152400" y="152400"/>
            <a:ext cx="6507756"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975947968"/>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545" name="Google Shape;545;p60">
            <a:extLst xmlns:a="http://schemas.openxmlformats.org/drawingml/2006/main">
              <a:ext uri="{FF2B5EF4-FFF2-40B4-BE49-F238E27FC236}">
                <a16:creationId xmlns:a16="http://schemas.microsoft.com/office/drawing/2014/main" id="{9C0CEEA8-BCB9-4FC2-A114-88F429AC218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Measuring the right errors</a:t>
            </a:r>
            <a:endParaRPr/>
          </a:p>
        </p:txBody>
      </p:sp>
    </p:spTree>
    <p:extLst>
      <p:ext uri="{BB962C8B-B14F-4D97-AF65-F5344CB8AC3E}">
        <p14:creationId xmlns:p14="http://schemas.microsoft.com/office/powerpoint/2010/main" val="985304652"/>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551" name="Google Shape;551;p61">
            <a:extLst xmlns:a="http://schemas.openxmlformats.org/drawingml/2006/main">
              <a:ext uri="{FF2B5EF4-FFF2-40B4-BE49-F238E27FC236}">
                <a16:creationId xmlns:a16="http://schemas.microsoft.com/office/drawing/2014/main" id="{2589DB38-D82B-4CC6-B1A1-7389F0B5C3F9}"/>
              </a:ext>
            </a:extLst>
          </p:cNvPr>
          <p:cNvSpPr>
            <a:spLocks xmlns:a="http://schemas.openxmlformats.org/drawingml/2006/main" noGrp="1"/>
          </p:cNvSpPr>
          <p:nvPr/>
        </p:nvSpPr>
        <p:spPr>
          <a:xfrm xmlns:a="http://schemas.openxmlformats.org/drawingml/2006/main">
            <a:off x="1639550" y="1452175"/>
            <a:ext cx="7979100" cy="10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index ──► retrieve / rerank ──► top-k ──► assemble context ──► [context] ──► LLM</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 retrieval miss:             (B) assembly loss: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right chunk not in top-k        right chunk/table WAS found,</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but the fact still isn't in the context</a:t>
            </a:r>
            <a:endParaRPr sz="1400" b="0" i="0" u="none" strike="noStrike" cap="none">
              <a:solidFill>
                <a:srgbClr val="000000"/>
              </a:solidFill>
              <a:latin typeface="Arial"/>
              <a:ea typeface="Arial"/>
              <a:cs typeface="Arial"/>
            </a:endParaRPr>
          </a:p>
        </p:txBody>
      </p:sp>
      <p:pic>
        <p:nvPicPr>
          <p:cNvPr id="552" name="Google Shape;552;p61">
            <a:extLst xmlns:a="http://schemas.openxmlformats.org/drawingml/2006/main">
              <a:ext uri="{FF2B5EF4-FFF2-40B4-BE49-F238E27FC236}">
                <a16:creationId xmlns:a16="http://schemas.microsoft.com/office/drawing/2014/main" id="{96F10433-DCD9-48AA-A5FF-DE20F0F31E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94dd5e6696349d8">
            <a:alphaModFix/>
          </a:blip>
          <a:srcRect xmlns:a="http://schemas.openxmlformats.org/drawingml/2006/main" l="0" t="0" r="0" b="0"/>
          <a:stretch xmlns:a="http://schemas.openxmlformats.org/drawingml/2006/main"/>
        </p:blipFill>
        <p:spPr>
          <a:xfrm xmlns:a="http://schemas.openxmlformats.org/drawingml/2006/main">
            <a:off x="972400" y="3291500"/>
            <a:ext cx="8646238" cy="405432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47914721"/>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pic>
        <p:nvPicPr>
          <p:cNvPr id="558" name="Google Shape;558;p62">
            <a:extLst xmlns:a="http://schemas.openxmlformats.org/drawingml/2006/main">
              <a:ext uri="{FF2B5EF4-FFF2-40B4-BE49-F238E27FC236}">
                <a16:creationId xmlns:a16="http://schemas.microsoft.com/office/drawing/2014/main" id="{6C7DBA0D-A345-4258-9C35-47FFB099E55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c5de01ca58742a1">
            <a:alphaModFix/>
          </a:blip>
          <a:srcRect xmlns:a="http://schemas.openxmlformats.org/drawingml/2006/main" l="0" t="0" r="0" b="0"/>
          <a:stretch xmlns:a="http://schemas.openxmlformats.org/drawingml/2006/main"/>
        </p:blipFill>
        <p:spPr>
          <a:xfrm xmlns:a="http://schemas.openxmlformats.org/drawingml/2006/main">
            <a:off x="152400" y="152400"/>
            <a:ext cx="8388531" cy="655320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91782323"/>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564" name="Google Shape;564;p63">
            <a:extLst xmlns:a="http://schemas.openxmlformats.org/drawingml/2006/main">
              <a:ext uri="{FF2B5EF4-FFF2-40B4-BE49-F238E27FC236}">
                <a16:creationId xmlns:a16="http://schemas.microsoft.com/office/drawing/2014/main" id="{AD6F0AE0-A130-40E1-8588-57ED6480F5FA}"/>
              </a:ext>
            </a:extLst>
          </p:cNvPr>
          <p:cNvSpPr>
            <a:spLocks xmlns:a="http://schemas.openxmlformats.org/drawingml/2006/main" noGrp="1"/>
          </p:cNvSpPr>
          <p:nvPr/>
        </p:nvSpPr>
        <p:spPr>
          <a:xfrm xmlns:a="http://schemas.openxmlformats.org/drawingml/2006/main">
            <a:off x="796350" y="718275"/>
            <a:ext cx="5501700" cy="320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Evals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Evals are hard because there are different levels of evals and each level corresponds to a different system architecture.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Hard because trying to match a set of evals with an incorrect system architecture means the RAG system won’t work</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Hard because not all the failure modes or set of evals exist before the system is build. Constant iteration</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Error analysis is hard and tedious.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LLMs can generate evals but by definition a RAG system has data which the LLM hasn’t seen before so any evals are from a similar distribution. </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LLM evals only good for short horizon single document tasks</a:t>
            </a:r>
            <a:endParaRPr sz="1400" b="0" i="0" u="none" strike="noStrike" cap="none">
              <a:solidFill>
                <a:srgbClr val="000000"/>
              </a:solidFill>
              <a:latin typeface="Arial"/>
              <a:ea typeface="Arial"/>
              <a:cs typeface="Arial"/>
            </a:endParaRPr>
          </a:p>
          <a:p xmlns:a="http://schemas.openxmlformats.org/drawingml/2006/main">
            <a:pPr marL="457200" marR="0" lvl="0" indent="-317500" algn="l">
              <a:lnSpc>
                <a:spcPct val="100000"/>
              </a:lnSpc>
              <a:spcBef>
                <a:spcPts val="0"/>
              </a:spcBef>
              <a:spcAft>
                <a:spcPts val="0"/>
              </a:spcAft>
              <a:buClr>
                <a:srgbClr val="000000"/>
              </a:buClr>
              <a:buSzPts val="1400"/>
              <a:buFont typeface="Arial"/>
              <a:buAutoNum type="arabicParenR"/>
            </a:pPr>
            <a:r>
              <a:rPr sz="1400" b="0" i="0" u="none" strike="noStrike" cap="none">
                <a:solidFill>
                  <a:srgbClr val="000000"/>
                </a:solidFill>
                <a:latin typeface="Arial"/>
                <a:ea typeface="Arial"/>
                <a:cs typeface="Arial"/>
              </a:rPr>
              <a:t>Have to look at data when other side is a real human. We cover that in policy chatbot demo.  </a:t>
            </a:r>
            <a:endParaRPr sz="1400" b="0" i="0" u="none" strike="noStrike" cap="none">
              <a:solidFill>
                <a:srgbClr val="000000"/>
              </a:solidFill>
              <a:latin typeface="Arial"/>
              <a:ea typeface="Arial"/>
              <a:cs typeface="Arial"/>
            </a:endParaRPr>
          </a:p>
        </p:txBody>
      </p:sp>
      <p:sp>
        <p:nvSpPr>
          <p:cNvPr id="565" name="Google Shape;565;p63">
            <a:extLst xmlns:a="http://schemas.openxmlformats.org/drawingml/2006/main">
              <a:ext uri="{FF2B5EF4-FFF2-40B4-BE49-F238E27FC236}">
                <a16:creationId xmlns:a16="http://schemas.microsoft.com/office/drawing/2014/main" id="{F5A18F6B-CA42-4CE0-96C0-89F35A1D35B9}"/>
              </a:ext>
            </a:extLst>
          </p:cNvPr>
          <p:cNvSpPr>
            <a:spLocks xmlns:a="http://schemas.openxmlformats.org/drawingml/2006/main" noGrp="1"/>
          </p:cNvSpPr>
          <p:nvPr/>
        </p:nvSpPr>
        <p:spPr>
          <a:xfrm xmlns:a="http://schemas.openxmlformats.org/drawingml/2006/main">
            <a:off x="874425" y="3997375"/>
            <a:ext cx="55017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Evals1: simple questions answered by a single document. For example: xx. All of the demos in the geha repo are of this type. </a:t>
            </a:r>
            <a:endParaRPr sz="1400" b="0" i="0" u="none" strike="noStrike" cap="none">
              <a:solidFill>
                <a:srgbClr val="000000"/>
              </a:solidFill>
              <a:latin typeface="Arial"/>
              <a:ea typeface="Arial"/>
              <a:cs typeface="Arial"/>
            </a:endParaRPr>
          </a:p>
        </p:txBody>
      </p:sp>
      <p:sp>
        <p:nvSpPr>
          <p:cNvPr id="566" name="Google Shape;566;p63">
            <a:extLst xmlns:a="http://schemas.openxmlformats.org/drawingml/2006/main">
              <a:ext uri="{FF2B5EF4-FFF2-40B4-BE49-F238E27FC236}">
                <a16:creationId xmlns:a16="http://schemas.microsoft.com/office/drawing/2014/main" id="{B6A11B7A-715F-4D7E-866D-42C028D3A5FE}"/>
              </a:ext>
            </a:extLst>
          </p:cNvPr>
          <p:cNvSpPr>
            <a:spLocks xmlns:a="http://schemas.openxmlformats.org/drawingml/2006/main" noGrp="1"/>
          </p:cNvSpPr>
          <p:nvPr/>
        </p:nvSpPr>
        <p:spPr>
          <a:xfrm xmlns:a="http://schemas.openxmlformats.org/drawingml/2006/main">
            <a:off x="999325" y="4715675"/>
            <a:ext cx="5501700" cy="12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Evals 2: more complex questions requiring multi hop agentic search to solve them. This includes an agentic fraud investigator in ~/geha/hapi/fraud. These evals require combining queries against several datasources. The evals are common fraud patterns found in most of the common cases like duplicate claims, miscoding, etc..</a:t>
            </a:r>
            <a:endParaRPr sz="1400" b="0" i="0" u="none" strike="noStrike" cap="none">
              <a:solidFill>
                <a:srgbClr val="000000"/>
              </a:solidFill>
              <a:latin typeface="Arial"/>
              <a:ea typeface="Arial"/>
              <a:cs typeface="Arial"/>
            </a:endParaRPr>
          </a:p>
        </p:txBody>
      </p:sp>
      <p:sp>
        <p:nvSpPr>
          <p:cNvPr id="567" name="Google Shape;567;p63">
            <a:extLst xmlns:a="http://schemas.openxmlformats.org/drawingml/2006/main">
              <a:ext uri="{FF2B5EF4-FFF2-40B4-BE49-F238E27FC236}">
                <a16:creationId xmlns:a16="http://schemas.microsoft.com/office/drawing/2014/main" id="{C9DEBB83-F5F9-4388-AA84-77A2ACA8DC83}"/>
              </a:ext>
            </a:extLst>
          </p:cNvPr>
          <p:cNvSpPr>
            <a:spLocks xmlns:a="http://schemas.openxmlformats.org/drawingml/2006/main" noGrp="1"/>
          </p:cNvSpPr>
          <p:nvPr/>
        </p:nvSpPr>
        <p:spPr>
          <a:xfrm xmlns:a="http://schemas.openxmlformats.org/drawingml/2006/main">
            <a:off x="999325" y="6080475"/>
            <a:ext cx="55017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Evals3: an eval requiring a long horizon task with exploration where the goal is not always clear like: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633957891"/>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573" name="Google Shape;573;h185bef88a7590ae5_0_9">
            <a:extLst xmlns:a="http://schemas.openxmlformats.org/drawingml/2006/main">
              <a:ext uri="{FF2B5EF4-FFF2-40B4-BE49-F238E27FC236}">
                <a16:creationId xmlns:a16="http://schemas.microsoft.com/office/drawing/2014/main" id="{E95AE9C7-5AE4-4ED6-89F9-22956CB588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Agents: context windows and memory</a:t>
            </a:r>
            <a:endParaRPr/>
          </a:p>
        </p:txBody>
      </p:sp>
    </p:spTree>
    <p:extLst>
      <p:ext uri="{BB962C8B-B14F-4D97-AF65-F5344CB8AC3E}">
        <p14:creationId xmlns:p14="http://schemas.microsoft.com/office/powerpoint/2010/main" val="742527"/>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package-integrity-anchor">
            <a:extLst xmlns:a="http://schemas.openxmlformats.org/drawingml/2006/main">
              <a:ext uri="{FF2B5EF4-FFF2-40B4-BE49-F238E27FC236}">
                <a16:creationId xmlns:a16="http://schemas.microsoft.com/office/drawing/2014/main" id="{50924D6D-B39A-445A-97ED-B6565A57A30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Tree>
    <p:extLst>
      <p:ext uri="{BB962C8B-B14F-4D97-AF65-F5344CB8AC3E}">
        <p14:creationId xmlns:p14="http://schemas.microsoft.com/office/powerpoint/2010/main" val="604895114"/>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584" name="Google Shape;584;h185bef88a7590ae5_0_14">
            <a:extLst xmlns:a="http://schemas.openxmlformats.org/drawingml/2006/main">
              <a:ext uri="{FF2B5EF4-FFF2-40B4-BE49-F238E27FC236}">
                <a16:creationId xmlns:a16="http://schemas.microsoft.com/office/drawing/2014/main" id="{9CF8DCCF-B72C-4392-AEBA-7CF72DF025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90000"/>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ct val="100000"/>
              <a:buFont typeface="Arial"/>
              <a:buNone/>
            </a:pPr>
            <a:r>
              <a:rPr sz="4400" b="0" i="0" u="none" strike="noStrike" cap="none">
                <a:solidFill>
                  <a:schemeClr val="dk1"/>
                </a:solidFill>
                <a:latin typeface="Arial"/>
                <a:ea typeface="Arial"/>
                <a:cs typeface="Arial"/>
              </a:rPr>
              <a:t>Production pattern: </a:t>
            </a:r>
            <a:r>
              <a:t>building small RAG, </a:t>
            </a:r>
            <a:endParaRPr/>
          </a:p>
          <a:p xmlns:a="http://schemas.openxmlformats.org/drawingml/2006/main">
            <a:pPr marL="0" marR="0" lvl="0" indent="0" algn="l">
              <a:lnSpc>
                <a:spcPct val="110000"/>
              </a:lnSpc>
              <a:spcBef>
                <a:spcPts val="0"/>
              </a:spcBef>
              <a:spcAft>
                <a:spcPts val="0"/>
              </a:spcAft>
              <a:buClr>
                <a:schemeClr val="dk1"/>
              </a:buClr>
              <a:buSzPct val="100000"/>
              <a:buFont typeface="Arial"/>
              <a:buNone/>
            </a:pPr>
            <a:r>
              <a:t>requires a router. JEV vs LLM </a:t>
            </a:r>
            <a:endParaRPr/>
          </a:p>
        </p:txBody>
      </p:sp>
    </p:spTree>
    <p:extLst>
      <p:ext uri="{BB962C8B-B14F-4D97-AF65-F5344CB8AC3E}">
        <p14:creationId xmlns:p14="http://schemas.microsoft.com/office/powerpoint/2010/main" val="2060608444"/>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Background">
            <a:extLst xmlns:a="http://schemas.openxmlformats.org/drawingml/2006/main">
              <a:ext uri="{FF2B5EF4-FFF2-40B4-BE49-F238E27FC236}">
                <a16:creationId xmlns:a16="http://schemas.microsoft.com/office/drawing/2014/main" id="{7C13B49D-012F-48F5-AD7E-F473252BF30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61812"/>
          </a:solidFill>
          <a:ln xmlns:a="http://schemas.openxmlformats.org/drawingml/2006/main" w="12700">
            <a:solidFill>
              <a:srgbClr val="061812"/>
            </a:solidFill>
          </a:ln>
        </p:spPr>
        <p:txBody>
          <a:bodyPr xmlns:a="http://schemas.openxmlformats.org/drawingml/2006/main"/>
          <a:lstStyle xmlns:a="http://schemas.openxmlformats.org/drawingml/2006/main"/>
          <a:p xmlns:a="http://schemas.openxmlformats.org/drawingml/2006/main">
            <a:endParaRPr/>
          </a:p>
        </p:txBody>
      </p:sp>
      <p:sp>
        <p:nvSpPr>
          <p:cNvPr id="3" name="Title">
            <a:extLst xmlns:a="http://schemas.openxmlformats.org/drawingml/2006/main">
              <a:ext uri="{FF2B5EF4-FFF2-40B4-BE49-F238E27FC236}">
                <a16:creationId xmlns:a16="http://schemas.microsoft.com/office/drawing/2014/main" id="{42357A68-F0F2-4B3A-B6B6-4F5115FCF2AC}"/>
              </a:ext>
            </a:extLst>
          </p:cNvPr>
          <p:cNvSpPr>
            <a:spLocks xmlns:a="http://schemas.openxmlformats.org/drawingml/2006/main" noGrp="1"/>
          </p:cNvSpPr>
          <p:nvPr/>
        </p:nvSpPr>
        <p:spPr>
          <a:xfrm xmlns:a="http://schemas.openxmlformats.org/drawingml/2006/main">
            <a:off x="502920" y="201168"/>
            <a:ext cx="111556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3152" tIns="73152" rIns="73152" bIns="73152" anchor="t"/>
          <a:lstStyle xmlns:a="http://schemas.openxmlformats.org/drawingml/2006/main"/>
          <a:p xmlns:a="http://schemas.openxmlformats.org/drawingml/2006/main">
            <a:pPr marL="0" indent="0">
              <a:lnSpc>
                <a:spcPct val="100000"/>
              </a:lnSpc>
              <a:buNone/>
            </a:pPr>
            <a:r>
              <a:rPr sz="2500" b="1">
                <a:solidFill>
                  <a:srgbClr val="F6FAF8"/>
                </a:solidFill>
                <a:latin typeface="Arial"/>
                <a:ea typeface="Arial"/>
                <a:cs typeface="Arial"/>
              </a:rPr>
              <a:t>How to configure JEV</a:t>
            </a:r>
            <a:endParaRPr sz="2500"/>
          </a:p>
        </p:txBody>
      </p:sp>
      <p:sp>
        <p:nvSpPr>
          <p:cNvPr id="4" name="Subtitle">
            <a:extLst xmlns:a="http://schemas.openxmlformats.org/drawingml/2006/main">
              <a:ext uri="{FF2B5EF4-FFF2-40B4-BE49-F238E27FC236}">
                <a16:creationId xmlns:a16="http://schemas.microsoft.com/office/drawing/2014/main" id="{CCBC787C-BB7A-4EF9-ACB5-2BE5B2473BC4}"/>
              </a:ext>
            </a:extLst>
          </p:cNvPr>
          <p:cNvSpPr>
            <a:spLocks xmlns:a="http://schemas.openxmlformats.org/drawingml/2006/main" noGrp="1"/>
          </p:cNvSpPr>
          <p:nvPr/>
        </p:nvSpPr>
        <p:spPr>
          <a:xfrm xmlns:a="http://schemas.openxmlformats.org/drawingml/2006/main">
            <a:off x="530352" y="566928"/>
            <a:ext cx="10972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3152" tIns="73152" rIns="73152" bIns="73152" anchor="t"/>
          <a:lstStyle xmlns:a="http://schemas.openxmlformats.org/drawingml/2006/main"/>
          <a:p xmlns:a="http://schemas.openxmlformats.org/drawingml/2006/main">
            <a:pPr marL="0" indent="0">
              <a:lnSpc>
                <a:spcPct val="100000"/>
              </a:lnSpc>
              <a:buNone/>
            </a:pPr>
            <a:r>
              <a:rPr sz="1050">
                <a:solidFill>
                  <a:srgbClr val="9FB5AE"/>
                </a:solidFill>
                <a:latin typeface="Arial"/>
                <a:ea typeface="Arial"/>
                <a:cs typeface="Arial"/>
              </a:rPr>
              <a:t>Natural-language routing policy + deterministic cluster signals</a:t>
            </a:r>
            <a:endParaRPr sz="1050"/>
          </a:p>
        </p:txBody>
      </p:sp>
      <p:sp>
        <p:nvSpPr>
          <p:cNvPr id="5" name="JEV prompt panel">
            <a:extLst xmlns:a="http://schemas.openxmlformats.org/drawingml/2006/main">
              <a:ext uri="{FF2B5EF4-FFF2-40B4-BE49-F238E27FC236}">
                <a16:creationId xmlns:a16="http://schemas.microsoft.com/office/drawing/2014/main" id="{580F39C6-2C9A-4B6D-8E06-3568BF09C98D}"/>
              </a:ext>
            </a:extLst>
          </p:cNvPr>
          <p:cNvSpPr>
            <a:spLocks xmlns:a="http://schemas.openxmlformats.org/drawingml/2006/main" noGrp="1"/>
          </p:cNvSpPr>
          <p:nvPr/>
        </p:nvSpPr>
        <p:spPr>
          <a:xfrm xmlns:a="http://schemas.openxmlformats.org/drawingml/2006/main">
            <a:off x="438912" y="932688"/>
            <a:ext cx="5650992" cy="5532120"/>
          </a:xfrm>
          <a:prstGeom xmlns:a="http://schemas.openxmlformats.org/drawingml/2006/main" prst="roundRect">
            <a:avLst/>
          </a:prstGeom>
          <a:solidFill xmlns:a="http://schemas.openxmlformats.org/drawingml/2006/main">
            <a:srgbClr val="0B1F1A"/>
          </a:solidFill>
          <a:ln xmlns:a="http://schemas.openxmlformats.org/drawingml/2006/main" w="12700">
            <a:solidFill>
              <a:srgbClr val="35695E"/>
            </a:solidFill>
          </a:ln>
        </p:spPr>
        <p:txBody>
          <a:bodyPr xmlns:a="http://schemas.openxmlformats.org/drawingml/2006/main"/>
          <a:lstStyle xmlns:a="http://schemas.openxmlformats.org/drawingml/2006/main"/>
          <a:p xmlns:a="http://schemas.openxmlformats.org/drawingml/2006/main">
            <a:endParaRPr/>
          </a:p>
        </p:txBody>
      </p:sp>
      <p:sp>
        <p:nvSpPr>
          <p:cNvPr id="6" name="Signals panel">
            <a:extLst xmlns:a="http://schemas.openxmlformats.org/drawingml/2006/main">
              <a:ext uri="{FF2B5EF4-FFF2-40B4-BE49-F238E27FC236}">
                <a16:creationId xmlns:a16="http://schemas.microsoft.com/office/drawing/2014/main" id="{D45A319B-23EA-4372-AD4C-092DEE9D95F3}"/>
              </a:ext>
            </a:extLst>
          </p:cNvPr>
          <p:cNvSpPr>
            <a:spLocks xmlns:a="http://schemas.openxmlformats.org/drawingml/2006/main" noGrp="1"/>
          </p:cNvSpPr>
          <p:nvPr/>
        </p:nvSpPr>
        <p:spPr>
          <a:xfrm xmlns:a="http://schemas.openxmlformats.org/drawingml/2006/main">
            <a:off x="6236208" y="932688"/>
            <a:ext cx="5513832" cy="5532120"/>
          </a:xfrm>
          <a:prstGeom xmlns:a="http://schemas.openxmlformats.org/drawingml/2006/main" prst="roundRect">
            <a:avLst/>
          </a:prstGeom>
          <a:solidFill xmlns:a="http://schemas.openxmlformats.org/drawingml/2006/main">
            <a:srgbClr val="111416"/>
          </a:solidFill>
          <a:ln xmlns:a="http://schemas.openxmlformats.org/drawingml/2006/main" w="12700">
            <a:solidFill>
              <a:srgbClr val="35695E"/>
            </a:solidFill>
          </a:ln>
        </p:spPr>
        <p:txBody>
          <a:bodyPr xmlns:a="http://schemas.openxmlformats.org/drawingml/2006/main"/>
          <a:lstStyle xmlns:a="http://schemas.openxmlformats.org/drawingml/2006/main"/>
          <a:p xmlns:a="http://schemas.openxmlformats.org/drawingml/2006/main">
            <a:endParaRPr/>
          </a:p>
        </p:txBody>
      </p:sp>
      <p:sp>
        <p:nvSpPr>
          <p:cNvPr id="7" name="Left label">
            <a:extLst xmlns:a="http://schemas.openxmlformats.org/drawingml/2006/main">
              <a:ext uri="{FF2B5EF4-FFF2-40B4-BE49-F238E27FC236}">
                <a16:creationId xmlns:a16="http://schemas.microsoft.com/office/drawing/2014/main" id="{906B4BDB-6FFE-4C1D-B6ED-FC7DBA7E4ADC}"/>
              </a:ext>
            </a:extLst>
          </p:cNvPr>
          <p:cNvSpPr>
            <a:spLocks xmlns:a="http://schemas.openxmlformats.org/drawingml/2006/main" noGrp="1"/>
          </p:cNvSpPr>
          <p:nvPr/>
        </p:nvSpPr>
        <p:spPr>
          <a:xfrm xmlns:a="http://schemas.openxmlformats.org/drawingml/2006/main">
            <a:off x="640080" y="1078992"/>
            <a:ext cx="516636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3152" tIns="73152" rIns="73152" bIns="73152" anchor="t"/>
          <a:lstStyle xmlns:a="http://schemas.openxmlformats.org/drawingml/2006/main"/>
          <a:p xmlns:a="http://schemas.openxmlformats.org/drawingml/2006/main">
            <a:pPr marL="0" indent="0">
              <a:lnSpc>
                <a:spcPct val="100000"/>
              </a:lnSpc>
              <a:buNone/>
            </a:pPr>
            <a:r>
              <a:rPr sz="980" b="1">
                <a:solidFill>
                  <a:srgbClr val="63E6BE"/>
                </a:solidFill>
                <a:latin typeface="Arial"/>
                <a:ea typeface="Arial"/>
                <a:cs typeface="Arial"/>
              </a:rPr>
              <a:t>JEV ROUTER PROMPT</a:t>
            </a:r>
            <a:endParaRPr sz="980"/>
          </a:p>
        </p:txBody>
      </p:sp>
      <p:sp>
        <p:nvSpPr>
          <p:cNvPr id="8" name="Right label">
            <a:extLst xmlns:a="http://schemas.openxmlformats.org/drawingml/2006/main">
              <a:ext uri="{FF2B5EF4-FFF2-40B4-BE49-F238E27FC236}">
                <a16:creationId xmlns:a16="http://schemas.microsoft.com/office/drawing/2014/main" id="{C4D90B10-4F63-4250-9782-860B0F1538E3}"/>
              </a:ext>
            </a:extLst>
          </p:cNvPr>
          <p:cNvSpPr>
            <a:spLocks xmlns:a="http://schemas.openxmlformats.org/drawingml/2006/main" noGrp="1"/>
          </p:cNvSpPr>
          <p:nvPr/>
        </p:nvSpPr>
        <p:spPr>
          <a:xfrm xmlns:a="http://schemas.openxmlformats.org/drawingml/2006/main">
            <a:off x="6437376" y="1078992"/>
            <a:ext cx="501091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73152" tIns="73152" rIns="73152" bIns="73152" anchor="t"/>
          <a:lstStyle xmlns:a="http://schemas.openxmlformats.org/drawingml/2006/main"/>
          <a:p xmlns:a="http://schemas.openxmlformats.org/drawingml/2006/main">
            <a:pPr marL="0" indent="0">
              <a:lnSpc>
                <a:spcPct val="100000"/>
              </a:lnSpc>
              <a:buNone/>
            </a:pPr>
            <a:r>
              <a:rPr sz="980" b="1">
                <a:solidFill>
                  <a:srgbClr val="79C0FF"/>
                </a:solidFill>
                <a:latin typeface="Arial"/>
                <a:ea typeface="Arial"/>
                <a:cs typeface="Arial"/>
              </a:rPr>
              <a:t>SIX-CLUSTER SIGNALS</a:t>
            </a:r>
            <a:endParaRPr sz="980"/>
          </a:p>
        </p:txBody>
      </p:sp>
      <p:sp>
        <p:nvSpPr>
          <p:cNvPr id="9" name="JEV code">
            <a:extLst xmlns:a="http://schemas.openxmlformats.org/drawingml/2006/main">
              <a:ext uri="{FF2B5EF4-FFF2-40B4-BE49-F238E27FC236}">
                <a16:creationId xmlns:a16="http://schemas.microsoft.com/office/drawing/2014/main" id="{7452AC5F-3465-48F5-8F0F-AD46E0F1CF55}"/>
              </a:ext>
            </a:extLst>
          </p:cNvPr>
          <p:cNvSpPr>
            <a:spLocks xmlns:a="http://schemas.openxmlformats.org/drawingml/2006/main" noGrp="1"/>
          </p:cNvSpPr>
          <p:nvPr/>
        </p:nvSpPr>
        <p:spPr>
          <a:xfrm xmlns:a="http://schemas.openxmlformats.org/drawingml/2006/main">
            <a:off x="603504" y="1417320"/>
            <a:ext cx="5266944" cy="480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18288" tIns="18288" rIns="18288" bIns="18288" anchor="t"/>
          <a:lstStyle xmlns:a="http://schemas.openxmlformats.org/drawingml/2006/main"/>
          <a:p xmlns:a="http://schemas.openxmlformats.org/drawingml/2006/main">
            <a:pPr marL="0" indent="0">
              <a:lnSpc>
                <a:spcPct val="84000"/>
              </a:lnSpc>
              <a:buNone/>
            </a:pPr>
            <a:r>
              <a:rPr sz="670">
                <a:solidFill>
                  <a:srgbClr val="79C0FF"/>
                </a:solidFill>
                <a:latin typeface="Courier New"/>
                <a:ea typeface="Courier New"/>
                <a:cs typeface="Courier New"/>
              </a:rPr>
              <a:t>def _jev_route(query: str) -&gt; dict[str, Any]:  # pragma: no cover - external API</a:t>
            </a:r>
            <a:endParaRPr sz="670"/>
          </a:p>
          <a:p xmlns:a="http://schemas.openxmlformats.org/drawingml/2006/main">
            <a:pPr marL="0" indent="0">
              <a:lnSpc>
                <a:spcPct val="84000"/>
              </a:lnSpc>
              <a:buNone/>
            </a:pPr>
            <a:r>
              <a:rPr sz="930">
                <a:solidFill>
                  <a:srgbClr val="D8E2DE"/>
                </a:solidFill>
                <a:latin typeface="Courier New"/>
                <a:ea typeface="Courier New"/>
                <a:cs typeface="Courier New"/>
              </a:rPr>
              <a:t>    question = Choice(</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instructions=(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"Route the user's search query to exactly one"</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document cluster. Classify the requested"</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evidence, not the answer. Treat statistics"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about employees, employer-sponsored plans,"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plan sponsors, or their members as"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benefits_research even when the topic is"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prevalence, health outcomes, or SDOH."</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Use population_health only for general,"</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geographic, state, or national populations."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Route insurer premium-dollar allocation,"</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medical-versus-administrative spending,"</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taxes, fees, cost containment, or insurer"</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profit to policy. Route employer premium"</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trends, employee contributions, and benefit"</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surveys to benefits_research. Route questions"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about observed results from an empirical"</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study or named analysis to research,"</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including intervention outcomes and subgroup"</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affordability findings. Route requests for"</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treatment, screening, vaccination, or"</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patient-care recommendations to"</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clinical_guidance. Use population_health for"</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descriptive population prevalence,"</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demographics, geographic comparisons, and"</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 state or national rankings."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a:t>
            </a:r>
            <a:endParaRPr sz="930"/>
          </a:p>
          <a:p xmlns:a="http://schemas.openxmlformats.org/drawingml/2006/main">
            <a:pPr marL="0" indent="0">
              <a:lnSpc>
                <a:spcPct val="84000"/>
              </a:lnSpc>
              <a:buNone/>
            </a:pPr>
            <a:r>
              <a:rPr sz="930">
                <a:solidFill>
                  <a:srgbClr val="D2A8FF"/>
                </a:solidFill>
                <a:latin typeface="Courier New"/>
                <a:ea typeface="Courier New"/>
                <a:cs typeface="Courier New"/>
              </a:rPr>
              <a:t>        criteria=CLUSTER_DESCRIPTIONS,</a:t>
            </a:r>
            <a:endParaRPr sz="930"/>
          </a:p>
          <a:p xmlns:a="http://schemas.openxmlformats.org/drawingml/2006/main">
            <a:pPr marL="0" indent="0">
              <a:lnSpc>
                <a:spcPct val="84000"/>
              </a:lnSpc>
              <a:buNone/>
            </a:pPr>
            <a:r>
              <a:rPr sz="930">
                <a:solidFill>
                  <a:srgbClr val="D8E2DE"/>
                </a:solidFill>
                <a:latin typeface="Courier New"/>
                <a:ea typeface="Courier New"/>
                <a:cs typeface="Courier New"/>
              </a:rPr>
              <a:t>    )</a:t>
            </a:r>
            <a:endParaRPr sz="930"/>
          </a:p>
        </p:txBody>
      </p:sp>
      <p:sp>
        <p:nvSpPr>
          <p:cNvPr id="10" name="Signals code">
            <a:extLst xmlns:a="http://schemas.openxmlformats.org/drawingml/2006/main">
              <a:ext uri="{FF2B5EF4-FFF2-40B4-BE49-F238E27FC236}">
                <a16:creationId xmlns:a16="http://schemas.microsoft.com/office/drawing/2014/main" id="{05FAE63C-DB98-462A-A990-EDEF87267C83}"/>
              </a:ext>
            </a:extLst>
          </p:cNvPr>
          <p:cNvSpPr>
            <a:spLocks xmlns:a="http://schemas.openxmlformats.org/drawingml/2006/main" noGrp="1"/>
          </p:cNvSpPr>
          <p:nvPr/>
        </p:nvSpPr>
        <p:spPr>
          <a:xfrm xmlns:a="http://schemas.openxmlformats.org/drawingml/2006/main">
            <a:off x="6400800" y="1417320"/>
            <a:ext cx="5074920" cy="48554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18288" tIns="18288" rIns="18288" bIns="18288" anchor="t"/>
          <a:lstStyle xmlns:a="http://schemas.openxmlformats.org/drawingml/2006/main"/>
          <a:p xmlns:a="http://schemas.openxmlformats.org/drawingml/2006/main">
            <a:pPr marL="0" indent="0">
              <a:lnSpc>
                <a:spcPct val="82000"/>
              </a:lnSpc>
              <a:buNone/>
            </a:pPr>
            <a:r>
              <a:rPr sz="760">
                <a:solidFill>
                  <a:srgbClr val="79C0FF"/>
                </a:solidFill>
                <a:latin typeface="Courier New"/>
                <a:ea typeface="Courier New"/>
                <a:cs typeface="Courier New"/>
              </a:rPr>
              <a:t>CLUSTER_SIGNALS =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"policy":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"coverage", "covered", "policy",</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"prior authorization", "formulary",</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"medical necessity", "criteria", "medicare",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"reimbursement", "benefit limit",</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"premium allocated", "premium allocation",</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"health care dollar", "health plan premium",</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"spending categories", "medical spending",</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"clinical_guidance":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"vaccine", "vaccination", "immunization",</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"clinical", "treatment", "exam",</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"retinopathy", "dry eye", "patient",</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"care recommendation", "schedule",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"population_health":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"population", "public health", "state ranking",</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"rankings", "older adults", "prevalence",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"mortality", "demographic", "state summary",</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"health outcome",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"benefits_research":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"employer", "employee", "workforce",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"benefits survey", "health benefits", "premium",</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"caregiving", "open enrollment", "firms offer",</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"workplace", "plan sponsor", "employer plan",</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"employee health", "member population",</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"forms_directory":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"form", "application", "apply", "fillable",</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"provider directory", "provider list", "submit",</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"submission", "instructions",</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"eligibility application", "enroll",</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D2A8FF"/>
                </a:solidFill>
                <a:latin typeface="Courier New"/>
                <a:ea typeface="Courier New"/>
                <a:cs typeface="Courier New"/>
              </a:rPr>
              <a:t>    "research":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"study", "report", "analysis", "findings",</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"research", "cost", "utilization", "survey",</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"evidence", "statistics", "comparison",</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    ),</a:t>
            </a:r>
            <a:endParaRPr sz="760"/>
          </a:p>
          <a:p xmlns:a="http://schemas.openxmlformats.org/drawingml/2006/main">
            <a:pPr marL="0" indent="0">
              <a:lnSpc>
                <a:spcPct val="82000"/>
              </a:lnSpc>
              <a:buNone/>
            </a:pPr>
            <a:r>
              <a:rPr sz="760">
                <a:solidFill>
                  <a:srgbClr val="C9E6FF"/>
                </a:solidFill>
                <a:latin typeface="Courier New"/>
                <a:ea typeface="Courier New"/>
                <a:cs typeface="Courier New"/>
              </a:rPr>
              <a:t>}</a:t>
            </a:r>
            <a:endParaRPr sz="760"/>
          </a:p>
        </p:txBody>
      </p:sp>
    </p:spTree>
    <p:extLst>
      <p:ext uri="{BB962C8B-B14F-4D97-AF65-F5344CB8AC3E}">
        <p14:creationId xmlns:p14="http://schemas.microsoft.com/office/powerpoint/2010/main" val="123797427"/>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590" name="Google Shape;590;p64">
            <a:extLst xmlns:a="http://schemas.openxmlformats.org/drawingml/2006/main">
              <a:ext uri="{FF2B5EF4-FFF2-40B4-BE49-F238E27FC236}">
                <a16:creationId xmlns:a16="http://schemas.microsoft.com/office/drawing/2014/main" id="{B09FB527-DA4C-4430-B80F-AC3A049F8B05}"/>
              </a:ext>
            </a:extLst>
          </p:cNvPr>
          <p:cNvSpPr>
            <a:spLocks xmlns:a="http://schemas.openxmlformats.org/drawingml/2006/main" noGrp="1"/>
          </p:cNvSpPr>
          <p:nvPr/>
        </p:nvSpPr>
        <p:spPr>
          <a:xfrm xmlns:a="http://schemas.openxmlformats.org/drawingml/2006/main">
            <a:off x="1781900" y="1101975"/>
            <a:ext cx="675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tuning ragas and jev</a:t>
            </a:r>
            <a:endParaRPr sz="1400" b="0" i="0" u="none" strike="noStrike" cap="none">
              <a:solidFill>
                <a:srgbClr val="000000"/>
              </a:solidFill>
              <a:latin typeface="Arial"/>
              <a:ea typeface="Arial"/>
              <a:cs typeface="Arial"/>
            </a:endParaRPr>
          </a:p>
        </p:txBody>
      </p:sp>
      <p:sp>
        <p:nvSpPr>
          <p:cNvPr id="591" name="Google Shape;591;p64">
            <a:extLst xmlns:a="http://schemas.openxmlformats.org/drawingml/2006/main">
              <a:ext uri="{FF2B5EF4-FFF2-40B4-BE49-F238E27FC236}">
                <a16:creationId xmlns:a16="http://schemas.microsoft.com/office/drawing/2014/main" id="{9E7E244C-46E8-4E95-95BA-6B9E62998B6A}"/>
              </a:ext>
            </a:extLst>
          </p:cNvPr>
          <p:cNvSpPr>
            <a:spLocks xmlns:a="http://schemas.openxmlformats.org/drawingml/2006/main" noGrp="1"/>
          </p:cNvSpPr>
          <p:nvPr/>
        </p:nvSpPr>
        <p:spPr>
          <a:xfrm xmlns:a="http://schemas.openxmlformats.org/drawingml/2006/main">
            <a:off x="7549050" y="2093225"/>
            <a:ext cx="3000000" cy="147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{"user_input":"What percentage of adults in the HAC employer-plan population have high SDOH risk, and how are these risks distributed among social isolation, housing, food, and financial factors?"}</a:t>
            </a:r>
            <a:endParaRPr sz="1400" b="0" i="0" u="none" strike="noStrike" cap="none">
              <a:solidFill>
                <a:srgbClr val="000000"/>
              </a:solidFill>
              <a:latin typeface="Arial"/>
              <a:ea typeface="Arial"/>
              <a:cs typeface="Arial"/>
            </a:endParaRPr>
          </a:p>
        </p:txBody>
      </p:sp>
      <p:sp>
        <p:nvSpPr>
          <p:cNvPr id="592" name="Google Shape;592;p64">
            <a:extLst xmlns:a="http://schemas.openxmlformats.org/drawingml/2006/main">
              <a:ext uri="{FF2B5EF4-FFF2-40B4-BE49-F238E27FC236}">
                <a16:creationId xmlns:a16="http://schemas.microsoft.com/office/drawing/2014/main" id="{216D4968-B23F-42ED-9D68-872AC5A812D8}"/>
              </a:ext>
            </a:extLst>
          </p:cNvPr>
          <p:cNvSpPr>
            <a:spLocks xmlns:a="http://schemas.openxmlformats.org/drawingml/2006/main" noGrp="1"/>
          </p:cNvSpPr>
          <p:nvPr/>
        </p:nvSpPr>
        <p:spPr>
          <a:xfrm xmlns:a="http://schemas.openxmlformats.org/drawingml/2006/main">
            <a:off x="1258150" y="2254400"/>
            <a:ext cx="3000000" cy="163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15000"/>
              </a:lnSpc>
              <a:spcBef>
                <a:spcPts val="1200"/>
              </a:spcBef>
              <a:spcAft>
                <a:spcPts val="1200"/>
              </a:spcAft>
              <a:buClr>
                <a:srgbClr val="000000"/>
              </a:buClr>
              <a:buSzPts val="1400"/>
              <a:buFont typeface="Arial"/>
              <a:buNone/>
            </a:pPr>
            <a:r>
              <a:rPr sz="1400" b="0" i="0" u="none" strike="noStrike" cap="none">
                <a:solidFill>
                  <a:srgbClr val="000000"/>
                </a:solidFill>
                <a:latin typeface="Arial"/>
                <a:ea typeface="Arial"/>
                <a:cs typeface="Arial"/>
              </a:rPr>
              <a:t>What percentage of adults have high social determinants of health (SDOH) risk and how are these risks distributed? Supposed to be benefits research but is classified as population health. </a:t>
            </a:r>
            <a:endParaRPr sz="1400" b="0" i="0" u="none" strike="noStrike" cap="none">
              <a:solidFill>
                <a:srgbClr val="000000"/>
              </a:solidFill>
              <a:latin typeface="Arial"/>
              <a:ea typeface="Arial"/>
              <a:cs typeface="Arial"/>
            </a:endParaRPr>
          </a:p>
        </p:txBody>
      </p:sp>
      <p:sp>
        <p:nvSpPr>
          <p:cNvPr id="593" name="Google Shape;593;p64">
            <a:extLst xmlns:a="http://schemas.openxmlformats.org/drawingml/2006/main">
              <a:ext uri="{FF2B5EF4-FFF2-40B4-BE49-F238E27FC236}">
                <a16:creationId xmlns:a16="http://schemas.microsoft.com/office/drawing/2014/main" id="{52395207-D446-42C2-8E68-DE88BE95B29A}"/>
              </a:ext>
            </a:extLst>
          </p:cNvPr>
          <p:cNvSpPr>
            <a:spLocks xmlns:a="http://schemas.openxmlformats.org/drawingml/2006/main" noGrp="1"/>
          </p:cNvSpPr>
          <p:nvPr/>
        </p:nvSpPr>
        <p:spPr>
          <a:xfrm xmlns:a="http://schemas.openxmlformats.org/drawingml/2006/main">
            <a:off x="2260250" y="4542800"/>
            <a:ext cx="641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underspecified ragas query</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110561792"/>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599" name="Google Shape;599;p65">
            <a:extLst xmlns:a="http://schemas.openxmlformats.org/drawingml/2006/main">
              <a:ext uri="{FF2B5EF4-FFF2-40B4-BE49-F238E27FC236}">
                <a16:creationId xmlns:a16="http://schemas.microsoft.com/office/drawing/2014/main" id="{2B159FEC-B3FD-4E4E-B42A-C50B20BF462D}"/>
              </a:ext>
            </a:extLst>
          </p:cNvPr>
          <p:cNvSpPr>
            <a:spLocks xmlns:a="http://schemas.openxmlformats.org/drawingml/2006/main" noGrp="1"/>
          </p:cNvSpPr>
          <p:nvPr/>
        </p:nvSpPr>
        <p:spPr>
          <a:xfrm xmlns:a="http://schemas.openxmlformats.org/drawingml/2006/main">
            <a:off x="267250" y="623500"/>
            <a:ext cx="6413400" cy="179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15000"/>
              </a:lnSpc>
              <a:spcBef>
                <a:spcPts val="1200"/>
              </a:spcBef>
              <a:spcAft>
                <a:spcPts val="0"/>
              </a:spcAft>
              <a:buClr>
                <a:schemeClr val="dk1"/>
              </a:buClr>
              <a:buSzPts val="1100"/>
              <a:buFont typeface="Arial"/>
              <a:buNone/>
            </a:pPr>
            <a:r>
              <a:rPr sz="1400" b="0" i="0" u="none" strike="noStrike" cap="none">
                <a:solidFill>
                  <a:srgbClr val="000000"/>
                </a:solidFill>
                <a:latin typeface="Arial"/>
                <a:ea typeface="Arial"/>
                <a:cs typeface="Arial"/>
              </a:rPr>
              <a:t>how to fix jev routing errors: 1) Which groups of Medicare beneficiaries are most likely to experience problems affording prescription medications? routed as population health should be research, 2) What are the cardiovascular and metabolic benefits of playing Pickleball regularly for middle-aged and older adults? routed as clinical guidance should be research,</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120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00" name="Google Shape;600;p65">
            <a:extLst xmlns:a="http://schemas.openxmlformats.org/drawingml/2006/main">
              <a:ext uri="{FF2B5EF4-FFF2-40B4-BE49-F238E27FC236}">
                <a16:creationId xmlns:a16="http://schemas.microsoft.com/office/drawing/2014/main" id="{6A73663F-6107-4AA1-9A2C-E7D7DBD98A0C}"/>
              </a:ext>
            </a:extLst>
          </p:cNvPr>
          <p:cNvSpPr>
            <a:spLocks xmlns:a="http://schemas.openxmlformats.org/drawingml/2006/main" noGrp="1"/>
          </p:cNvSpPr>
          <p:nvPr/>
        </p:nvSpPr>
        <p:spPr>
          <a:xfrm xmlns:a="http://schemas.openxmlformats.org/drawingml/2006/main">
            <a:off x="423100" y="2416600"/>
            <a:ext cx="6413400" cy="169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Which groups of Medicare beneficiaries are most likely to experience</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problems affording prescription medications?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According to the ASPE data-point analysis, which groups of Medicare</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beneficiaries are most likely to experience problems affording</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prescription medications?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01" name="Google Shape;601;p65">
            <a:extLst xmlns:a="http://schemas.openxmlformats.org/drawingml/2006/main">
              <a:ext uri="{FF2B5EF4-FFF2-40B4-BE49-F238E27FC236}">
                <a16:creationId xmlns:a16="http://schemas.microsoft.com/office/drawing/2014/main" id="{9E08BD64-DACE-4422-A6A4-E30CD398B7A9}"/>
              </a:ext>
            </a:extLst>
          </p:cNvPr>
          <p:cNvSpPr>
            <a:spLocks xmlns:a="http://schemas.openxmlformats.org/drawingml/2006/main" noGrp="1"/>
          </p:cNvSpPr>
          <p:nvPr/>
        </p:nvSpPr>
        <p:spPr>
          <a:xfrm xmlns:a="http://schemas.openxmlformats.org/drawingml/2006/main">
            <a:off x="2839225" y="5088350"/>
            <a:ext cx="641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make queries research queries</a:t>
            </a:r>
            <a:endParaRPr sz="1400" b="0" i="0" u="none" strike="noStrike" cap="none">
              <a:solidFill>
                <a:srgbClr val="000000"/>
              </a:solidFill>
              <a:latin typeface="Arial"/>
              <a:ea typeface="Arial"/>
              <a:cs typeface="Arial"/>
            </a:endParaRPr>
          </a:p>
        </p:txBody>
      </p:sp>
      <p:sp>
        <p:nvSpPr>
          <p:cNvPr id="602" name="Google Shape;602;p65">
            <a:extLst xmlns:a="http://schemas.openxmlformats.org/drawingml/2006/main">
              <a:ext uri="{FF2B5EF4-FFF2-40B4-BE49-F238E27FC236}">
                <a16:creationId xmlns:a16="http://schemas.microsoft.com/office/drawing/2014/main" id="{EA4C549D-DB97-401C-AB36-23B603C909E0}"/>
              </a:ext>
            </a:extLst>
          </p:cNvPr>
          <p:cNvSpPr>
            <a:spLocks xmlns:a="http://schemas.openxmlformats.org/drawingml/2006/main" noGrp="1"/>
          </p:cNvSpPr>
          <p:nvPr/>
        </p:nvSpPr>
        <p:spPr>
          <a:xfrm xmlns:a="http://schemas.openxmlformats.org/drawingml/2006/main">
            <a:off x="5439600" y="223300"/>
            <a:ext cx="675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tuning ragas and jev</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768977326"/>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pic>
        <p:nvPicPr>
          <p:cNvPr id="2" name="Jev query routing block diagram">
            <a:extLst xmlns:a="http://schemas.openxmlformats.org/drawingml/2006/main">
              <a:ext uri="{FF2B5EF4-FFF2-40B4-BE49-F238E27FC236}">
                <a16:creationId xmlns:a16="http://schemas.microsoft.com/office/drawing/2014/main" id="{DCBEF074-E2BF-4019-9B64-0546BC0EEF62}"/>
              </a:ext>
            </a:extLst>
          </p:cNvPr>
          <p:cNvPicPr>
            <a:picLocks xmlns:a="http://schemas.openxmlformats.org/drawingml/2006/main" noChangeAspect="1"/>
          </p:cNvPicPr>
          <p:nvPr/>
        </p:nvPicPr>
        <p:blipFill>
          <a:blip xmlns:r="http://schemas.openxmlformats.org/officeDocument/2006/relationships" xmlns:a="http://schemas.openxmlformats.org/drawingml/2006/main" r:embed="Rcdd07fa9d9b54439"/>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42998115"/>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608" name="Google Shape;608;p66">
            <a:extLst xmlns:a="http://schemas.openxmlformats.org/drawingml/2006/main">
              <a:ext uri="{FF2B5EF4-FFF2-40B4-BE49-F238E27FC236}">
                <a16:creationId xmlns:a16="http://schemas.microsoft.com/office/drawing/2014/main" id="{1B29DF2F-262E-4B40-AAB2-8ED3FFC04912}"/>
              </a:ext>
            </a:extLst>
          </p:cNvPr>
          <p:cNvSpPr>
            <a:spLocks xmlns:a="http://schemas.openxmlformats.org/drawingml/2006/main" noGrp="1"/>
          </p:cNvSpPr>
          <p:nvPr/>
        </p:nvSpPr>
        <p:spPr>
          <a:xfrm xmlns:a="http://schemas.openxmlformats.org/drawingml/2006/main">
            <a:off x="2594275" y="2215725"/>
            <a:ext cx="6413400" cy="169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What are the cardiovascular and metabolic benefits of playing</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Pickleball regularly for middle-aged and older adults?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According to the ACE-sponsored six-week Pickleball study, what</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cardiovascular and metabolic changes were observed in middle-aged</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rgbClr val="000000"/>
                </a:solidFill>
                <a:latin typeface="Arial"/>
                <a:ea typeface="Arial"/>
                <a:cs typeface="Arial"/>
              </a:rPr>
              <a:t>+ and older adults?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09" name="Google Shape;609;p66">
            <a:extLst xmlns:a="http://schemas.openxmlformats.org/drawingml/2006/main">
              <a:ext uri="{FF2B5EF4-FFF2-40B4-BE49-F238E27FC236}">
                <a16:creationId xmlns:a16="http://schemas.microsoft.com/office/drawing/2014/main" id="{04466789-8759-4D96-8104-1DD8C42E40B7}"/>
              </a:ext>
            </a:extLst>
          </p:cNvPr>
          <p:cNvSpPr>
            <a:spLocks xmlns:a="http://schemas.openxmlformats.org/drawingml/2006/main" noGrp="1"/>
          </p:cNvSpPr>
          <p:nvPr/>
        </p:nvSpPr>
        <p:spPr>
          <a:xfrm xmlns:a="http://schemas.openxmlformats.org/drawingml/2006/main">
            <a:off x="2705625" y="4687525"/>
            <a:ext cx="6413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latin typeface="Arial"/>
                <a:ea typeface="Arial"/>
                <a:cs typeface="Arial"/>
              </a:rPr>
              <a:t>make queries research queries</a:t>
            </a:r>
            <a:endParaRPr sz="1400" b="0" i="0" u="none" strike="noStrike" cap="none">
              <a:solidFill>
                <a:srgbClr val="000000"/>
              </a:solidFill>
              <a:latin typeface="Arial"/>
              <a:ea typeface="Arial"/>
              <a:cs typeface="Arial"/>
            </a:endParaRPr>
          </a:p>
        </p:txBody>
      </p:sp>
      <p:sp>
        <p:nvSpPr>
          <p:cNvPr id="610" name="Google Shape;610;p66">
            <a:extLst xmlns:a="http://schemas.openxmlformats.org/drawingml/2006/main">
              <a:ext uri="{FF2B5EF4-FFF2-40B4-BE49-F238E27FC236}">
                <a16:creationId xmlns:a16="http://schemas.microsoft.com/office/drawing/2014/main" id="{B1243A26-C123-43E6-AFCE-59EB3353A190}"/>
              </a:ext>
            </a:extLst>
          </p:cNvPr>
          <p:cNvSpPr>
            <a:spLocks xmlns:a="http://schemas.openxmlformats.org/drawingml/2006/main" noGrp="1"/>
          </p:cNvSpPr>
          <p:nvPr/>
        </p:nvSpPr>
        <p:spPr>
          <a:xfrm xmlns:a="http://schemas.openxmlformats.org/drawingml/2006/main">
            <a:off x="1781900" y="1101975"/>
            <a:ext cx="675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tuning ragas and jev</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743344214"/>
      </p:ext>
    </p:extLst>
  </p:cSld>
</p:sld>
</file>

<file path=ppt/slides/slide82.xml><?xml version="1.0" encoding="utf-8"?>
<p:sld xmlns:p="http://schemas.openxmlformats.org/presentationml/2006/main">
  <p:cSld>
    <p:bg>
      <p:bgPr>
        <a:solidFill xmlns:a="http://schemas.openxmlformats.org/drawingml/2006/main">
          <a:srgbClr val="071512"/>
        </a:solidFill>
      </p:bgPr>
    </p:bg>
    <p:spTree>
      <p:nvGrpSpPr>
        <p:cNvPr id="1" name=""/>
        <p:cNvGrpSpPr/>
        <p:nvPr/>
      </p:nvGrpSpPr>
      <p:grpSpPr>
        <a:xfrm xmlns:a="http://schemas.openxmlformats.org/drawingml/2006/main"/>
      </p:grpSpPr>
      <p:sp>
        <p:nvSpPr>
          <p:cNvPr id="616" name="Google Shape;616;p67">
            <a:extLst xmlns:a="http://schemas.openxmlformats.org/drawingml/2006/main">
              <a:ext uri="{FF2B5EF4-FFF2-40B4-BE49-F238E27FC236}">
                <a16:creationId xmlns:a16="http://schemas.microsoft.com/office/drawing/2014/main" id="{2EF878E9-7E74-422B-B7CB-F67F433A171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512"/>
          </a:solidFill>
          <a:ln xmlns:a="http://schemas.openxmlformats.org/drawingml/2006/main" w="9525" cap="flat" cmpd="sng">
            <a:solidFill>
              <a:srgbClr val="07151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17" name="Google Shape;617;p67">
            <a:extLst xmlns:a="http://schemas.openxmlformats.org/drawingml/2006/main">
              <a:ext uri="{FF2B5EF4-FFF2-40B4-BE49-F238E27FC236}">
                <a16:creationId xmlns:a16="http://schemas.microsoft.com/office/drawing/2014/main" id="{1CE33BA5-A038-4FE5-A778-19ADF7A2462D}"/>
              </a:ext>
            </a:extLst>
          </p:cNvPr>
          <p:cNvSpPr>
            <a:spLocks xmlns:a="http://schemas.openxmlformats.org/drawingml/2006/main" noGrp="1"/>
          </p:cNvSpPr>
          <p:nvPr/>
        </p:nvSpPr>
        <p:spPr>
          <a:xfrm xmlns:a="http://schemas.openxmlformats.org/drawingml/2006/main">
            <a:off x="609600" y="457200"/>
            <a:ext cx="10953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50"/>
              <a:buFont typeface="Arial"/>
              <a:buNone/>
            </a:pPr>
            <a:r>
              <a:rPr sz="2250" b="1" i="0" u="none" strike="noStrike" cap="none">
                <a:solidFill>
                  <a:srgbClr val="F4F8F6"/>
                </a:solidFill>
                <a:latin typeface="Arial"/>
                <a:ea typeface="Arial"/>
                <a:cs typeface="Arial"/>
              </a:rPr>
              <a:t>Medicaid belongs in the routing metadata</a:t>
            </a:r>
            <a:endParaRPr sz="1400" b="0" i="0" u="none" strike="noStrike" cap="none">
              <a:solidFill>
                <a:srgbClr val="000000"/>
              </a:solidFill>
              <a:latin typeface="Arial"/>
              <a:ea typeface="Arial"/>
              <a:cs typeface="Arial"/>
            </a:endParaRPr>
          </a:p>
        </p:txBody>
      </p:sp>
      <p:sp>
        <p:nvSpPr>
          <p:cNvPr id="618" name="Google Shape;618;p67">
            <a:extLst xmlns:a="http://schemas.openxmlformats.org/drawingml/2006/main">
              <a:ext uri="{FF2B5EF4-FFF2-40B4-BE49-F238E27FC236}">
                <a16:creationId xmlns:a16="http://schemas.microsoft.com/office/drawing/2014/main" id="{18A70CCA-0C22-45B4-9803-35E0F8907FC8}"/>
              </a:ext>
            </a:extLst>
          </p:cNvPr>
          <p:cNvSpPr>
            <a:spLocks xmlns:a="http://schemas.openxmlformats.org/drawingml/2006/main" noGrp="1"/>
          </p:cNvSpPr>
          <p:nvPr/>
        </p:nvSpPr>
        <p:spPr>
          <a:xfrm xmlns:a="http://schemas.openxmlformats.org/drawingml/2006/main">
            <a:off x="609600" y="1028700"/>
            <a:ext cx="1047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9CB5AD"/>
                </a:solidFill>
                <a:latin typeface="Arial"/>
                <a:ea typeface="Arial"/>
                <a:cs typeface="Arial"/>
              </a:rPr>
              <a:t>One payer spans several document types, each with different retrieval behavior.</a:t>
            </a:r>
            <a:endParaRPr sz="1400" b="0" i="0" u="none" strike="noStrike" cap="none">
              <a:solidFill>
                <a:srgbClr val="000000"/>
              </a:solidFill>
              <a:latin typeface="Arial"/>
              <a:ea typeface="Arial"/>
              <a:cs typeface="Arial"/>
            </a:endParaRPr>
          </a:p>
        </p:txBody>
      </p:sp>
      <p:sp>
        <p:nvSpPr>
          <p:cNvPr id="619" name="Google Shape;619;p67">
            <a:extLst xmlns:a="http://schemas.openxmlformats.org/drawingml/2006/main">
              <a:ext uri="{FF2B5EF4-FFF2-40B4-BE49-F238E27FC236}">
                <a16:creationId xmlns:a16="http://schemas.microsoft.com/office/drawing/2014/main" id="{09C5CDCE-5EB1-4271-905D-2D670AB21E25}"/>
              </a:ext>
            </a:extLst>
          </p:cNvPr>
          <p:cNvSpPr>
            <a:spLocks xmlns:a="http://schemas.openxmlformats.org/drawingml/2006/main" noGrp="1"/>
          </p:cNvSpPr>
          <p:nvPr/>
        </p:nvSpPr>
        <p:spPr>
          <a:xfrm xmlns:a="http://schemas.openxmlformats.org/drawingml/2006/main">
            <a:off x="609600" y="1752600"/>
            <a:ext cx="2381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62E6C0"/>
                </a:solidFill>
                <a:latin typeface="Arial"/>
                <a:ea typeface="Arial"/>
                <a:cs typeface="Arial"/>
              </a:rPr>
              <a:t>PAYER / DOMAIN</a:t>
            </a:r>
            <a:endParaRPr sz="1400" b="0" i="0" u="none" strike="noStrike" cap="none">
              <a:solidFill>
                <a:srgbClr val="000000"/>
              </a:solidFill>
              <a:latin typeface="Arial"/>
              <a:ea typeface="Arial"/>
              <a:cs typeface="Arial"/>
            </a:endParaRPr>
          </a:p>
        </p:txBody>
      </p:sp>
      <p:sp>
        <p:nvSpPr>
          <p:cNvPr id="620" name="Google Shape;620;p67">
            <a:extLst xmlns:a="http://schemas.openxmlformats.org/drawingml/2006/main">
              <a:ext uri="{FF2B5EF4-FFF2-40B4-BE49-F238E27FC236}">
                <a16:creationId xmlns:a16="http://schemas.microsoft.com/office/drawing/2014/main" id="{406C7FDC-08F2-4B32-B5B4-6FB9A8BD6DAF}"/>
              </a:ext>
            </a:extLst>
          </p:cNvPr>
          <p:cNvSpPr>
            <a:spLocks xmlns:a="http://schemas.openxmlformats.org/drawingml/2006/main" noGrp="1"/>
          </p:cNvSpPr>
          <p:nvPr/>
        </p:nvSpPr>
        <p:spPr>
          <a:xfrm xmlns:a="http://schemas.openxmlformats.org/drawingml/2006/main">
            <a:off x="609600" y="2152650"/>
            <a:ext cx="2238375" cy="1714500"/>
          </a:xfrm>
          <a:prstGeom xmlns:a="http://schemas.openxmlformats.org/drawingml/2006/main" prst="roundRect">
            <a:avLst>
              <a:gd name="adj" fmla="val 4444"/>
            </a:avLst>
          </a:prstGeom>
          <a:solidFill xmlns:a="http://schemas.openxmlformats.org/drawingml/2006/main">
            <a:srgbClr val="12352D"/>
          </a:solidFill>
          <a:ln xmlns:a="http://schemas.openxmlformats.org/drawingml/2006/main" w="19050" cap="flat" cmpd="sng">
            <a:solidFill>
              <a:srgbClr val="62E6C0"/>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21" name="Google Shape;621;p67">
            <a:extLst xmlns:a="http://schemas.openxmlformats.org/drawingml/2006/main">
              <a:ext uri="{FF2B5EF4-FFF2-40B4-BE49-F238E27FC236}">
                <a16:creationId xmlns:a16="http://schemas.microsoft.com/office/drawing/2014/main" id="{41BA2D0E-D61B-406A-AEF9-1B5BDBC32CDC}"/>
              </a:ext>
            </a:extLst>
          </p:cNvPr>
          <p:cNvSpPr>
            <a:spLocks xmlns:a="http://schemas.openxmlformats.org/drawingml/2006/main" noGrp="1"/>
          </p:cNvSpPr>
          <p:nvPr/>
        </p:nvSpPr>
        <p:spPr>
          <a:xfrm xmlns:a="http://schemas.openxmlformats.org/drawingml/2006/main">
            <a:off x="866775" y="2457450"/>
            <a:ext cx="1714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1" i="0" u="none" strike="noStrike" cap="none">
                <a:solidFill>
                  <a:srgbClr val="FFFFFF"/>
                </a:solidFill>
                <a:latin typeface="Arial"/>
                <a:ea typeface="Arial"/>
                <a:cs typeface="Arial"/>
              </a:rPr>
              <a:t>Medicaid</a:t>
            </a:r>
            <a:endParaRPr sz="1400" b="0" i="0" u="none" strike="noStrike" cap="none">
              <a:solidFill>
                <a:srgbClr val="000000"/>
              </a:solidFill>
              <a:latin typeface="Arial"/>
              <a:ea typeface="Arial"/>
              <a:cs typeface="Arial"/>
            </a:endParaRPr>
          </a:p>
        </p:txBody>
      </p:sp>
      <p:sp>
        <p:nvSpPr>
          <p:cNvPr id="622" name="Google Shape;622;p67">
            <a:extLst xmlns:a="http://schemas.openxmlformats.org/drawingml/2006/main">
              <a:ext uri="{FF2B5EF4-FFF2-40B4-BE49-F238E27FC236}">
                <a16:creationId xmlns:a16="http://schemas.microsoft.com/office/drawing/2014/main" id="{2FE3A6E1-B8A4-4643-AAB3-B36BA6A4D557}"/>
              </a:ext>
            </a:extLst>
          </p:cNvPr>
          <p:cNvSpPr>
            <a:spLocks xmlns:a="http://schemas.openxmlformats.org/drawingml/2006/main" noGrp="1"/>
          </p:cNvSpPr>
          <p:nvPr/>
        </p:nvSpPr>
        <p:spPr>
          <a:xfrm xmlns:a="http://schemas.openxmlformats.org/drawingml/2006/main">
            <a:off x="838200" y="3038475"/>
            <a:ext cx="17716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B7CEC7"/>
                </a:solidFill>
                <a:latin typeface="Arial"/>
                <a:ea typeface="Arial"/>
                <a:cs typeface="Arial"/>
              </a:rPr>
              <a:t>Filter or route by payer</a:t>
            </a:r>
            <a:endParaRPr sz="1400" b="0" i="0" u="none" strike="noStrike" cap="none">
              <a:solidFill>
                <a:srgbClr val="000000"/>
              </a:solidFill>
              <a:latin typeface="Arial"/>
              <a:ea typeface="Arial"/>
              <a:cs typeface="Arial"/>
            </a:endParaRPr>
          </a:p>
        </p:txBody>
      </p:sp>
      <p:cxnSp>
        <p:nvCxnSpPr>
          <p:cNvPr id="623" name="Google Shape;623;p67">
            <a:extLst xmlns:a="http://schemas.openxmlformats.org/drawingml/2006/main">
              <a:ext uri="{FF2B5EF4-FFF2-40B4-BE49-F238E27FC236}">
                <a16:creationId xmlns:a16="http://schemas.microsoft.com/office/drawing/2014/main" id="{EDFFDEF0-F25D-459C-BCF5-87BE70EFCAEF}"/>
              </a:ext>
            </a:extLst>
          </p:cNvPr>
          <p:cNvCxnSpPr/>
          <p:nvPr/>
        </p:nvCxnSpPr>
        <p:spPr>
          <a:xfrm xmlns:a="http://schemas.openxmlformats.org/drawingml/2006/main">
            <a:off x="3076575" y="3009900"/>
            <a:ext cx="723900" cy="0"/>
          </a:xfrm>
          <a:prstGeom xmlns:a="http://schemas.openxmlformats.org/drawingml/2006/main" prst="straightConnector1">
            <a:avLst/>
          </a:prstGeom>
          <a:ln xmlns:a="http://schemas.openxmlformats.org/drawingml/2006/main" w="28575" cap="flat">
            <a:solidFill>
              <a:srgbClr val="62E6C0"/>
            </a:solidFill>
            <a:prstDash val="solid"/>
            <a:round/>
            <a:headEnd type="none" w="sm" len="sm"/>
            <a:tailEnd type="none" w="sm" len="sm"/>
          </a:ln>
        </p:spPr>
      </p:cxnSp>
      <p:sp>
        <p:nvSpPr>
          <p:cNvPr id="624" name="Google Shape;624;p67">
            <a:extLst xmlns:a="http://schemas.openxmlformats.org/drawingml/2006/main">
              <a:ext uri="{FF2B5EF4-FFF2-40B4-BE49-F238E27FC236}">
                <a16:creationId xmlns:a16="http://schemas.microsoft.com/office/drawing/2014/main" id="{9A554E67-7E9A-411E-8CBD-9E5D083D1FBD}"/>
              </a:ext>
            </a:extLst>
          </p:cNvPr>
          <p:cNvSpPr>
            <a:spLocks xmlns:a="http://schemas.openxmlformats.org/drawingml/2006/main" noGrp="1"/>
          </p:cNvSpPr>
          <p:nvPr/>
        </p:nvSpPr>
        <p:spPr>
          <a:xfrm xmlns:a="http://schemas.openxmlformats.org/drawingml/2006/main">
            <a:off x="3952875" y="1752600"/>
            <a:ext cx="2952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F2B565"/>
                </a:solidFill>
                <a:latin typeface="Arial"/>
                <a:ea typeface="Arial"/>
                <a:cs typeface="Arial"/>
              </a:rPr>
              <a:t>DOCUMENT TYPE</a:t>
            </a:r>
            <a:endParaRPr sz="1400" b="0" i="0" u="none" strike="noStrike" cap="none">
              <a:solidFill>
                <a:srgbClr val="000000"/>
              </a:solidFill>
              <a:latin typeface="Arial"/>
              <a:ea typeface="Arial"/>
              <a:cs typeface="Arial"/>
            </a:endParaRPr>
          </a:p>
        </p:txBody>
      </p:sp>
      <p:sp>
        <p:nvSpPr>
          <p:cNvPr id="625" name="Google Shape;625;p67">
            <a:extLst xmlns:a="http://schemas.openxmlformats.org/drawingml/2006/main">
              <a:ext uri="{FF2B5EF4-FFF2-40B4-BE49-F238E27FC236}">
                <a16:creationId xmlns:a16="http://schemas.microsoft.com/office/drawing/2014/main" id="{C2CA65F4-BD19-4292-B2F0-67B229F7C15C}"/>
              </a:ext>
            </a:extLst>
          </p:cNvPr>
          <p:cNvSpPr>
            <a:spLocks xmlns:a="http://schemas.openxmlformats.org/drawingml/2006/main" noGrp="1"/>
          </p:cNvSpPr>
          <p:nvPr/>
        </p:nvSpPr>
        <p:spPr>
          <a:xfrm xmlns:a="http://schemas.openxmlformats.org/drawingml/2006/main">
            <a:off x="3952875" y="2095500"/>
            <a:ext cx="3762375" cy="628650"/>
          </a:xfrm>
          <a:prstGeom xmlns:a="http://schemas.openxmlformats.org/drawingml/2006/main" prst="roundRect">
            <a:avLst>
              <a:gd name="adj" fmla="val 12121"/>
            </a:avLst>
          </a:prstGeom>
          <a:solidFill xmlns:a="http://schemas.openxmlformats.org/drawingml/2006/main">
            <a:srgbClr val="3A2A18"/>
          </a:solidFill>
          <a:ln xmlns:a="http://schemas.openxmlformats.org/drawingml/2006/main" w="14275" cap="flat" cmpd="sng">
            <a:solidFill>
              <a:srgbClr val="F2B56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26" name="Google Shape;626;p67">
            <a:extLst xmlns:a="http://schemas.openxmlformats.org/drawingml/2006/main">
              <a:ext uri="{FF2B5EF4-FFF2-40B4-BE49-F238E27FC236}">
                <a16:creationId xmlns:a16="http://schemas.microsoft.com/office/drawing/2014/main" id="{D7EB2D47-63ED-4AAC-9346-DF66D2738D4D}"/>
              </a:ext>
            </a:extLst>
          </p:cNvPr>
          <p:cNvSpPr>
            <a:spLocks xmlns:a="http://schemas.openxmlformats.org/drawingml/2006/main" noGrp="1"/>
          </p:cNvSpPr>
          <p:nvPr/>
        </p:nvSpPr>
        <p:spPr>
          <a:xfrm xmlns:a="http://schemas.openxmlformats.org/drawingml/2006/main">
            <a:off x="4171950" y="2190750"/>
            <a:ext cx="1428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FD49A"/>
                </a:solidFill>
                <a:latin typeface="Arial"/>
                <a:ea typeface="Arial"/>
                <a:cs typeface="Arial"/>
              </a:rPr>
              <a:t>Policy</a:t>
            </a:r>
            <a:endParaRPr sz="1400" b="0" i="0" u="none" strike="noStrike" cap="none">
              <a:solidFill>
                <a:srgbClr val="000000"/>
              </a:solidFill>
              <a:latin typeface="Arial"/>
              <a:ea typeface="Arial"/>
              <a:cs typeface="Arial"/>
            </a:endParaRPr>
          </a:p>
        </p:txBody>
      </p:sp>
      <p:sp>
        <p:nvSpPr>
          <p:cNvPr id="627" name="Google Shape;627;p67">
            <a:extLst xmlns:a="http://schemas.openxmlformats.org/drawingml/2006/main">
              <a:ext uri="{FF2B5EF4-FFF2-40B4-BE49-F238E27FC236}">
                <a16:creationId xmlns:a16="http://schemas.microsoft.com/office/drawing/2014/main" id="{2300F3FA-F963-4EB6-B80D-F8C026F0D64A}"/>
              </a:ext>
            </a:extLst>
          </p:cNvPr>
          <p:cNvSpPr>
            <a:spLocks xmlns:a="http://schemas.openxmlformats.org/drawingml/2006/main" noGrp="1"/>
          </p:cNvSpPr>
          <p:nvPr/>
        </p:nvSpPr>
        <p:spPr>
          <a:xfrm xmlns:a="http://schemas.openxmlformats.org/drawingml/2006/main">
            <a:off x="5619750" y="2209800"/>
            <a:ext cx="185737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A9BDB7"/>
                </a:solidFill>
                <a:latin typeface="Arial"/>
                <a:ea typeface="Arial"/>
                <a:cs typeface="Arial"/>
              </a:rPr>
              <a:t>Prior authorization criteria</a:t>
            </a:r>
            <a:endParaRPr sz="1400" b="0" i="0" u="none" strike="noStrike" cap="none">
              <a:solidFill>
                <a:srgbClr val="000000"/>
              </a:solidFill>
              <a:latin typeface="Arial"/>
              <a:ea typeface="Arial"/>
              <a:cs typeface="Arial"/>
            </a:endParaRPr>
          </a:p>
        </p:txBody>
      </p:sp>
      <p:sp>
        <p:nvSpPr>
          <p:cNvPr id="628" name="Google Shape;628;p67">
            <a:extLst xmlns:a="http://schemas.openxmlformats.org/drawingml/2006/main">
              <a:ext uri="{FF2B5EF4-FFF2-40B4-BE49-F238E27FC236}">
                <a16:creationId xmlns:a16="http://schemas.microsoft.com/office/drawing/2014/main" id="{F68796BB-014A-4742-8BF8-4D99854912C7}"/>
              </a:ext>
            </a:extLst>
          </p:cNvPr>
          <p:cNvSpPr>
            <a:spLocks xmlns:a="http://schemas.openxmlformats.org/drawingml/2006/main" noGrp="1"/>
          </p:cNvSpPr>
          <p:nvPr/>
        </p:nvSpPr>
        <p:spPr>
          <a:xfrm xmlns:a="http://schemas.openxmlformats.org/drawingml/2006/main">
            <a:off x="3952875" y="2905125"/>
            <a:ext cx="3762375" cy="628650"/>
          </a:xfrm>
          <a:prstGeom xmlns:a="http://schemas.openxmlformats.org/drawingml/2006/main" prst="roundRect">
            <a:avLst>
              <a:gd name="adj" fmla="val 12121"/>
            </a:avLst>
          </a:prstGeom>
          <a:solidFill xmlns:a="http://schemas.openxmlformats.org/drawingml/2006/main">
            <a:srgbClr val="152622"/>
          </a:solidFill>
          <a:ln xmlns:a="http://schemas.openxmlformats.org/drawingml/2006/main" w="14275" cap="flat" cmpd="sng">
            <a:solidFill>
              <a:srgbClr val="35564E"/>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29" name="Google Shape;629;p67">
            <a:extLst xmlns:a="http://schemas.openxmlformats.org/drawingml/2006/main">
              <a:ext uri="{FF2B5EF4-FFF2-40B4-BE49-F238E27FC236}">
                <a16:creationId xmlns:a16="http://schemas.microsoft.com/office/drawing/2014/main" id="{BEE8C10B-7D5B-4365-A7CE-3CDEAE6E3A21}"/>
              </a:ext>
            </a:extLst>
          </p:cNvPr>
          <p:cNvSpPr>
            <a:spLocks xmlns:a="http://schemas.openxmlformats.org/drawingml/2006/main" noGrp="1"/>
          </p:cNvSpPr>
          <p:nvPr/>
        </p:nvSpPr>
        <p:spPr>
          <a:xfrm xmlns:a="http://schemas.openxmlformats.org/drawingml/2006/main">
            <a:off x="4171950" y="3000375"/>
            <a:ext cx="1428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1F5F3"/>
                </a:solidFill>
                <a:latin typeface="Arial"/>
                <a:ea typeface="Arial"/>
                <a:cs typeface="Arial"/>
              </a:rPr>
              <a:t>Forms &amp; directory</a:t>
            </a:r>
            <a:endParaRPr sz="1400" b="0" i="0" u="none" strike="noStrike" cap="none">
              <a:solidFill>
                <a:srgbClr val="000000"/>
              </a:solidFill>
              <a:latin typeface="Arial"/>
              <a:ea typeface="Arial"/>
              <a:cs typeface="Arial"/>
            </a:endParaRPr>
          </a:p>
        </p:txBody>
      </p:sp>
      <p:sp>
        <p:nvSpPr>
          <p:cNvPr id="630" name="Google Shape;630;p67">
            <a:extLst xmlns:a="http://schemas.openxmlformats.org/drawingml/2006/main">
              <a:ext uri="{FF2B5EF4-FFF2-40B4-BE49-F238E27FC236}">
                <a16:creationId xmlns:a16="http://schemas.microsoft.com/office/drawing/2014/main" id="{C19B05E8-A05B-4651-BD99-501A42E886D8}"/>
              </a:ext>
            </a:extLst>
          </p:cNvPr>
          <p:cNvSpPr>
            <a:spLocks xmlns:a="http://schemas.openxmlformats.org/drawingml/2006/main" noGrp="1"/>
          </p:cNvSpPr>
          <p:nvPr/>
        </p:nvSpPr>
        <p:spPr>
          <a:xfrm xmlns:a="http://schemas.openxmlformats.org/drawingml/2006/main">
            <a:off x="5619750" y="3019425"/>
            <a:ext cx="185737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A9BDB7"/>
                </a:solidFill>
                <a:latin typeface="Arial"/>
                <a:ea typeface="Arial"/>
                <a:cs typeface="Arial"/>
              </a:rPr>
              <a:t>Applications and provider lists</a:t>
            </a:r>
            <a:endParaRPr sz="1400" b="0" i="0" u="none" strike="noStrike" cap="none">
              <a:solidFill>
                <a:srgbClr val="000000"/>
              </a:solidFill>
              <a:latin typeface="Arial"/>
              <a:ea typeface="Arial"/>
              <a:cs typeface="Arial"/>
            </a:endParaRPr>
          </a:p>
        </p:txBody>
      </p:sp>
      <p:sp>
        <p:nvSpPr>
          <p:cNvPr id="631" name="Google Shape;631;p67">
            <a:extLst xmlns:a="http://schemas.openxmlformats.org/drawingml/2006/main">
              <a:ext uri="{FF2B5EF4-FFF2-40B4-BE49-F238E27FC236}">
                <a16:creationId xmlns:a16="http://schemas.microsoft.com/office/drawing/2014/main" id="{338F97A2-D3BE-45B7-9CBB-EEBD51F5C051}"/>
              </a:ext>
            </a:extLst>
          </p:cNvPr>
          <p:cNvSpPr>
            <a:spLocks xmlns:a="http://schemas.openxmlformats.org/drawingml/2006/main" noGrp="1"/>
          </p:cNvSpPr>
          <p:nvPr/>
        </p:nvSpPr>
        <p:spPr>
          <a:xfrm xmlns:a="http://schemas.openxmlformats.org/drawingml/2006/main">
            <a:off x="3952875" y="3714750"/>
            <a:ext cx="3762375" cy="628650"/>
          </a:xfrm>
          <a:prstGeom xmlns:a="http://schemas.openxmlformats.org/drawingml/2006/main" prst="roundRect">
            <a:avLst>
              <a:gd name="adj" fmla="val 12121"/>
            </a:avLst>
          </a:prstGeom>
          <a:solidFill xmlns:a="http://schemas.openxmlformats.org/drawingml/2006/main">
            <a:srgbClr val="152622"/>
          </a:solidFill>
          <a:ln xmlns:a="http://schemas.openxmlformats.org/drawingml/2006/main" w="14275" cap="flat" cmpd="sng">
            <a:solidFill>
              <a:srgbClr val="35564E"/>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32" name="Google Shape;632;p67">
            <a:extLst xmlns:a="http://schemas.openxmlformats.org/drawingml/2006/main">
              <a:ext uri="{FF2B5EF4-FFF2-40B4-BE49-F238E27FC236}">
                <a16:creationId xmlns:a16="http://schemas.microsoft.com/office/drawing/2014/main" id="{E80596DC-0358-4E40-A2C2-1E337CB1FFF6}"/>
              </a:ext>
            </a:extLst>
          </p:cNvPr>
          <p:cNvSpPr>
            <a:spLocks xmlns:a="http://schemas.openxmlformats.org/drawingml/2006/main" noGrp="1"/>
          </p:cNvSpPr>
          <p:nvPr/>
        </p:nvSpPr>
        <p:spPr>
          <a:xfrm xmlns:a="http://schemas.openxmlformats.org/drawingml/2006/main">
            <a:off x="4171950" y="3810000"/>
            <a:ext cx="1428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1F5F3"/>
                </a:solidFill>
                <a:latin typeface="Arial"/>
                <a:ea typeface="Arial"/>
                <a:cs typeface="Arial"/>
              </a:rPr>
              <a:t>Clinical guidance</a:t>
            </a:r>
            <a:endParaRPr sz="1400" b="0" i="0" u="none" strike="noStrike" cap="none">
              <a:solidFill>
                <a:srgbClr val="000000"/>
              </a:solidFill>
              <a:latin typeface="Arial"/>
              <a:ea typeface="Arial"/>
              <a:cs typeface="Arial"/>
            </a:endParaRPr>
          </a:p>
        </p:txBody>
      </p:sp>
      <p:sp>
        <p:nvSpPr>
          <p:cNvPr id="633" name="Google Shape;633;p67">
            <a:extLst xmlns:a="http://schemas.openxmlformats.org/drawingml/2006/main">
              <a:ext uri="{FF2B5EF4-FFF2-40B4-BE49-F238E27FC236}">
                <a16:creationId xmlns:a16="http://schemas.microsoft.com/office/drawing/2014/main" id="{7C872E42-A9AC-4BFB-8177-077A010FF6D6}"/>
              </a:ext>
            </a:extLst>
          </p:cNvPr>
          <p:cNvSpPr>
            <a:spLocks xmlns:a="http://schemas.openxmlformats.org/drawingml/2006/main" noGrp="1"/>
          </p:cNvSpPr>
          <p:nvPr/>
        </p:nvSpPr>
        <p:spPr>
          <a:xfrm xmlns:a="http://schemas.openxmlformats.org/drawingml/2006/main">
            <a:off x="5619750" y="3829050"/>
            <a:ext cx="185737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A9BDB7"/>
                </a:solidFill>
                <a:latin typeface="Arial"/>
                <a:ea typeface="Arial"/>
                <a:cs typeface="Arial"/>
              </a:rPr>
              <a:t>Care and treatment guidance</a:t>
            </a:r>
            <a:endParaRPr sz="1400" b="0" i="0" u="none" strike="noStrike" cap="none">
              <a:solidFill>
                <a:srgbClr val="000000"/>
              </a:solidFill>
              <a:latin typeface="Arial"/>
              <a:ea typeface="Arial"/>
              <a:cs typeface="Arial"/>
            </a:endParaRPr>
          </a:p>
        </p:txBody>
      </p:sp>
      <p:sp>
        <p:nvSpPr>
          <p:cNvPr id="634" name="Google Shape;634;p67">
            <a:extLst xmlns:a="http://schemas.openxmlformats.org/drawingml/2006/main">
              <a:ext uri="{FF2B5EF4-FFF2-40B4-BE49-F238E27FC236}">
                <a16:creationId xmlns:a16="http://schemas.microsoft.com/office/drawing/2014/main" id="{EF10E559-15E1-487C-BF75-A5CDB6B642D3}"/>
              </a:ext>
            </a:extLst>
          </p:cNvPr>
          <p:cNvSpPr>
            <a:spLocks xmlns:a="http://schemas.openxmlformats.org/drawingml/2006/main" noGrp="1"/>
          </p:cNvSpPr>
          <p:nvPr/>
        </p:nvSpPr>
        <p:spPr>
          <a:xfrm xmlns:a="http://schemas.openxmlformats.org/drawingml/2006/main">
            <a:off x="3952875" y="4524375"/>
            <a:ext cx="3762375" cy="628650"/>
          </a:xfrm>
          <a:prstGeom xmlns:a="http://schemas.openxmlformats.org/drawingml/2006/main" prst="roundRect">
            <a:avLst>
              <a:gd name="adj" fmla="val 12121"/>
            </a:avLst>
          </a:prstGeom>
          <a:solidFill xmlns:a="http://schemas.openxmlformats.org/drawingml/2006/main">
            <a:srgbClr val="152622"/>
          </a:solidFill>
          <a:ln xmlns:a="http://schemas.openxmlformats.org/drawingml/2006/main" w="14275" cap="flat" cmpd="sng">
            <a:solidFill>
              <a:srgbClr val="35564E"/>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35" name="Google Shape;635;p67">
            <a:extLst xmlns:a="http://schemas.openxmlformats.org/drawingml/2006/main">
              <a:ext uri="{FF2B5EF4-FFF2-40B4-BE49-F238E27FC236}">
                <a16:creationId xmlns:a16="http://schemas.microsoft.com/office/drawing/2014/main" id="{DA2D6ABF-F634-4AF3-B13D-9F30D5B93B34}"/>
              </a:ext>
            </a:extLst>
          </p:cNvPr>
          <p:cNvSpPr>
            <a:spLocks xmlns:a="http://schemas.openxmlformats.org/drawingml/2006/main" noGrp="1"/>
          </p:cNvSpPr>
          <p:nvPr/>
        </p:nvSpPr>
        <p:spPr>
          <a:xfrm xmlns:a="http://schemas.openxmlformats.org/drawingml/2006/main">
            <a:off x="4171950" y="4619625"/>
            <a:ext cx="1428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1F5F3"/>
                </a:solidFill>
                <a:latin typeface="Arial"/>
                <a:ea typeface="Arial"/>
                <a:cs typeface="Arial"/>
              </a:rPr>
              <a:t>Research</a:t>
            </a:r>
            <a:endParaRPr sz="1400" b="0" i="0" u="none" strike="noStrike" cap="none">
              <a:solidFill>
                <a:srgbClr val="000000"/>
              </a:solidFill>
              <a:latin typeface="Arial"/>
              <a:ea typeface="Arial"/>
              <a:cs typeface="Arial"/>
            </a:endParaRPr>
          </a:p>
        </p:txBody>
      </p:sp>
      <p:sp>
        <p:nvSpPr>
          <p:cNvPr id="636" name="Google Shape;636;p67">
            <a:extLst xmlns:a="http://schemas.openxmlformats.org/drawingml/2006/main">
              <a:ext uri="{FF2B5EF4-FFF2-40B4-BE49-F238E27FC236}">
                <a16:creationId xmlns:a16="http://schemas.microsoft.com/office/drawing/2014/main" id="{F89521F2-31DF-46AF-A9CD-CA5276F0F0CF}"/>
              </a:ext>
            </a:extLst>
          </p:cNvPr>
          <p:cNvSpPr>
            <a:spLocks xmlns:a="http://schemas.openxmlformats.org/drawingml/2006/main" noGrp="1"/>
          </p:cNvSpPr>
          <p:nvPr/>
        </p:nvSpPr>
        <p:spPr>
          <a:xfrm xmlns:a="http://schemas.openxmlformats.org/drawingml/2006/main">
            <a:off x="5619750" y="4638675"/>
            <a:ext cx="1857375"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A9BDB7"/>
                </a:solidFill>
                <a:latin typeface="Arial"/>
                <a:ea typeface="Arial"/>
                <a:cs typeface="Arial"/>
              </a:rPr>
              <a:t>Studies and evidence</a:t>
            </a:r>
            <a:endParaRPr sz="1400" b="0" i="0" u="none" strike="noStrike" cap="none">
              <a:solidFill>
                <a:srgbClr val="000000"/>
              </a:solidFill>
              <a:latin typeface="Arial"/>
              <a:ea typeface="Arial"/>
              <a:cs typeface="Arial"/>
            </a:endParaRPr>
          </a:p>
        </p:txBody>
      </p:sp>
      <p:sp>
        <p:nvSpPr>
          <p:cNvPr id="637" name="Google Shape;637;p67">
            <a:extLst xmlns:a="http://schemas.openxmlformats.org/drawingml/2006/main">
              <a:ext uri="{FF2B5EF4-FFF2-40B4-BE49-F238E27FC236}">
                <a16:creationId xmlns:a16="http://schemas.microsoft.com/office/drawing/2014/main" id="{128D1C2A-3E07-443A-A481-C386F158492E}"/>
              </a:ext>
            </a:extLst>
          </p:cNvPr>
          <p:cNvSpPr>
            <a:spLocks xmlns:a="http://schemas.openxmlformats.org/drawingml/2006/main" noGrp="1"/>
          </p:cNvSpPr>
          <p:nvPr/>
        </p:nvSpPr>
        <p:spPr>
          <a:xfrm xmlns:a="http://schemas.openxmlformats.org/drawingml/2006/main">
            <a:off x="8286750" y="1752600"/>
            <a:ext cx="3048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A5C8FF"/>
                </a:solidFill>
                <a:latin typeface="Arial"/>
                <a:ea typeface="Arial"/>
                <a:cs typeface="Arial"/>
              </a:rPr>
              <a:t>ROUTING EXAMPLES</a:t>
            </a:r>
            <a:endParaRPr sz="1400" b="0" i="0" u="none" strike="noStrike" cap="none">
              <a:solidFill>
                <a:srgbClr val="000000"/>
              </a:solidFill>
              <a:latin typeface="Arial"/>
              <a:ea typeface="Arial"/>
              <a:cs typeface="Arial"/>
            </a:endParaRPr>
          </a:p>
        </p:txBody>
      </p:sp>
      <p:sp>
        <p:nvSpPr>
          <p:cNvPr id="638" name="Google Shape;638;p67">
            <a:extLst xmlns:a="http://schemas.openxmlformats.org/drawingml/2006/main">
              <a:ext uri="{FF2B5EF4-FFF2-40B4-BE49-F238E27FC236}">
                <a16:creationId xmlns:a16="http://schemas.microsoft.com/office/drawing/2014/main" id="{BCA9A048-58B1-45E7-8B25-216488C8ACCB}"/>
              </a:ext>
            </a:extLst>
          </p:cNvPr>
          <p:cNvSpPr>
            <a:spLocks xmlns:a="http://schemas.openxmlformats.org/drawingml/2006/main" noGrp="1"/>
          </p:cNvSpPr>
          <p:nvPr/>
        </p:nvSpPr>
        <p:spPr>
          <a:xfrm xmlns:a="http://schemas.openxmlformats.org/drawingml/2006/main">
            <a:off x="8286750" y="2181225"/>
            <a:ext cx="3048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4F8F6"/>
                </a:solidFill>
                <a:latin typeface="Arial"/>
                <a:ea typeface="Arial"/>
                <a:cs typeface="Arial"/>
              </a:rPr>
              <a:t>Kentucky Medicaid PA</a:t>
            </a:r>
            <a:endParaRPr sz="1400" b="0" i="0" u="none" strike="noStrike" cap="none">
              <a:solidFill>
                <a:srgbClr val="000000"/>
              </a:solidFill>
              <a:latin typeface="Arial"/>
              <a:ea typeface="Arial"/>
              <a:cs typeface="Arial"/>
            </a:endParaRPr>
          </a:p>
        </p:txBody>
      </p:sp>
      <p:sp>
        <p:nvSpPr>
          <p:cNvPr id="639" name="Google Shape;639;p67">
            <a:extLst xmlns:a="http://schemas.openxmlformats.org/drawingml/2006/main">
              <a:ext uri="{FF2B5EF4-FFF2-40B4-BE49-F238E27FC236}">
                <a16:creationId xmlns:a16="http://schemas.microsoft.com/office/drawing/2014/main" id="{1C09629B-2AEC-43A0-A29B-C423B1512044}"/>
              </a:ext>
            </a:extLst>
          </p:cNvPr>
          <p:cNvSpPr>
            <a:spLocks xmlns:a="http://schemas.openxmlformats.org/drawingml/2006/main" noGrp="1"/>
          </p:cNvSpPr>
          <p:nvPr/>
        </p:nvSpPr>
        <p:spPr>
          <a:xfrm xmlns:a="http://schemas.openxmlformats.org/drawingml/2006/main">
            <a:off x="8286750" y="2505075"/>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0" i="0" u="none" strike="noStrike" cap="none">
                <a:solidFill>
                  <a:srgbClr val="A5C8FF"/>
                </a:solidFill>
                <a:latin typeface="Arial"/>
                <a:ea typeface="Arial"/>
                <a:cs typeface="Arial"/>
              </a:rPr>
              <a:t>Medicaid + policy</a:t>
            </a:r>
            <a:endParaRPr sz="1400" b="0" i="0" u="none" strike="noStrike" cap="none">
              <a:solidFill>
                <a:srgbClr val="000000"/>
              </a:solidFill>
              <a:latin typeface="Arial"/>
              <a:ea typeface="Arial"/>
              <a:cs typeface="Arial"/>
            </a:endParaRPr>
          </a:p>
        </p:txBody>
      </p:sp>
      <p:sp>
        <p:nvSpPr>
          <p:cNvPr id="640" name="Google Shape;640;p67">
            <a:extLst xmlns:a="http://schemas.openxmlformats.org/drawingml/2006/main">
              <a:ext uri="{FF2B5EF4-FFF2-40B4-BE49-F238E27FC236}">
                <a16:creationId xmlns:a16="http://schemas.microsoft.com/office/drawing/2014/main" id="{4FDCC181-E7CA-498A-A9BE-A7544B7891B2}"/>
              </a:ext>
            </a:extLst>
          </p:cNvPr>
          <p:cNvSpPr>
            <a:spLocks xmlns:a="http://schemas.openxmlformats.org/drawingml/2006/main" noGrp="1"/>
          </p:cNvSpPr>
          <p:nvPr/>
        </p:nvSpPr>
        <p:spPr>
          <a:xfrm xmlns:a="http://schemas.openxmlformats.org/drawingml/2006/main">
            <a:off x="8286750" y="3133725"/>
            <a:ext cx="3048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4F8F6"/>
                </a:solidFill>
                <a:latin typeface="Arial"/>
                <a:ea typeface="Arial"/>
                <a:cs typeface="Arial"/>
              </a:rPr>
              <a:t>Apply for KY Medicaid</a:t>
            </a:r>
            <a:endParaRPr sz="1400" b="0" i="0" u="none" strike="noStrike" cap="none">
              <a:solidFill>
                <a:srgbClr val="000000"/>
              </a:solidFill>
              <a:latin typeface="Arial"/>
              <a:ea typeface="Arial"/>
              <a:cs typeface="Arial"/>
            </a:endParaRPr>
          </a:p>
        </p:txBody>
      </p:sp>
      <p:sp>
        <p:nvSpPr>
          <p:cNvPr id="641" name="Google Shape;641;p67">
            <a:extLst xmlns:a="http://schemas.openxmlformats.org/drawingml/2006/main">
              <a:ext uri="{FF2B5EF4-FFF2-40B4-BE49-F238E27FC236}">
                <a16:creationId xmlns:a16="http://schemas.microsoft.com/office/drawing/2014/main" id="{7AF993B9-7791-43F0-B24D-2494F3D65117}"/>
              </a:ext>
            </a:extLst>
          </p:cNvPr>
          <p:cNvSpPr>
            <a:spLocks xmlns:a="http://schemas.openxmlformats.org/drawingml/2006/main" noGrp="1"/>
          </p:cNvSpPr>
          <p:nvPr/>
        </p:nvSpPr>
        <p:spPr>
          <a:xfrm xmlns:a="http://schemas.openxmlformats.org/drawingml/2006/main">
            <a:off x="8286750" y="3457575"/>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0" i="0" u="none" strike="noStrike" cap="none">
                <a:solidFill>
                  <a:srgbClr val="A5C8FF"/>
                </a:solidFill>
                <a:latin typeface="Arial"/>
                <a:ea typeface="Arial"/>
                <a:cs typeface="Arial"/>
              </a:rPr>
              <a:t>Medicaid + forms</a:t>
            </a:r>
            <a:endParaRPr sz="1400" b="0" i="0" u="none" strike="noStrike" cap="none">
              <a:solidFill>
                <a:srgbClr val="000000"/>
              </a:solidFill>
              <a:latin typeface="Arial"/>
              <a:ea typeface="Arial"/>
              <a:cs typeface="Arial"/>
            </a:endParaRPr>
          </a:p>
        </p:txBody>
      </p:sp>
      <p:sp>
        <p:nvSpPr>
          <p:cNvPr id="642" name="Google Shape;642;p67">
            <a:extLst xmlns:a="http://schemas.openxmlformats.org/drawingml/2006/main">
              <a:ext uri="{FF2B5EF4-FFF2-40B4-BE49-F238E27FC236}">
                <a16:creationId xmlns:a16="http://schemas.microsoft.com/office/drawing/2014/main" id="{74628592-288B-4928-9C1B-A8009D13A65C}"/>
              </a:ext>
            </a:extLst>
          </p:cNvPr>
          <p:cNvSpPr>
            <a:spLocks xmlns:a="http://schemas.openxmlformats.org/drawingml/2006/main" noGrp="1"/>
          </p:cNvSpPr>
          <p:nvPr/>
        </p:nvSpPr>
        <p:spPr>
          <a:xfrm xmlns:a="http://schemas.openxmlformats.org/drawingml/2006/main">
            <a:off x="8286750" y="4086225"/>
            <a:ext cx="3048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4F8F6"/>
                </a:solidFill>
                <a:latin typeface="Arial"/>
                <a:ea typeface="Arial"/>
                <a:cs typeface="Arial"/>
              </a:rPr>
              <a:t>Adult optical providers</a:t>
            </a:r>
            <a:endParaRPr sz="1400" b="0" i="0" u="none" strike="noStrike" cap="none">
              <a:solidFill>
                <a:srgbClr val="000000"/>
              </a:solidFill>
              <a:latin typeface="Arial"/>
              <a:ea typeface="Arial"/>
              <a:cs typeface="Arial"/>
            </a:endParaRPr>
          </a:p>
        </p:txBody>
      </p:sp>
      <p:sp>
        <p:nvSpPr>
          <p:cNvPr id="643" name="Google Shape;643;p67">
            <a:extLst xmlns:a="http://schemas.openxmlformats.org/drawingml/2006/main">
              <a:ext uri="{FF2B5EF4-FFF2-40B4-BE49-F238E27FC236}">
                <a16:creationId xmlns:a16="http://schemas.microsoft.com/office/drawing/2014/main" id="{E7AB4E41-E767-4DD6-A91D-8E95D93F47C1}"/>
              </a:ext>
            </a:extLst>
          </p:cNvPr>
          <p:cNvSpPr>
            <a:spLocks xmlns:a="http://schemas.openxmlformats.org/drawingml/2006/main" noGrp="1"/>
          </p:cNvSpPr>
          <p:nvPr/>
        </p:nvSpPr>
        <p:spPr>
          <a:xfrm xmlns:a="http://schemas.openxmlformats.org/drawingml/2006/main">
            <a:off x="8286750" y="4410075"/>
            <a:ext cx="30480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0" i="0" u="none" strike="noStrike" cap="none">
                <a:solidFill>
                  <a:srgbClr val="A5C8FF"/>
                </a:solidFill>
                <a:latin typeface="Arial"/>
                <a:ea typeface="Arial"/>
                <a:cs typeface="Arial"/>
              </a:rPr>
              <a:t>Medicaid + directory</a:t>
            </a:r>
            <a:endParaRPr sz="1400" b="0" i="0" u="none" strike="noStrike" cap="none">
              <a:solidFill>
                <a:srgbClr val="000000"/>
              </a:solidFill>
              <a:latin typeface="Arial"/>
              <a:ea typeface="Arial"/>
              <a:cs typeface="Arial"/>
            </a:endParaRPr>
          </a:p>
        </p:txBody>
      </p:sp>
      <p:cxnSp>
        <p:nvCxnSpPr>
          <p:cNvPr id="644" name="Google Shape;644;p67">
            <a:extLst xmlns:a="http://schemas.openxmlformats.org/drawingml/2006/main">
              <a:ext uri="{FF2B5EF4-FFF2-40B4-BE49-F238E27FC236}">
                <a16:creationId xmlns:a16="http://schemas.microsoft.com/office/drawing/2014/main" id="{47F4B841-837F-4133-BA26-2A25B73B4F21}"/>
              </a:ext>
            </a:extLst>
          </p:cNvPr>
          <p:cNvCxnSpPr/>
          <p:nvPr/>
        </p:nvCxnSpPr>
        <p:spPr>
          <a:xfrm xmlns:a="http://schemas.openxmlformats.org/drawingml/2006/main">
            <a:off x="609600" y="5810250"/>
            <a:ext cx="10972800" cy="0"/>
          </a:xfrm>
          <a:prstGeom xmlns:a="http://schemas.openxmlformats.org/drawingml/2006/main" prst="straightConnector1">
            <a:avLst/>
          </a:prstGeom>
          <a:ln xmlns:a="http://schemas.openxmlformats.org/drawingml/2006/main" w="9525" cap="flat">
            <a:solidFill>
              <a:srgbClr val="29423C"/>
            </a:solidFill>
            <a:prstDash val="solid"/>
            <a:round/>
            <a:headEnd type="none" w="sm" len="sm"/>
            <a:tailEnd type="none" w="sm" len="sm"/>
          </a:ln>
        </p:spPr>
      </p:cxnSp>
      <p:sp>
        <p:nvSpPr>
          <p:cNvPr id="645" name="Google Shape;645;p67">
            <a:extLst xmlns:a="http://schemas.openxmlformats.org/drawingml/2006/main">
              <a:ext uri="{FF2B5EF4-FFF2-40B4-BE49-F238E27FC236}">
                <a16:creationId xmlns:a16="http://schemas.microsoft.com/office/drawing/2014/main" id="{F8409AEC-8B8B-410D-9FEE-83D6896B2DEC}"/>
              </a:ext>
            </a:extLst>
          </p:cNvPr>
          <p:cNvSpPr>
            <a:spLocks xmlns:a="http://schemas.openxmlformats.org/drawingml/2006/main" noGrp="1"/>
          </p:cNvSpPr>
          <p:nvPr/>
        </p:nvSpPr>
        <p:spPr>
          <a:xfrm xmlns:a="http://schemas.openxmlformats.org/drawingml/2006/main">
            <a:off x="609600" y="6019800"/>
            <a:ext cx="10858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FFFFFF"/>
                </a:solidFill>
                <a:latin typeface="Arial"/>
                <a:ea typeface="Arial"/>
                <a:cs typeface="Arial"/>
              </a:rPr>
              <a:t>Recommended architecture: keep one document-type index and attach payer metadata. Add a dedicated Medicaid index only when corpus size or access rules require it.</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598479281"/>
      </p:ext>
    </p:extLst>
  </p:cSld>
</p:sld>
</file>

<file path=ppt/slides/slide83.xml><?xml version="1.0" encoding="utf-8"?>
<p:sld xmlns:p="http://schemas.openxmlformats.org/presentationml/2006/main">
  <p:cSld>
    <p:bg>
      <p:bgPr>
        <a:solidFill xmlns:a="http://schemas.openxmlformats.org/drawingml/2006/main">
          <a:srgbClr val="071512"/>
        </a:solidFill>
      </p:bgPr>
    </p:bg>
    <p:spTree>
      <p:nvGrpSpPr>
        <p:cNvPr id="1" name=""/>
        <p:cNvGrpSpPr/>
        <p:nvPr/>
      </p:nvGrpSpPr>
      <p:grpSpPr>
        <a:xfrm xmlns:a="http://schemas.openxmlformats.org/drawingml/2006/main"/>
      </p:grpSpPr>
      <p:sp>
        <p:nvSpPr>
          <p:cNvPr id="651" name="Google Shape;651;p68">
            <a:extLst xmlns:a="http://schemas.openxmlformats.org/drawingml/2006/main">
              <a:ext uri="{FF2B5EF4-FFF2-40B4-BE49-F238E27FC236}">
                <a16:creationId xmlns:a16="http://schemas.microsoft.com/office/drawing/2014/main" id="{EA138D69-4F95-4A1F-9854-C557B581322D}"/>
              </a:ext>
            </a:extLst>
          </p:cNvPr>
          <p:cNvSpPr>
            <a:spLocks xmlns:a="http://schemas.openxmlformats.org/drawingml/2006/main" noGrp="1"/>
          </p:cNvSpPr>
          <p:nvPr/>
        </p:nvSpPr>
        <p:spPr>
          <a:xfrm xmlns:a="http://schemas.openxmlformats.org/drawingml/2006/main">
            <a:off x="609600" y="457200"/>
            <a:ext cx="10668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50"/>
              <a:buFont typeface="Arial"/>
              <a:buNone/>
            </a:pPr>
            <a:r>
              <a:rPr sz="2250" b="1" i="0" u="none" strike="noStrike" cap="none">
                <a:solidFill>
                  <a:srgbClr val="F4F8F6"/>
                </a:solidFill>
                <a:latin typeface="Arial"/>
                <a:ea typeface="Arial"/>
                <a:cs typeface="Arial"/>
              </a:rPr>
              <a:t>The six document-type clusters</a:t>
            </a:r>
            <a:endParaRPr sz="1400" b="0" i="0" u="none" strike="noStrike" cap="none">
              <a:solidFill>
                <a:srgbClr val="000000"/>
              </a:solidFill>
              <a:latin typeface="Arial"/>
              <a:ea typeface="Arial"/>
              <a:cs typeface="Arial"/>
            </a:endParaRPr>
          </a:p>
        </p:txBody>
      </p:sp>
      <p:sp>
        <p:nvSpPr>
          <p:cNvPr id="652" name="Google Shape;652;p68">
            <a:extLst xmlns:a="http://schemas.openxmlformats.org/drawingml/2006/main">
              <a:ext uri="{FF2B5EF4-FFF2-40B4-BE49-F238E27FC236}">
                <a16:creationId xmlns:a16="http://schemas.microsoft.com/office/drawing/2014/main" id="{9CF6A685-7DAB-4755-8BDE-7A190D9753C6}"/>
              </a:ext>
            </a:extLst>
          </p:cNvPr>
          <p:cNvSpPr>
            <a:spLocks xmlns:a="http://schemas.openxmlformats.org/drawingml/2006/main" noGrp="1"/>
          </p:cNvSpPr>
          <p:nvPr/>
        </p:nvSpPr>
        <p:spPr>
          <a:xfrm xmlns:a="http://schemas.openxmlformats.org/drawingml/2006/main">
            <a:off x="609600" y="1028700"/>
            <a:ext cx="6858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9CB5AD"/>
                </a:solidFill>
                <a:latin typeface="Arial"/>
                <a:ea typeface="Arial"/>
                <a:cs typeface="Arial"/>
              </a:rPr>
              <a:t>Current reference set: 50 documents</a:t>
            </a:r>
            <a:endParaRPr sz="1400" b="0" i="0" u="none" strike="noStrike" cap="none">
              <a:solidFill>
                <a:srgbClr val="000000"/>
              </a:solidFill>
              <a:latin typeface="Arial"/>
              <a:ea typeface="Arial"/>
              <a:cs typeface="Arial"/>
            </a:endParaRPr>
          </a:p>
        </p:txBody>
      </p:sp>
      <p:sp>
        <p:nvSpPr>
          <p:cNvPr id="653" name="Google Shape;653;p68">
            <a:extLst xmlns:a="http://schemas.openxmlformats.org/drawingml/2006/main">
              <a:ext uri="{FF2B5EF4-FFF2-40B4-BE49-F238E27FC236}">
                <a16:creationId xmlns:a16="http://schemas.microsoft.com/office/drawing/2014/main" id="{2B13849C-DCA6-4CF2-80D6-0A04B84507AC}"/>
              </a:ext>
            </a:extLst>
          </p:cNvPr>
          <p:cNvSpPr>
            <a:spLocks xmlns:a="http://schemas.openxmlformats.org/drawingml/2006/main" noGrp="1"/>
          </p:cNvSpPr>
          <p:nvPr/>
        </p:nvSpPr>
        <p:spPr>
          <a:xfrm xmlns:a="http://schemas.openxmlformats.org/drawingml/2006/main">
            <a:off x="609600" y="1800225"/>
            <a:ext cx="76200" cy="400050"/>
          </a:xfrm>
          <a:prstGeom xmlns:a="http://schemas.openxmlformats.org/drawingml/2006/main" prst="rect">
            <a:avLst/>
          </a:prstGeom>
          <a:solidFill xmlns:a="http://schemas.openxmlformats.org/drawingml/2006/main">
            <a:srgbClr val="F2B565"/>
          </a:solidFill>
          <a:ln xmlns:a="http://schemas.openxmlformats.org/drawingml/2006/main" w="9525" cap="flat" cmpd="sng">
            <a:solidFill>
              <a:srgbClr val="F2B565"/>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54" name="Google Shape;654;p68">
            <a:extLst xmlns:a="http://schemas.openxmlformats.org/drawingml/2006/main">
              <a:ext uri="{FF2B5EF4-FFF2-40B4-BE49-F238E27FC236}">
                <a16:creationId xmlns:a16="http://schemas.microsoft.com/office/drawing/2014/main" id="{017365D6-7E76-400C-9564-CD3269C0FB75}"/>
              </a:ext>
            </a:extLst>
          </p:cNvPr>
          <p:cNvSpPr>
            <a:spLocks xmlns:a="http://schemas.openxmlformats.org/drawingml/2006/main" noGrp="1"/>
          </p:cNvSpPr>
          <p:nvPr/>
        </p:nvSpPr>
        <p:spPr>
          <a:xfrm xmlns:a="http://schemas.openxmlformats.org/drawingml/2006/main">
            <a:off x="876300" y="17526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Policy</a:t>
            </a:r>
            <a:endParaRPr sz="1400" b="0" i="0" u="none" strike="noStrike" cap="none">
              <a:solidFill>
                <a:srgbClr val="000000"/>
              </a:solidFill>
              <a:latin typeface="Arial"/>
              <a:ea typeface="Arial"/>
              <a:cs typeface="Arial"/>
            </a:endParaRPr>
          </a:p>
        </p:txBody>
      </p:sp>
      <p:sp>
        <p:nvSpPr>
          <p:cNvPr id="655" name="Google Shape;655;p68">
            <a:extLst xmlns:a="http://schemas.openxmlformats.org/drawingml/2006/main">
              <a:ext uri="{FF2B5EF4-FFF2-40B4-BE49-F238E27FC236}">
                <a16:creationId xmlns:a16="http://schemas.microsoft.com/office/drawing/2014/main" id="{0EF533EA-3807-41C6-A173-AFEF7CCBEB12}"/>
              </a:ext>
            </a:extLst>
          </p:cNvPr>
          <p:cNvSpPr>
            <a:spLocks xmlns:a="http://schemas.openxmlformats.org/drawingml/2006/main" noGrp="1"/>
          </p:cNvSpPr>
          <p:nvPr/>
        </p:nvSpPr>
        <p:spPr>
          <a:xfrm xmlns:a="http://schemas.openxmlformats.org/drawingml/2006/main">
            <a:off x="3390900" y="17716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F2B565"/>
                </a:solidFill>
                <a:latin typeface="Arial"/>
                <a:ea typeface="Arial"/>
                <a:cs typeface="Arial"/>
              </a:rPr>
              <a:t>5 docs</a:t>
            </a:r>
            <a:endParaRPr sz="1400" b="0" i="0" u="none" strike="noStrike" cap="none">
              <a:solidFill>
                <a:srgbClr val="000000"/>
              </a:solidFill>
              <a:latin typeface="Arial"/>
              <a:ea typeface="Arial"/>
              <a:cs typeface="Arial"/>
            </a:endParaRPr>
          </a:p>
        </p:txBody>
      </p:sp>
      <p:sp>
        <p:nvSpPr>
          <p:cNvPr id="656" name="Google Shape;656;p68">
            <a:extLst xmlns:a="http://schemas.openxmlformats.org/drawingml/2006/main">
              <a:ext uri="{FF2B5EF4-FFF2-40B4-BE49-F238E27FC236}">
                <a16:creationId xmlns:a16="http://schemas.microsoft.com/office/drawing/2014/main" id="{CB125ED0-2C95-46C9-8FF4-6C8DFC29C929}"/>
              </a:ext>
            </a:extLst>
          </p:cNvPr>
          <p:cNvSpPr>
            <a:spLocks xmlns:a="http://schemas.openxmlformats.org/drawingml/2006/main" noGrp="1"/>
          </p:cNvSpPr>
          <p:nvPr/>
        </p:nvSpPr>
        <p:spPr>
          <a:xfrm xmlns:a="http://schemas.openxmlformats.org/drawingml/2006/main">
            <a:off x="609600" y="2409825"/>
            <a:ext cx="76200" cy="400050"/>
          </a:xfrm>
          <a:prstGeom xmlns:a="http://schemas.openxmlformats.org/drawingml/2006/main" prst="rect">
            <a:avLst/>
          </a:prstGeom>
          <a:solidFill xmlns:a="http://schemas.openxmlformats.org/drawingml/2006/main">
            <a:srgbClr val="62E6C0"/>
          </a:solidFill>
          <a:ln xmlns:a="http://schemas.openxmlformats.org/drawingml/2006/main" w="9525" cap="flat" cmpd="sng">
            <a:solidFill>
              <a:srgbClr val="62E6C0"/>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57" name="Google Shape;657;p68">
            <a:extLst xmlns:a="http://schemas.openxmlformats.org/drawingml/2006/main">
              <a:ext uri="{FF2B5EF4-FFF2-40B4-BE49-F238E27FC236}">
                <a16:creationId xmlns:a16="http://schemas.microsoft.com/office/drawing/2014/main" id="{31D0DB7F-A49F-42CC-902B-3E933C712A7C}"/>
              </a:ext>
            </a:extLst>
          </p:cNvPr>
          <p:cNvSpPr>
            <a:spLocks xmlns:a="http://schemas.openxmlformats.org/drawingml/2006/main" noGrp="1"/>
          </p:cNvSpPr>
          <p:nvPr/>
        </p:nvSpPr>
        <p:spPr>
          <a:xfrm xmlns:a="http://schemas.openxmlformats.org/drawingml/2006/main">
            <a:off x="876300" y="23622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Clinical guidance</a:t>
            </a:r>
            <a:endParaRPr sz="1400" b="0" i="0" u="none" strike="noStrike" cap="none">
              <a:solidFill>
                <a:srgbClr val="000000"/>
              </a:solidFill>
              <a:latin typeface="Arial"/>
              <a:ea typeface="Arial"/>
              <a:cs typeface="Arial"/>
            </a:endParaRPr>
          </a:p>
        </p:txBody>
      </p:sp>
      <p:sp>
        <p:nvSpPr>
          <p:cNvPr id="658" name="Google Shape;658;p68">
            <a:extLst xmlns:a="http://schemas.openxmlformats.org/drawingml/2006/main">
              <a:ext uri="{FF2B5EF4-FFF2-40B4-BE49-F238E27FC236}">
                <a16:creationId xmlns:a16="http://schemas.microsoft.com/office/drawing/2014/main" id="{A1EDA5E2-F6FF-4080-BE1E-DD0E9236A41F}"/>
              </a:ext>
            </a:extLst>
          </p:cNvPr>
          <p:cNvSpPr>
            <a:spLocks xmlns:a="http://schemas.openxmlformats.org/drawingml/2006/main" noGrp="1"/>
          </p:cNvSpPr>
          <p:nvPr/>
        </p:nvSpPr>
        <p:spPr>
          <a:xfrm xmlns:a="http://schemas.openxmlformats.org/drawingml/2006/main">
            <a:off x="3390900" y="23812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62E6C0"/>
                </a:solidFill>
                <a:latin typeface="Arial"/>
                <a:ea typeface="Arial"/>
                <a:cs typeface="Arial"/>
              </a:rPr>
              <a:t>10 docs</a:t>
            </a:r>
            <a:endParaRPr sz="1400" b="0" i="0" u="none" strike="noStrike" cap="none">
              <a:solidFill>
                <a:srgbClr val="000000"/>
              </a:solidFill>
              <a:latin typeface="Arial"/>
              <a:ea typeface="Arial"/>
              <a:cs typeface="Arial"/>
            </a:endParaRPr>
          </a:p>
        </p:txBody>
      </p:sp>
      <p:sp>
        <p:nvSpPr>
          <p:cNvPr id="659" name="Google Shape;659;p68">
            <a:extLst xmlns:a="http://schemas.openxmlformats.org/drawingml/2006/main">
              <a:ext uri="{FF2B5EF4-FFF2-40B4-BE49-F238E27FC236}">
                <a16:creationId xmlns:a16="http://schemas.microsoft.com/office/drawing/2014/main" id="{05450ECF-D6B3-4B24-B673-4632AA74DE94}"/>
              </a:ext>
            </a:extLst>
          </p:cNvPr>
          <p:cNvSpPr>
            <a:spLocks xmlns:a="http://schemas.openxmlformats.org/drawingml/2006/main" noGrp="1"/>
          </p:cNvSpPr>
          <p:nvPr/>
        </p:nvSpPr>
        <p:spPr>
          <a:xfrm xmlns:a="http://schemas.openxmlformats.org/drawingml/2006/main">
            <a:off x="609600" y="3019425"/>
            <a:ext cx="76200" cy="400050"/>
          </a:xfrm>
          <a:prstGeom xmlns:a="http://schemas.openxmlformats.org/drawingml/2006/main" prst="rect">
            <a:avLst/>
          </a:prstGeom>
          <a:solidFill xmlns:a="http://schemas.openxmlformats.org/drawingml/2006/main">
            <a:srgbClr val="85C7F2"/>
          </a:solidFill>
          <a:ln xmlns:a="http://schemas.openxmlformats.org/drawingml/2006/main" w="9525" cap="flat" cmpd="sng">
            <a:solidFill>
              <a:srgbClr val="85C7F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60" name="Google Shape;660;p68">
            <a:extLst xmlns:a="http://schemas.openxmlformats.org/drawingml/2006/main">
              <a:ext uri="{FF2B5EF4-FFF2-40B4-BE49-F238E27FC236}">
                <a16:creationId xmlns:a16="http://schemas.microsoft.com/office/drawing/2014/main" id="{3F4C109C-1659-4BDF-B1B2-CEBE19529014}"/>
              </a:ext>
            </a:extLst>
          </p:cNvPr>
          <p:cNvSpPr>
            <a:spLocks xmlns:a="http://schemas.openxmlformats.org/drawingml/2006/main" noGrp="1"/>
          </p:cNvSpPr>
          <p:nvPr/>
        </p:nvSpPr>
        <p:spPr>
          <a:xfrm xmlns:a="http://schemas.openxmlformats.org/drawingml/2006/main">
            <a:off x="876300" y="29718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Population health</a:t>
            </a:r>
            <a:endParaRPr sz="1400" b="0" i="0" u="none" strike="noStrike" cap="none">
              <a:solidFill>
                <a:srgbClr val="000000"/>
              </a:solidFill>
              <a:latin typeface="Arial"/>
              <a:ea typeface="Arial"/>
              <a:cs typeface="Arial"/>
            </a:endParaRPr>
          </a:p>
        </p:txBody>
      </p:sp>
      <p:sp>
        <p:nvSpPr>
          <p:cNvPr id="661" name="Google Shape;661;p68">
            <a:extLst xmlns:a="http://schemas.openxmlformats.org/drawingml/2006/main">
              <a:ext uri="{FF2B5EF4-FFF2-40B4-BE49-F238E27FC236}">
                <a16:creationId xmlns:a16="http://schemas.microsoft.com/office/drawing/2014/main" id="{5022607D-D8BA-45D0-92F8-06F9C5BB8C7F}"/>
              </a:ext>
            </a:extLst>
          </p:cNvPr>
          <p:cNvSpPr>
            <a:spLocks xmlns:a="http://schemas.openxmlformats.org/drawingml/2006/main" noGrp="1"/>
          </p:cNvSpPr>
          <p:nvPr/>
        </p:nvSpPr>
        <p:spPr>
          <a:xfrm xmlns:a="http://schemas.openxmlformats.org/drawingml/2006/main">
            <a:off x="3390900" y="29908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85C7F2"/>
                </a:solidFill>
                <a:latin typeface="Arial"/>
                <a:ea typeface="Arial"/>
                <a:cs typeface="Arial"/>
              </a:rPr>
              <a:t>7 docs</a:t>
            </a:r>
            <a:endParaRPr sz="1400" b="0" i="0" u="none" strike="noStrike" cap="none">
              <a:solidFill>
                <a:srgbClr val="000000"/>
              </a:solidFill>
              <a:latin typeface="Arial"/>
              <a:ea typeface="Arial"/>
              <a:cs typeface="Arial"/>
            </a:endParaRPr>
          </a:p>
        </p:txBody>
      </p:sp>
      <p:sp>
        <p:nvSpPr>
          <p:cNvPr id="662" name="Google Shape;662;p68">
            <a:extLst xmlns:a="http://schemas.openxmlformats.org/drawingml/2006/main">
              <a:ext uri="{FF2B5EF4-FFF2-40B4-BE49-F238E27FC236}">
                <a16:creationId xmlns:a16="http://schemas.microsoft.com/office/drawing/2014/main" id="{ED21D2F3-6434-4D14-81D2-A074CB7CEFB5}"/>
              </a:ext>
            </a:extLst>
          </p:cNvPr>
          <p:cNvSpPr>
            <a:spLocks xmlns:a="http://schemas.openxmlformats.org/drawingml/2006/main" noGrp="1"/>
          </p:cNvSpPr>
          <p:nvPr/>
        </p:nvSpPr>
        <p:spPr>
          <a:xfrm xmlns:a="http://schemas.openxmlformats.org/drawingml/2006/main">
            <a:off x="609600" y="3629025"/>
            <a:ext cx="76200" cy="400050"/>
          </a:xfrm>
          <a:prstGeom xmlns:a="http://schemas.openxmlformats.org/drawingml/2006/main" prst="rect">
            <a:avLst/>
          </a:prstGeom>
          <a:solidFill xmlns:a="http://schemas.openxmlformats.org/drawingml/2006/main">
            <a:srgbClr val="C9A7FF"/>
          </a:solidFill>
          <a:ln xmlns:a="http://schemas.openxmlformats.org/drawingml/2006/main" w="9525" cap="flat" cmpd="sng">
            <a:solidFill>
              <a:srgbClr val="C9A7FF"/>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63" name="Google Shape;663;p68">
            <a:extLst xmlns:a="http://schemas.openxmlformats.org/drawingml/2006/main">
              <a:ext uri="{FF2B5EF4-FFF2-40B4-BE49-F238E27FC236}">
                <a16:creationId xmlns:a16="http://schemas.microsoft.com/office/drawing/2014/main" id="{87BAB46B-C005-468C-8BF6-47B3AAE27298}"/>
              </a:ext>
            </a:extLst>
          </p:cNvPr>
          <p:cNvSpPr>
            <a:spLocks xmlns:a="http://schemas.openxmlformats.org/drawingml/2006/main" noGrp="1"/>
          </p:cNvSpPr>
          <p:nvPr/>
        </p:nvSpPr>
        <p:spPr>
          <a:xfrm xmlns:a="http://schemas.openxmlformats.org/drawingml/2006/main">
            <a:off x="876300" y="35814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Benefits research</a:t>
            </a:r>
            <a:endParaRPr sz="1400" b="0" i="0" u="none" strike="noStrike" cap="none">
              <a:solidFill>
                <a:srgbClr val="000000"/>
              </a:solidFill>
              <a:latin typeface="Arial"/>
              <a:ea typeface="Arial"/>
              <a:cs typeface="Arial"/>
            </a:endParaRPr>
          </a:p>
        </p:txBody>
      </p:sp>
      <p:sp>
        <p:nvSpPr>
          <p:cNvPr id="664" name="Google Shape;664;p68">
            <a:extLst xmlns:a="http://schemas.openxmlformats.org/drawingml/2006/main">
              <a:ext uri="{FF2B5EF4-FFF2-40B4-BE49-F238E27FC236}">
                <a16:creationId xmlns:a16="http://schemas.microsoft.com/office/drawing/2014/main" id="{378D3490-A76C-40E8-AD4E-F1F9159E1912}"/>
              </a:ext>
            </a:extLst>
          </p:cNvPr>
          <p:cNvSpPr>
            <a:spLocks xmlns:a="http://schemas.openxmlformats.org/drawingml/2006/main" noGrp="1"/>
          </p:cNvSpPr>
          <p:nvPr/>
        </p:nvSpPr>
        <p:spPr>
          <a:xfrm xmlns:a="http://schemas.openxmlformats.org/drawingml/2006/main">
            <a:off x="3390900" y="36004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C9A7FF"/>
                </a:solidFill>
                <a:latin typeface="Arial"/>
                <a:ea typeface="Arial"/>
                <a:cs typeface="Arial"/>
              </a:rPr>
              <a:t>7 docs</a:t>
            </a:r>
            <a:endParaRPr sz="1400" b="0" i="0" u="none" strike="noStrike" cap="none">
              <a:solidFill>
                <a:srgbClr val="000000"/>
              </a:solidFill>
              <a:latin typeface="Arial"/>
              <a:ea typeface="Arial"/>
              <a:cs typeface="Arial"/>
            </a:endParaRPr>
          </a:p>
        </p:txBody>
      </p:sp>
      <p:sp>
        <p:nvSpPr>
          <p:cNvPr id="665" name="Google Shape;665;p68">
            <a:extLst xmlns:a="http://schemas.openxmlformats.org/drawingml/2006/main">
              <a:ext uri="{FF2B5EF4-FFF2-40B4-BE49-F238E27FC236}">
                <a16:creationId xmlns:a16="http://schemas.microsoft.com/office/drawing/2014/main" id="{BCCF94CE-5254-47A7-9605-5DA6DAEDF011}"/>
              </a:ext>
            </a:extLst>
          </p:cNvPr>
          <p:cNvSpPr>
            <a:spLocks xmlns:a="http://schemas.openxmlformats.org/drawingml/2006/main" noGrp="1"/>
          </p:cNvSpPr>
          <p:nvPr/>
        </p:nvSpPr>
        <p:spPr>
          <a:xfrm xmlns:a="http://schemas.openxmlformats.org/drawingml/2006/main">
            <a:off x="609600" y="4238625"/>
            <a:ext cx="76200" cy="400050"/>
          </a:xfrm>
          <a:prstGeom xmlns:a="http://schemas.openxmlformats.org/drawingml/2006/main" prst="rect">
            <a:avLst/>
          </a:prstGeom>
          <a:solidFill xmlns:a="http://schemas.openxmlformats.org/drawingml/2006/main">
            <a:srgbClr val="FF9E9E"/>
          </a:solidFill>
          <a:ln xmlns:a="http://schemas.openxmlformats.org/drawingml/2006/main" w="9525" cap="flat" cmpd="sng">
            <a:solidFill>
              <a:srgbClr val="FF9E9E"/>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66" name="Google Shape;666;p68">
            <a:extLst xmlns:a="http://schemas.openxmlformats.org/drawingml/2006/main">
              <a:ext uri="{FF2B5EF4-FFF2-40B4-BE49-F238E27FC236}">
                <a16:creationId xmlns:a16="http://schemas.microsoft.com/office/drawing/2014/main" id="{43179A58-8560-42F2-875F-83287CD27AD5}"/>
              </a:ext>
            </a:extLst>
          </p:cNvPr>
          <p:cNvSpPr>
            <a:spLocks xmlns:a="http://schemas.openxmlformats.org/drawingml/2006/main" noGrp="1"/>
          </p:cNvSpPr>
          <p:nvPr/>
        </p:nvSpPr>
        <p:spPr>
          <a:xfrm xmlns:a="http://schemas.openxmlformats.org/drawingml/2006/main">
            <a:off x="876300" y="41910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Forms &amp; directory</a:t>
            </a:r>
            <a:endParaRPr sz="1400" b="0" i="0" u="none" strike="noStrike" cap="none">
              <a:solidFill>
                <a:srgbClr val="000000"/>
              </a:solidFill>
              <a:latin typeface="Arial"/>
              <a:ea typeface="Arial"/>
              <a:cs typeface="Arial"/>
            </a:endParaRPr>
          </a:p>
        </p:txBody>
      </p:sp>
      <p:sp>
        <p:nvSpPr>
          <p:cNvPr id="667" name="Google Shape;667;p68">
            <a:extLst xmlns:a="http://schemas.openxmlformats.org/drawingml/2006/main">
              <a:ext uri="{FF2B5EF4-FFF2-40B4-BE49-F238E27FC236}">
                <a16:creationId xmlns:a16="http://schemas.microsoft.com/office/drawing/2014/main" id="{0580E379-7A6C-4215-8FAE-79F2E5E77A57}"/>
              </a:ext>
            </a:extLst>
          </p:cNvPr>
          <p:cNvSpPr>
            <a:spLocks xmlns:a="http://schemas.openxmlformats.org/drawingml/2006/main" noGrp="1"/>
          </p:cNvSpPr>
          <p:nvPr/>
        </p:nvSpPr>
        <p:spPr>
          <a:xfrm xmlns:a="http://schemas.openxmlformats.org/drawingml/2006/main">
            <a:off x="3390900" y="42100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FF9E9E"/>
                </a:solidFill>
                <a:latin typeface="Arial"/>
                <a:ea typeface="Arial"/>
                <a:cs typeface="Arial"/>
              </a:rPr>
              <a:t>7 docs</a:t>
            </a:r>
            <a:endParaRPr sz="1400" b="0" i="0" u="none" strike="noStrike" cap="none">
              <a:solidFill>
                <a:srgbClr val="000000"/>
              </a:solidFill>
              <a:latin typeface="Arial"/>
              <a:ea typeface="Arial"/>
              <a:cs typeface="Arial"/>
            </a:endParaRPr>
          </a:p>
        </p:txBody>
      </p:sp>
      <p:sp>
        <p:nvSpPr>
          <p:cNvPr id="668" name="Google Shape;668;p68">
            <a:extLst xmlns:a="http://schemas.openxmlformats.org/drawingml/2006/main">
              <a:ext uri="{FF2B5EF4-FFF2-40B4-BE49-F238E27FC236}">
                <a16:creationId xmlns:a16="http://schemas.microsoft.com/office/drawing/2014/main" id="{453A12EF-C86E-406C-86E8-E4C4FA178396}"/>
              </a:ext>
            </a:extLst>
          </p:cNvPr>
          <p:cNvSpPr>
            <a:spLocks xmlns:a="http://schemas.openxmlformats.org/drawingml/2006/main" noGrp="1"/>
          </p:cNvSpPr>
          <p:nvPr/>
        </p:nvSpPr>
        <p:spPr>
          <a:xfrm xmlns:a="http://schemas.openxmlformats.org/drawingml/2006/main">
            <a:off x="609600" y="4848225"/>
            <a:ext cx="76200" cy="400050"/>
          </a:xfrm>
          <a:prstGeom xmlns:a="http://schemas.openxmlformats.org/drawingml/2006/main" prst="rect">
            <a:avLst/>
          </a:prstGeom>
          <a:solidFill xmlns:a="http://schemas.openxmlformats.org/drawingml/2006/main">
            <a:srgbClr val="D2E66A"/>
          </a:solidFill>
          <a:ln xmlns:a="http://schemas.openxmlformats.org/drawingml/2006/main" w="9525" cap="flat" cmpd="sng">
            <a:solidFill>
              <a:srgbClr val="D2E66A"/>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669" name="Google Shape;669;p68">
            <a:extLst xmlns:a="http://schemas.openxmlformats.org/drawingml/2006/main">
              <a:ext uri="{FF2B5EF4-FFF2-40B4-BE49-F238E27FC236}">
                <a16:creationId xmlns:a16="http://schemas.microsoft.com/office/drawing/2014/main" id="{6E1083A2-AD53-48E5-A438-D9E0641AC229}"/>
              </a:ext>
            </a:extLst>
          </p:cNvPr>
          <p:cNvSpPr>
            <a:spLocks xmlns:a="http://schemas.openxmlformats.org/drawingml/2006/main" noGrp="1"/>
          </p:cNvSpPr>
          <p:nvPr/>
        </p:nvSpPr>
        <p:spPr>
          <a:xfrm xmlns:a="http://schemas.openxmlformats.org/drawingml/2006/main">
            <a:off x="876300" y="48006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F4F8F6"/>
                </a:solidFill>
                <a:latin typeface="Arial"/>
                <a:ea typeface="Arial"/>
                <a:cs typeface="Arial"/>
              </a:rPr>
              <a:t>Research</a:t>
            </a:r>
            <a:endParaRPr sz="1400" b="0" i="0" u="none" strike="noStrike" cap="none">
              <a:solidFill>
                <a:srgbClr val="000000"/>
              </a:solidFill>
              <a:latin typeface="Arial"/>
              <a:ea typeface="Arial"/>
              <a:cs typeface="Arial"/>
            </a:endParaRPr>
          </a:p>
        </p:txBody>
      </p:sp>
      <p:sp>
        <p:nvSpPr>
          <p:cNvPr id="670" name="Google Shape;670;p68">
            <a:extLst xmlns:a="http://schemas.openxmlformats.org/drawingml/2006/main">
              <a:ext uri="{FF2B5EF4-FFF2-40B4-BE49-F238E27FC236}">
                <a16:creationId xmlns:a16="http://schemas.microsoft.com/office/drawing/2014/main" id="{5CDBB55A-300D-438E-9A83-EEAE7B24DDA4}"/>
              </a:ext>
            </a:extLst>
          </p:cNvPr>
          <p:cNvSpPr>
            <a:spLocks xmlns:a="http://schemas.openxmlformats.org/drawingml/2006/main" noGrp="1"/>
          </p:cNvSpPr>
          <p:nvPr/>
        </p:nvSpPr>
        <p:spPr>
          <a:xfrm xmlns:a="http://schemas.openxmlformats.org/drawingml/2006/main">
            <a:off x="3390900" y="4819650"/>
            <a:ext cx="857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D2E66A"/>
                </a:solidFill>
                <a:latin typeface="Arial"/>
                <a:ea typeface="Arial"/>
                <a:cs typeface="Arial"/>
              </a:rPr>
              <a:t>14 docs</a:t>
            </a:r>
            <a:endParaRPr sz="1400" b="0" i="0" u="none" strike="noStrike" cap="none">
              <a:solidFill>
                <a:srgbClr val="000000"/>
              </a:solidFill>
              <a:latin typeface="Arial"/>
              <a:ea typeface="Arial"/>
              <a:cs typeface="Arial"/>
            </a:endParaRPr>
          </a:p>
        </p:txBody>
      </p:sp>
      <p:cxnSp>
        <p:nvCxnSpPr>
          <p:cNvPr id="671" name="Google Shape;671;p68">
            <a:extLst xmlns:a="http://schemas.openxmlformats.org/drawingml/2006/main">
              <a:ext uri="{FF2B5EF4-FFF2-40B4-BE49-F238E27FC236}">
                <a16:creationId xmlns:a16="http://schemas.microsoft.com/office/drawing/2014/main" id="{63ED6CDB-ABA4-44A8-8FFE-11A14E8D8CB9}"/>
              </a:ext>
            </a:extLst>
          </p:cNvPr>
          <p:cNvCxnSpPr/>
          <p:nvPr/>
        </p:nvCxnSpPr>
        <p:spPr>
          <a:xfrm xmlns:a="http://schemas.openxmlformats.org/drawingml/2006/main">
            <a:off x="4800600" y="1695450"/>
            <a:ext cx="0" cy="3581400"/>
          </a:xfrm>
          <a:prstGeom xmlns:a="http://schemas.openxmlformats.org/drawingml/2006/main" prst="straightConnector1">
            <a:avLst/>
          </a:prstGeom>
          <a:ln xmlns:a="http://schemas.openxmlformats.org/drawingml/2006/main" w="14275" cap="flat">
            <a:solidFill>
              <a:srgbClr val="29423C"/>
            </a:solidFill>
            <a:prstDash val="solid"/>
            <a:round/>
            <a:headEnd type="none" w="sm" len="sm"/>
            <a:tailEnd type="none" w="sm" len="sm"/>
          </a:ln>
        </p:spPr>
      </p:cxnSp>
      <p:sp>
        <p:nvSpPr>
          <p:cNvPr id="672" name="Google Shape;672;p68">
            <a:extLst xmlns:a="http://schemas.openxmlformats.org/drawingml/2006/main">
              <a:ext uri="{FF2B5EF4-FFF2-40B4-BE49-F238E27FC236}">
                <a16:creationId xmlns:a16="http://schemas.microsoft.com/office/drawing/2014/main" id="{C7EC9312-273B-473E-9986-36F20E9244B2}"/>
              </a:ext>
            </a:extLst>
          </p:cNvPr>
          <p:cNvSpPr>
            <a:spLocks xmlns:a="http://schemas.openxmlformats.org/drawingml/2006/main" noGrp="1"/>
          </p:cNvSpPr>
          <p:nvPr/>
        </p:nvSpPr>
        <p:spPr>
          <a:xfrm xmlns:a="http://schemas.openxmlformats.org/drawingml/2006/main">
            <a:off x="5410200" y="1752600"/>
            <a:ext cx="5905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FFFFFF"/>
                </a:solidFill>
                <a:latin typeface="Arial"/>
                <a:ea typeface="Arial"/>
                <a:cs typeface="Arial"/>
              </a:rPr>
              <a:t>Why don’t we make Medicaid a cluster?</a:t>
            </a:r>
            <a:endParaRPr sz="1400" b="0" i="0" u="none" strike="noStrike" cap="none">
              <a:solidFill>
                <a:srgbClr val="000000"/>
              </a:solidFill>
              <a:latin typeface="Arial"/>
              <a:ea typeface="Arial"/>
              <a:cs typeface="Arial"/>
            </a:endParaRPr>
          </a:p>
        </p:txBody>
      </p:sp>
      <p:sp>
        <p:nvSpPr>
          <p:cNvPr id="673" name="Google Shape;673;p68">
            <a:extLst xmlns:a="http://schemas.openxmlformats.org/drawingml/2006/main">
              <a:ext uri="{FF2B5EF4-FFF2-40B4-BE49-F238E27FC236}">
                <a16:creationId xmlns:a16="http://schemas.microsoft.com/office/drawing/2014/main" id="{42E7B65C-DF2F-44F5-B3F7-99CA47270672}"/>
              </a:ext>
            </a:extLst>
          </p:cNvPr>
          <p:cNvSpPr>
            <a:spLocks xmlns:a="http://schemas.openxmlformats.org/drawingml/2006/main" noGrp="1"/>
          </p:cNvSpPr>
          <p:nvPr/>
        </p:nvSpPr>
        <p:spPr>
          <a:xfrm xmlns:a="http://schemas.openxmlformats.org/drawingml/2006/main">
            <a:off x="5410200" y="2571750"/>
            <a:ext cx="56197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1" i="0" u="none" strike="noStrike" cap="none">
                <a:solidFill>
                  <a:srgbClr val="B7CEC7"/>
                </a:solidFill>
                <a:latin typeface="Arial"/>
                <a:ea typeface="Arial"/>
                <a:cs typeface="Arial"/>
              </a:rPr>
              <a:t>A Medicaid cluster would mix very different material:</a:t>
            </a:r>
            <a:endParaRPr sz="1400" b="0" i="0" u="none" strike="noStrike" cap="none">
              <a:solidFill>
                <a:srgbClr val="000000"/>
              </a:solidFill>
              <a:latin typeface="Arial"/>
              <a:ea typeface="Arial"/>
              <a:cs typeface="Arial"/>
            </a:endParaRPr>
          </a:p>
        </p:txBody>
      </p:sp>
      <p:sp>
        <p:nvSpPr>
          <p:cNvPr id="674" name="Google Shape;674;p68">
            <a:extLst xmlns:a="http://schemas.openxmlformats.org/drawingml/2006/main">
              <a:ext uri="{FF2B5EF4-FFF2-40B4-BE49-F238E27FC236}">
                <a16:creationId xmlns:a16="http://schemas.microsoft.com/office/drawing/2014/main" id="{80DB4C28-5C8F-4247-B563-EE281F58EB73}"/>
              </a:ext>
            </a:extLst>
          </p:cNvPr>
          <p:cNvSpPr>
            <a:spLocks xmlns:a="http://schemas.openxmlformats.org/drawingml/2006/main" noGrp="1"/>
          </p:cNvSpPr>
          <p:nvPr/>
        </p:nvSpPr>
        <p:spPr>
          <a:xfrm xmlns:a="http://schemas.openxmlformats.org/drawingml/2006/main">
            <a:off x="5410200" y="3114675"/>
            <a:ext cx="152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62E6C0"/>
                </a:solidFill>
                <a:latin typeface="Arial"/>
                <a:ea typeface="Arial"/>
                <a:cs typeface="Arial"/>
              </a:rPr>
              <a:t>EXAMPLES</a:t>
            </a:r>
            <a:endParaRPr sz="1400" b="0" i="0" u="none" strike="noStrike" cap="none">
              <a:solidFill>
                <a:srgbClr val="000000"/>
              </a:solidFill>
              <a:latin typeface="Arial"/>
              <a:ea typeface="Arial"/>
              <a:cs typeface="Arial"/>
            </a:endParaRPr>
          </a:p>
        </p:txBody>
      </p:sp>
      <p:sp>
        <p:nvSpPr>
          <p:cNvPr id="675" name="Google Shape;675;p68">
            <a:extLst xmlns:a="http://schemas.openxmlformats.org/drawingml/2006/main">
              <a:ext uri="{FF2B5EF4-FFF2-40B4-BE49-F238E27FC236}">
                <a16:creationId xmlns:a16="http://schemas.microsoft.com/office/drawing/2014/main" id="{60259814-D7D1-476C-9393-8F7D2DA3E34D}"/>
              </a:ext>
            </a:extLst>
          </p:cNvPr>
          <p:cNvSpPr>
            <a:spLocks xmlns:a="http://schemas.openxmlformats.org/drawingml/2006/main" noGrp="1"/>
          </p:cNvSpPr>
          <p:nvPr/>
        </p:nvSpPr>
        <p:spPr>
          <a:xfrm xmlns:a="http://schemas.openxmlformats.org/drawingml/2006/main">
            <a:off x="5410200" y="3429000"/>
            <a:ext cx="5810250"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63"/>
              <a:buFont typeface="Arial"/>
              <a:buNone/>
            </a:pPr>
            <a:r>
              <a:rPr sz="1163" b="0" i="0" u="none" strike="noStrike" cap="none">
                <a:solidFill>
                  <a:srgbClr val="F4F8F6"/>
                </a:solidFill>
                <a:latin typeface="Arial"/>
                <a:ea typeface="Arial"/>
                <a:cs typeface="Arial"/>
              </a:rPr>
              <a:t>• Kentucky prior-authorization criteria  →  policy</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63"/>
              <a:buFont typeface="Arial"/>
              <a:buNone/>
            </a:pPr>
            <a:r>
              <a:rPr sz="1163" b="0" i="0" u="none" strike="noStrike" cap="none">
                <a:solidFill>
                  <a:srgbClr val="F4F8F6"/>
                </a:solidFill>
                <a:latin typeface="Arial"/>
                <a:ea typeface="Arial"/>
                <a:cs typeface="Arial"/>
              </a:rPr>
              <a:t>• TennCare preferred drug list  →  policy</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63"/>
              <a:buFont typeface="Arial"/>
              <a:buNone/>
            </a:pPr>
            <a:r>
              <a:rPr sz="1163" b="0" i="0" u="none" strike="noStrike" cap="none">
                <a:solidFill>
                  <a:srgbClr val="F4F8F6"/>
                </a:solidFill>
                <a:latin typeface="Arial"/>
                <a:ea typeface="Arial"/>
                <a:cs typeface="Arial"/>
              </a:rPr>
              <a:t>• Kentucky Medicaid application  →  forms_directory</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63"/>
              <a:buFont typeface="Arial"/>
              <a:buNone/>
            </a:pPr>
            <a:r>
              <a:rPr sz="1163" b="0" i="0" u="none" strike="noStrike" cap="none">
                <a:solidFill>
                  <a:srgbClr val="F4F8F6"/>
                </a:solidFill>
                <a:latin typeface="Arial"/>
                <a:ea typeface="Arial"/>
                <a:cs typeface="Arial"/>
              </a:rPr>
              <a:t>• Washington Medicaid optical providers  →  forms_directory</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163"/>
              <a:buFont typeface="Arial"/>
              <a:buNone/>
            </a:pPr>
            <a:r>
              <a:rPr sz="1163" b="0" i="0" u="none" strike="noStrike" cap="none">
                <a:solidFill>
                  <a:srgbClr val="F4F8F6"/>
                </a:solidFill>
                <a:latin typeface="Arial"/>
                <a:ea typeface="Arial"/>
                <a:cs typeface="Arial"/>
              </a:rPr>
              <a:t>• Medicaid utilization research  →  research</a:t>
            </a:r>
            <a:endParaRPr sz="1400" b="0" i="0" u="none" strike="noStrike" cap="none">
              <a:solidFill>
                <a:srgbClr val="000000"/>
              </a:solidFill>
              <a:latin typeface="Arial"/>
              <a:ea typeface="Arial"/>
              <a:cs typeface="Arial"/>
            </a:endParaRPr>
          </a:p>
        </p:txBody>
      </p:sp>
      <p:cxnSp>
        <p:nvCxnSpPr>
          <p:cNvPr id="676" name="Google Shape;676;p68">
            <a:extLst xmlns:a="http://schemas.openxmlformats.org/drawingml/2006/main">
              <a:ext uri="{FF2B5EF4-FFF2-40B4-BE49-F238E27FC236}">
                <a16:creationId xmlns:a16="http://schemas.microsoft.com/office/drawing/2014/main" id="{5DB3C8EA-0333-4F64-B373-5438A32EA6B1}"/>
              </a:ext>
            </a:extLst>
          </p:cNvPr>
          <p:cNvCxnSpPr/>
          <p:nvPr/>
        </p:nvCxnSpPr>
        <p:spPr>
          <a:xfrm xmlns:a="http://schemas.openxmlformats.org/drawingml/2006/main">
            <a:off x="609600" y="5810250"/>
            <a:ext cx="10972800" cy="0"/>
          </a:xfrm>
          <a:prstGeom xmlns:a="http://schemas.openxmlformats.org/drawingml/2006/main" prst="straightConnector1">
            <a:avLst/>
          </a:prstGeom>
          <a:ln xmlns:a="http://schemas.openxmlformats.org/drawingml/2006/main" w="9525" cap="flat">
            <a:solidFill>
              <a:srgbClr val="29423C"/>
            </a:solidFill>
            <a:prstDash val="solid"/>
            <a:round/>
            <a:headEnd type="none" w="sm" len="sm"/>
            <a:tailEnd type="none" w="sm" len="sm"/>
          </a:ln>
        </p:spPr>
      </p:cxnSp>
      <p:sp>
        <p:nvSpPr>
          <p:cNvPr id="677" name="Google Shape;677;p68">
            <a:extLst xmlns:a="http://schemas.openxmlformats.org/drawingml/2006/main">
              <a:ext uri="{FF2B5EF4-FFF2-40B4-BE49-F238E27FC236}">
                <a16:creationId xmlns:a16="http://schemas.microsoft.com/office/drawing/2014/main" id="{5628ACE2-ECEF-4E38-B9FB-EC95E7411D1B}"/>
              </a:ext>
            </a:extLst>
          </p:cNvPr>
          <p:cNvSpPr>
            <a:spLocks xmlns:a="http://schemas.openxmlformats.org/drawingml/2006/main" noGrp="1"/>
          </p:cNvSpPr>
          <p:nvPr/>
        </p:nvSpPr>
        <p:spPr>
          <a:xfrm xmlns:a="http://schemas.openxmlformats.org/drawingml/2006/main">
            <a:off x="609600" y="6048375"/>
            <a:ext cx="108585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1" i="0" u="none" strike="noStrike" cap="none">
                <a:solidFill>
                  <a:srgbClr val="62E6C0"/>
                </a:solidFill>
                <a:latin typeface="Arial"/>
                <a:ea typeface="Arial"/>
                <a:cs typeface="Arial"/>
              </a:rPr>
              <a:t>Use Medicaid as a payer filter, then route by document type.</a:t>
            </a:r>
            <a:endParaRPr sz="1400" b="0" i="0" u="none" strike="noStrike" cap="none">
              <a:solidFill>
                <a:srgbClr val="000000"/>
              </a:solidFill>
              <a:latin typeface="Arial"/>
              <a:ea typeface="Arial"/>
              <a:cs typeface="Arial"/>
            </a:endParaRPr>
          </a:p>
        </p:txBody>
      </p:sp>
      <p:sp>
        <p:nvSpPr>
          <p:cNvPr id="678" name="Google Shape;678;p68">
            <a:extLst xmlns:a="http://schemas.openxmlformats.org/drawingml/2006/main">
              <a:ext uri="{FF2B5EF4-FFF2-40B4-BE49-F238E27FC236}">
                <a16:creationId xmlns:a16="http://schemas.microsoft.com/office/drawing/2014/main" id="{0B0287BE-1B4D-4DB1-B0BA-5EB8DED37C89}"/>
              </a:ext>
            </a:extLst>
          </p:cNvPr>
          <p:cNvSpPr>
            <a:spLocks xmlns:a="http://schemas.openxmlformats.org/drawingml/2006/main" noGrp="1"/>
          </p:cNvSpPr>
          <p:nvPr/>
        </p:nvSpPr>
        <p:spPr>
          <a:xfrm xmlns:a="http://schemas.openxmlformats.org/drawingml/2006/main">
            <a:off x="5410200" y="5000625"/>
            <a:ext cx="581025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1" i="0" u="none" strike="noStrike" cap="none">
                <a:solidFill>
                  <a:srgbClr val="F2B565"/>
                </a:solidFill>
                <a:latin typeface="Arial"/>
                <a:ea typeface="Arial"/>
                <a:cs typeface="Arial"/>
              </a:rPr>
              <a:t>Putting everything into one Medicaid cluster could reduce retrieval precision.</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003767454"/>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684" name="Google Shape;684;p69">
            <a:extLst xmlns:a="http://schemas.openxmlformats.org/drawingml/2006/main">
              <a:ext uri="{FF2B5EF4-FFF2-40B4-BE49-F238E27FC236}">
                <a16:creationId xmlns:a16="http://schemas.microsoft.com/office/drawing/2014/main" id="{26EFFF97-A0AF-4336-952F-358442C57C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Production pattern: the GEHA dental chatbot</a:t>
            </a:r>
            <a:endParaRPr/>
          </a:p>
        </p:txBody>
      </p:sp>
    </p:spTree>
    <p:extLst>
      <p:ext uri="{BB962C8B-B14F-4D97-AF65-F5344CB8AC3E}">
        <p14:creationId xmlns:p14="http://schemas.microsoft.com/office/powerpoint/2010/main" val="1712362139"/>
      </p:ext>
    </p:extLst>
  </p:cSld>
</p:sld>
</file>

<file path=ppt/slides/slide85.xml><?xml version="1.0" encoding="utf-8"?>
<p:sld xmlns:p="http://schemas.openxmlformats.org/presentationml/2006/main">
  <p:cSld>
    <p:spTree>
      <p:nvGrpSpPr>
        <p:cNvPr id="1" name=""/>
        <p:cNvGrpSpPr/>
        <p:nvPr/>
      </p:nvGrpSpPr>
      <p:grpSpPr>
        <a:xfrm xmlns:a="http://schemas.openxmlformats.org/drawingml/2006/main"/>
      </p:grpSpPr>
      <p:pic>
        <p:nvPicPr>
          <p:cNvPr id="690" name="Google Shape;690;p70">
            <a:extLst xmlns:a="http://schemas.openxmlformats.org/drawingml/2006/main">
              <a:ext uri="{FF2B5EF4-FFF2-40B4-BE49-F238E27FC236}">
                <a16:creationId xmlns:a16="http://schemas.microsoft.com/office/drawing/2014/main" id="{F2258A07-2CE6-4944-AF26-4F1BF21EE7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183e331d7842d9">
            <a:alphaModFix/>
          </a:blip>
          <a:srcRect xmlns:a="http://schemas.openxmlformats.org/drawingml/2006/main" l="0" t="0" r="0" b="0"/>
          <a:stretch xmlns:a="http://schemas.openxmlformats.org/drawingml/2006/main"/>
        </p:blipFill>
        <p:spPr>
          <a:xfrm xmlns:a="http://schemas.openxmlformats.org/drawingml/2006/main">
            <a:off x="152400" y="152400"/>
            <a:ext cx="11887202" cy="5690682"/>
          </a:xfrm>
          <a:prstGeom xmlns:a="http://schemas.openxmlformats.org/drawingml/2006/main" prst="rect">
            <a:avLst/>
          </a:prstGeom>
          <a:ln xmlns:a="http://schemas.openxmlformats.org/drawingml/2006/main">
            <a:noFill/>
          </a:ln>
        </p:spPr>
      </p:pic>
      <p:sp>
        <p:nvSpPr>
          <p:cNvPr id="691" name="Google Shape;691;p70">
            <a:extLst xmlns:a="http://schemas.openxmlformats.org/drawingml/2006/main">
              <a:ext uri="{FF2B5EF4-FFF2-40B4-BE49-F238E27FC236}">
                <a16:creationId xmlns:a16="http://schemas.microsoft.com/office/drawing/2014/main" id="{EBC60FDF-764E-4F51-A051-5F116916F53A}"/>
              </a:ext>
            </a:extLst>
          </p:cNvPr>
          <p:cNvSpPr>
            <a:spLocks xmlns:a="http://schemas.openxmlformats.org/drawingml/2006/main" noGrp="1"/>
          </p:cNvSpPr>
          <p:nvPr/>
        </p:nvSpPr>
        <p:spPr>
          <a:xfrm xmlns:a="http://schemas.openxmlformats.org/drawingml/2006/main">
            <a:off x="2826600" y="5843075"/>
            <a:ext cx="5338200" cy="8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t>Most build a vector/bm25 index and expect an dental enrollment chatbot to work. It will never work. Start </a:t>
            </a:r>
            <a:r>
              <a:t>with</a:t>
            </a:r>
            <a:r>
              <a:t> state then lookup plan code. </a:t>
            </a:r>
            <a:endParaRPr/>
          </a:p>
        </p:txBody>
      </p:sp>
    </p:spTree>
    <p:extLst>
      <p:ext uri="{BB962C8B-B14F-4D97-AF65-F5344CB8AC3E}">
        <p14:creationId xmlns:p14="http://schemas.microsoft.com/office/powerpoint/2010/main" val="490805528"/>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pic>
        <p:nvPicPr>
          <p:cNvPr id="697" name="Google Shape;697;p71">
            <a:extLst xmlns:a="http://schemas.openxmlformats.org/drawingml/2006/main">
              <a:ext uri="{FF2B5EF4-FFF2-40B4-BE49-F238E27FC236}">
                <a16:creationId xmlns:a16="http://schemas.microsoft.com/office/drawing/2014/main" id="{1B708009-47C0-40C8-AE67-5CC9160382D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e0ddfdd16cb4f9f">
            <a:alphaModFix/>
          </a:blip>
          <a:srcRect xmlns:a="http://schemas.openxmlformats.org/drawingml/2006/main" l="0" t="0" r="0" b="0"/>
          <a:stretch xmlns:a="http://schemas.openxmlformats.org/drawingml/2006/main"/>
        </p:blipFill>
        <p:spPr>
          <a:xfrm xmlns:a="http://schemas.openxmlformats.org/drawingml/2006/main">
            <a:off x="152400" y="152400"/>
            <a:ext cx="11468102"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23101420"/>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pic>
        <p:nvPicPr>
          <p:cNvPr id="703" name="Google Shape;703;p72">
            <a:extLst xmlns:a="http://schemas.openxmlformats.org/drawingml/2006/main">
              <a:ext uri="{FF2B5EF4-FFF2-40B4-BE49-F238E27FC236}">
                <a16:creationId xmlns:a16="http://schemas.microsoft.com/office/drawing/2014/main" id="{1EB843D9-61B0-4423-B536-2C65EF1518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c1f7d85e12e4348">
            <a:alphaModFix/>
          </a:blip>
          <a:srcRect xmlns:a="http://schemas.openxmlformats.org/drawingml/2006/main" l="0" t="0" r="0" b="0"/>
          <a:stretch xmlns:a="http://schemas.openxmlformats.org/drawingml/2006/main"/>
        </p:blipFill>
        <p:spPr>
          <a:xfrm xmlns:a="http://schemas.openxmlformats.org/drawingml/2006/main">
            <a:off x="152400" y="152400"/>
            <a:ext cx="9996408"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90615000"/>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pic>
        <p:nvPicPr>
          <p:cNvPr id="709" name="Google Shape;709;p73">
            <a:extLst xmlns:a="http://schemas.openxmlformats.org/drawingml/2006/main">
              <a:ext uri="{FF2B5EF4-FFF2-40B4-BE49-F238E27FC236}">
                <a16:creationId xmlns:a16="http://schemas.microsoft.com/office/drawing/2014/main" id="{1BEE1F70-DE43-4AE6-BD51-B030BAA6E53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00d0babf66448d2">
            <a:alphaModFix/>
          </a:blip>
          <a:srcRect xmlns:a="http://schemas.openxmlformats.org/drawingml/2006/main" l="0" t="0" r="0" b="0"/>
          <a:stretch xmlns:a="http://schemas.openxmlformats.org/drawingml/2006/main"/>
        </p:blipFill>
        <p:spPr>
          <a:xfrm xmlns:a="http://schemas.openxmlformats.org/drawingml/2006/main">
            <a:off x="152400" y="152400"/>
            <a:ext cx="11887200" cy="609219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780437182"/>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pic>
        <p:nvPicPr>
          <p:cNvPr id="715" name="Google Shape;715;p74">
            <a:extLst xmlns:a="http://schemas.openxmlformats.org/drawingml/2006/main">
              <a:ext uri="{FF2B5EF4-FFF2-40B4-BE49-F238E27FC236}">
                <a16:creationId xmlns:a16="http://schemas.microsoft.com/office/drawing/2014/main" id="{AD8DCDF2-CD0E-48E4-A2DF-9D386D0FD68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f0895f1810415e">
            <a:alphaModFix/>
          </a:blip>
          <a:srcRect xmlns:a="http://schemas.openxmlformats.org/drawingml/2006/main" l="0" t="0" r="0" b="0"/>
          <a:stretch xmlns:a="http://schemas.openxmlformats.org/drawingml/2006/main"/>
        </p:blipFill>
        <p:spPr>
          <a:xfrm xmlns:a="http://schemas.openxmlformats.org/drawingml/2006/main">
            <a:off x="152400" y="152400"/>
            <a:ext cx="10922000"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94627346"/>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pic>
        <p:nvPicPr>
          <p:cNvPr id="721" name="Google Shape;721;p75">
            <a:extLst xmlns:a="http://schemas.openxmlformats.org/drawingml/2006/main">
              <a:ext uri="{FF2B5EF4-FFF2-40B4-BE49-F238E27FC236}">
                <a16:creationId xmlns:a16="http://schemas.microsoft.com/office/drawing/2014/main" id="{F7C9EB2E-FC2D-4B36-89D8-2003573756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3bd31f5913a4c2a">
            <a:alphaModFix/>
          </a:blip>
          <a:srcRect xmlns:a="http://schemas.openxmlformats.org/drawingml/2006/main" l="0" t="0" r="0" b="0"/>
          <a:stretch xmlns:a="http://schemas.openxmlformats.org/drawingml/2006/main"/>
        </p:blipFill>
        <p:spPr>
          <a:xfrm xmlns:a="http://schemas.openxmlformats.org/drawingml/2006/main">
            <a:off x="152400" y="152400"/>
            <a:ext cx="10347159"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44294385"/>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727" name="Google Shape;727;p76">
            <a:extLst xmlns:a="http://schemas.openxmlformats.org/drawingml/2006/main">
              <a:ext uri="{FF2B5EF4-FFF2-40B4-BE49-F238E27FC236}">
                <a16:creationId xmlns:a16="http://schemas.microsoft.com/office/drawing/2014/main" id="{CDDCFB9E-96CB-482A-9781-E0B4D28FD3E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Agents: context windows and memory</a:t>
            </a:r>
            <a:endParaRPr/>
          </a:p>
        </p:txBody>
      </p:sp>
    </p:spTree>
    <p:extLst>
      <p:ext uri="{BB962C8B-B14F-4D97-AF65-F5344CB8AC3E}">
        <p14:creationId xmlns:p14="http://schemas.microsoft.com/office/powerpoint/2010/main" val="1785629946"/>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pic>
        <p:nvPicPr>
          <p:cNvPr id="733" name="Google Shape;733;p77">
            <a:extLst xmlns:a="http://schemas.openxmlformats.org/drawingml/2006/main">
              <a:ext uri="{FF2B5EF4-FFF2-40B4-BE49-F238E27FC236}">
                <a16:creationId xmlns:a16="http://schemas.microsoft.com/office/drawing/2014/main" id="{849A44ED-130B-417C-A901-944A0B92E2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ebcbcaf2034dbc">
            <a:alphaModFix/>
          </a:blip>
          <a:srcRect xmlns:a="http://schemas.openxmlformats.org/drawingml/2006/main" l="0" t="0" r="0" b="0"/>
          <a:stretch xmlns:a="http://schemas.openxmlformats.org/drawingml/2006/main"/>
        </p:blipFill>
        <p:spPr>
          <a:xfrm xmlns:a="http://schemas.openxmlformats.org/drawingml/2006/main">
            <a:off x="152400" y="152400"/>
            <a:ext cx="11887202" cy="505838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24865780"/>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pic>
        <p:nvPicPr>
          <p:cNvPr id="739" name="Google Shape;739;p78">
            <a:extLst xmlns:a="http://schemas.openxmlformats.org/drawingml/2006/main">
              <a:ext uri="{FF2B5EF4-FFF2-40B4-BE49-F238E27FC236}">
                <a16:creationId xmlns:a16="http://schemas.microsoft.com/office/drawing/2014/main" id="{1BFA2562-5076-40D8-97BF-568E648BDB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b35cf1c8a94e6e">
            <a:alphaModFix/>
          </a:blip>
          <a:srcRect xmlns:a="http://schemas.openxmlformats.org/drawingml/2006/main" l="0" t="0" r="0" b="0"/>
          <a:stretch xmlns:a="http://schemas.openxmlformats.org/drawingml/2006/main"/>
        </p:blipFill>
        <p:spPr>
          <a:xfrm xmlns:a="http://schemas.openxmlformats.org/drawingml/2006/main">
            <a:off x="152400" y="152400"/>
            <a:ext cx="11650133"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335582177"/>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pic>
        <p:nvPicPr>
          <p:cNvPr id="745" name="Google Shape;745;p79">
            <a:extLst xmlns:a="http://schemas.openxmlformats.org/drawingml/2006/main">
              <a:ext uri="{FF2B5EF4-FFF2-40B4-BE49-F238E27FC236}">
                <a16:creationId xmlns:a16="http://schemas.microsoft.com/office/drawing/2014/main" id="{EBF9A00B-CAB1-4F63-918E-0CAA664E869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7e7fec1c5964c73">
            <a:alphaModFix/>
          </a:blip>
          <a:srcRect xmlns:a="http://schemas.openxmlformats.org/drawingml/2006/main" l="0" t="0" r="0" b="0"/>
          <a:stretch xmlns:a="http://schemas.openxmlformats.org/drawingml/2006/main"/>
        </p:blipFill>
        <p:spPr>
          <a:xfrm xmlns:a="http://schemas.openxmlformats.org/drawingml/2006/main">
            <a:off x="152400" y="152400"/>
            <a:ext cx="11953024" cy="6612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22692994"/>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751" name="Google Shape;751;p80">
            <a:extLst xmlns:a="http://schemas.openxmlformats.org/drawingml/2006/main">
              <a:ext uri="{FF2B5EF4-FFF2-40B4-BE49-F238E27FC236}">
                <a16:creationId xmlns:a16="http://schemas.microsoft.com/office/drawing/2014/main" id="{A8EAEB21-F287-434C-BC7E-ED93A01AF73A}"/>
              </a:ext>
            </a:extLst>
          </p:cNvPr>
          <p:cNvSpPr>
            <a:spLocks xmlns:a="http://schemas.openxmlformats.org/drawingml/2006/main" noGrp="1"/>
          </p:cNvSpPr>
          <p:nvPr/>
        </p:nvSpPr>
        <p:spPr>
          <a:xfrm xmlns:a="http://schemas.openxmlformats.org/drawingml/2006/main">
            <a:off x="371700" y="1189475"/>
            <a:ext cx="7136700" cy="5083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Not all tokens used</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1" i="0" u="none" strike="noStrike" cap="none">
                <a:solidFill>
                  <a:schemeClr val="dk1"/>
                </a:solidFill>
                <a:latin typeface="Arial"/>
                <a:ea typeface="Arial"/>
                <a:cs typeface="Arial"/>
              </a:rPr>
              <a:t>Horizontal axis:</a:t>
            </a:r>
            <a:r>
              <a:rPr sz="1500" b="0" i="0" u="none" strike="noStrike" cap="none">
                <a:solidFill>
                  <a:schemeClr val="dk1"/>
                </a:solidFill>
                <a:latin typeface="Arial"/>
                <a:ea typeface="Arial"/>
                <a:cs typeface="Arial"/>
              </a:rPr>
              <a:t> context length, from 1,000 to 200,000 tokens.</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500" b="1" i="0" u="none" strike="noStrike" cap="none">
                <a:solidFill>
                  <a:schemeClr val="dk1"/>
                </a:solidFill>
                <a:latin typeface="Arial"/>
                <a:ea typeface="Arial"/>
                <a:cs typeface="Arial"/>
              </a:rPr>
              <a:t>Vertical axis:</a:t>
            </a:r>
            <a:r>
              <a:rPr sz="1500" b="0" i="0" u="none" strike="noStrike" cap="none">
                <a:solidFill>
                  <a:schemeClr val="dk1"/>
                </a:solidFill>
                <a:latin typeface="Arial"/>
                <a:ea typeface="Arial"/>
                <a:cs typeface="Arial"/>
              </a:rPr>
              <a:t> where the hidden fact—the “needle”—was placed in the document.</a:t>
            </a:r>
            <a:endParaRPr sz="1500" b="0" i="0" u="none" strike="noStrike" cap="none">
              <a:solidFill>
                <a:schemeClr val="dk1"/>
              </a:solidFill>
              <a:latin typeface="Arial"/>
              <a:ea typeface="Arial"/>
              <a:cs typeface="Arial"/>
            </a:endParaRPr>
          </a:p>
          <a:p xmlns:a="http://schemas.openxmlformats.org/drawingml/2006/main">
            <a:pPr marL="457200" marR="0" lvl="0" indent="-323850" algn="l">
              <a:lnSpc>
                <a:spcPct val="115000"/>
              </a:lnSpc>
              <a:spcBef>
                <a:spcPts val="1200"/>
              </a:spcBef>
              <a:spcAft>
                <a:spcPts val="0"/>
              </a:spcAft>
              <a:buClr>
                <a:schemeClr val="dk1"/>
              </a:buClr>
              <a:buSzPts val="1500"/>
              <a:buFont typeface="Arial"/>
              <a:buChar char="●"/>
            </a:pPr>
            <a:r>
              <a:rPr sz="1500" b="0" i="0" u="none" strike="noStrike" cap="none">
                <a:solidFill>
                  <a:schemeClr val="dk1"/>
                </a:solidFill>
                <a:latin typeface="Arial"/>
                <a:ea typeface="Arial"/>
                <a:cs typeface="Arial"/>
              </a:rPr>
              <a:t>Top = beginning of the prompt.</a:t>
            </a:r>
            <a:endParaRPr sz="1500" b="0" i="0" u="none" strike="noStrike" cap="none">
              <a:solidFill>
                <a:schemeClr val="dk1"/>
              </a:solidFill>
              <a:latin typeface="Arial"/>
              <a:ea typeface="Arial"/>
              <a:cs typeface="Arial"/>
            </a:endParaRPr>
          </a:p>
          <a:p xmlns:a="http://schemas.openxmlformats.org/drawingml/2006/main">
            <a:pPr marL="457200" marR="0" lvl="0" indent="-323850" algn="l">
              <a:lnSpc>
                <a:spcPct val="115000"/>
              </a:lnSpc>
              <a:spcBef>
                <a:spcPts val="0"/>
              </a:spcBef>
              <a:spcAft>
                <a:spcPts val="0"/>
              </a:spcAft>
              <a:buClr>
                <a:schemeClr val="dk1"/>
              </a:buClr>
              <a:buSzPts val="1500"/>
              <a:buFont typeface="Arial"/>
              <a:buChar char="●"/>
            </a:pPr>
            <a:r>
              <a:rPr sz="1500" b="0" i="0" u="none" strike="noStrike" cap="none">
                <a:solidFill>
                  <a:schemeClr val="dk1"/>
                </a:solidFill>
                <a:latin typeface="Arial"/>
                <a:ea typeface="Arial"/>
                <a:cs typeface="Arial"/>
              </a:rPr>
              <a:t>Bottom = end of the prompt.</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rPr sz="1500" b="1" i="0" u="none" strike="noStrike" cap="none">
                <a:solidFill>
                  <a:schemeClr val="dk1"/>
                </a:solidFill>
                <a:latin typeface="Arial"/>
                <a:ea typeface="Arial"/>
                <a:cs typeface="Arial"/>
              </a:rPr>
              <a:t>Green:</a:t>
            </a:r>
            <a:r>
              <a:rPr sz="1500" b="0" i="0" u="none" strike="noStrike" cap="none">
                <a:solidFill>
                  <a:schemeClr val="dk1"/>
                </a:solidFill>
                <a:latin typeface="Arial"/>
                <a:ea typeface="Arial"/>
                <a:cs typeface="Arial"/>
              </a:rPr>
              <a:t> the model retrieved the fact correctly.</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rPr sz="1500" b="1" i="0" u="none" strike="noStrike" cap="none">
                <a:solidFill>
                  <a:schemeClr val="dk1"/>
                </a:solidFill>
                <a:latin typeface="Arial"/>
                <a:ea typeface="Arial"/>
                <a:cs typeface="Arial"/>
              </a:rPr>
              <a:t>Yellow:</a:t>
            </a:r>
            <a:r>
              <a:rPr sz="1500" b="0" i="0" u="none" strike="noStrike" cap="none">
                <a:solidFill>
                  <a:schemeClr val="dk1"/>
                </a:solidFill>
                <a:latin typeface="Arial"/>
                <a:ea typeface="Arial"/>
                <a:cs typeface="Arial"/>
              </a:rPr>
              <a:t> partial accuracy.</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rPr sz="1500" b="1" i="0" u="none" strike="noStrike" cap="none">
                <a:solidFill>
                  <a:schemeClr val="dk1"/>
                </a:solidFill>
                <a:latin typeface="Arial"/>
                <a:ea typeface="Arial"/>
                <a:cs typeface="Arial"/>
              </a:rPr>
              <a:t>Pink:</a:t>
            </a:r>
            <a:r>
              <a:rPr sz="1500" b="0" i="0" u="none" strike="noStrike" cap="none">
                <a:solidFill>
                  <a:schemeClr val="dk1"/>
                </a:solidFill>
                <a:latin typeface="Arial"/>
                <a:ea typeface="Arial"/>
                <a:cs typeface="Arial"/>
              </a:rPr>
              <a:t> retrieval failed.</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rPr sz="1500" b="1" i="0" u="none" strike="noStrike" cap="none">
                <a:solidFill>
                  <a:schemeClr val="dk1"/>
                </a:solidFill>
                <a:latin typeface="Arial"/>
                <a:ea typeface="Arial"/>
                <a:cs typeface="Arial"/>
              </a:rPr>
              <a:t>RAG:</a:t>
            </a:r>
            <a:endParaRPr sz="1500" b="1"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chemeClr val="dk1"/>
              </a:buClr>
              <a:buSzPts val="1100"/>
              <a:buFont typeface="Arial"/>
              <a:buNone/>
            </a:pPr>
            <a:r>
              <a:rPr sz="1500" b="1" i="0" u="none" strike="noStrike" cap="none">
                <a:solidFill>
                  <a:schemeClr val="dk1"/>
                </a:solidFill>
                <a:latin typeface="Arial"/>
                <a:ea typeface="Arial"/>
                <a:cs typeface="Arial"/>
              </a:rPr>
              <a:t>Retrieving more documents &lt;&lt;&lt; Giving the LLM a better answer context</a:t>
            </a:r>
            <a:endParaRPr sz="1500" b="1" i="0" u="none" strike="noStrike" cap="none">
              <a:solidFill>
                <a:schemeClr val="dk1"/>
              </a:solidFill>
              <a:latin typeface="Arial"/>
              <a:ea typeface="Arial"/>
              <a:cs typeface="Arial"/>
            </a:endParaRPr>
          </a:p>
          <a:p xmlns:a="http://schemas.openxmlformats.org/drawingml/2006/main">
            <a:pPr marL="0" marR="0" lvl="0" indent="0" algn="l">
              <a:lnSpc>
                <a:spcPct val="115000"/>
              </a:lnSpc>
              <a:spcBef>
                <a:spcPts val="1200"/>
              </a:spcBef>
              <a:spcAft>
                <a:spcPts val="0"/>
              </a:spcAft>
              <a:buClr>
                <a:srgbClr val="000000"/>
              </a:buClr>
              <a:buSzPts val="1500"/>
              <a:buFont typeface="Arial"/>
              <a:buNone/>
            </a:pPr>
            <a:r>
              <a:t/>
            </a:r>
            <a:endParaRPr sz="15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1200"/>
              </a:spcBef>
              <a:spcAft>
                <a:spcPts val="0"/>
              </a:spcAft>
              <a:buClr>
                <a:srgbClr val="000000"/>
              </a:buClr>
              <a:buSzPts val="1500"/>
              <a:buFont typeface="Arial"/>
              <a:buNone/>
            </a:pPr>
            <a:r>
              <a:t/>
            </a:r>
            <a:endParaRPr sz="1500" b="0" i="0" u="none" strike="noStrike" cap="none">
              <a:solidFill>
                <a:schemeClr val="dk1"/>
              </a:solidFill>
              <a:latin typeface="Arial"/>
              <a:ea typeface="Arial"/>
              <a:cs typeface="Arial"/>
            </a:endParaRPr>
          </a:p>
        </p:txBody>
      </p:sp>
      <p:sp>
        <p:nvSpPr>
          <p:cNvPr id="752" name="Google Shape;752;p80">
            <a:extLst xmlns:a="http://schemas.openxmlformats.org/drawingml/2006/main">
              <a:ext uri="{FF2B5EF4-FFF2-40B4-BE49-F238E27FC236}">
                <a16:creationId xmlns:a16="http://schemas.microsoft.com/office/drawing/2014/main" id="{E2088029-3E13-4BEA-90C4-AC52748B25D5}"/>
              </a:ext>
            </a:extLst>
          </p:cNvPr>
          <p:cNvSpPr>
            <a:spLocks xmlns:a="http://schemas.openxmlformats.org/drawingml/2006/main" noGrp="1"/>
          </p:cNvSpPr>
          <p:nvPr/>
        </p:nvSpPr>
        <p:spPr>
          <a:xfrm xmlns:a="http://schemas.openxmlformats.org/drawingml/2006/main">
            <a:off x="8388200" y="1722250"/>
            <a:ext cx="3828600" cy="1800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00"/>
              <a:buFont typeface="Arial"/>
              <a:buNone/>
            </a:pPr>
            <a:r>
              <a:rPr sz="1300" b="1" i="0" u="none" strike="noStrike" cap="none">
                <a:solidFill>
                  <a:schemeClr val="dk1"/>
                </a:solidFill>
                <a:latin typeface="Arial"/>
                <a:ea typeface="Arial"/>
                <a:cs typeface="Arial"/>
              </a:rPr>
              <a:t>DOTTED LINE</a:t>
            </a:r>
            <a:endParaRPr sz="1300" b="1"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300"/>
              <a:buFont typeface="Arial"/>
              <a:buNone/>
            </a:pPr>
            <a:r>
              <a:t/>
            </a:r>
            <a:endParaRPr sz="1300" b="1"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300" b="0" i="0" u="none" strike="noStrike" cap="none">
                <a:solidFill>
                  <a:schemeClr val="dk1"/>
                </a:solidFill>
                <a:latin typeface="Arial"/>
                <a:ea typeface="Arial"/>
                <a:cs typeface="Arial"/>
              </a:rPr>
              <a:t>Context lengths are roughly </a:t>
            </a:r>
            <a:r>
              <a:rPr sz="1300" b="1" i="0" u="none" strike="noStrike" cap="none">
                <a:solidFill>
                  <a:schemeClr val="dk1"/>
                </a:solidFill>
                <a:latin typeface="Arial"/>
                <a:ea typeface="Arial"/>
                <a:cs typeface="Arial"/>
              </a:rPr>
              <a:t>83K–200K tokens</a:t>
            </a:r>
            <a:r>
              <a:rPr sz="1300" b="0" i="0" u="none" strike="noStrike" cap="none">
                <a:solidFill>
                  <a:schemeClr val="dk1"/>
                </a:solidFill>
                <a:latin typeface="Arial"/>
                <a:ea typeface="Arial"/>
                <a:cs typeface="Arial"/>
              </a:rPr>
              <a:t>.</a:t>
            </a:r>
            <a:endParaRPr sz="13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300" b="0" i="0" u="none" strike="noStrike" cap="none">
                <a:solidFill>
                  <a:schemeClr val="dk1"/>
                </a:solidFill>
                <a:latin typeface="Arial"/>
                <a:ea typeface="Arial"/>
                <a:cs typeface="Arial"/>
              </a:rPr>
              <a:t>Most cells are pink, indicating </a:t>
            </a:r>
            <a:r>
              <a:rPr sz="1300" b="1" i="0" u="none" strike="noStrike" cap="none">
                <a:solidFill>
                  <a:schemeClr val="dk1"/>
                </a:solidFill>
                <a:latin typeface="Arial"/>
                <a:ea typeface="Arial"/>
                <a:cs typeface="Arial"/>
              </a:rPr>
              <a:t>0% retrieval accuracy</a:t>
            </a:r>
            <a:r>
              <a:rPr sz="1300" b="0" i="0" u="none" strike="noStrike" cap="none">
                <a:solidFill>
                  <a:schemeClr val="dk1"/>
                </a:solidFill>
                <a:latin typeface="Arial"/>
                <a:ea typeface="Arial"/>
                <a:cs typeface="Arial"/>
              </a:rPr>
              <a:t>.</a:t>
            </a:r>
            <a:endParaRPr sz="13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300" b="0" i="0" u="none" strike="noStrike" cap="none">
                <a:solidFill>
                  <a:schemeClr val="dk1"/>
                </a:solidFill>
                <a:latin typeface="Arial"/>
                <a:ea typeface="Arial"/>
                <a:cs typeface="Arial"/>
              </a:rPr>
              <a:t>The diagonal boundary expands downward as context length increases.</a:t>
            </a:r>
            <a:endParaRPr sz="13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835504111"/>
      </p:ext>
    </p:extLst>
  </p:cSld>
</p:sld>
</file>

<file path=ppt/slides/slide96.xml><?xml version="1.0" encoding="utf-8"?>
<p:sld xmlns:p="http://schemas.openxmlformats.org/presentationml/2006/main">
  <p:cSld>
    <p:spTree>
      <p:nvGrpSpPr>
        <p:cNvPr id="1" name=""/>
        <p:cNvGrpSpPr/>
        <p:nvPr/>
      </p:nvGrpSpPr>
      <p:grpSpPr>
        <a:xfrm xmlns:a="http://schemas.openxmlformats.org/drawingml/2006/main"/>
      </p:grpSpPr>
      <p:pic>
        <p:nvPicPr>
          <p:cNvPr id="758" name="Google Shape;758;p81">
            <a:extLst xmlns:a="http://schemas.openxmlformats.org/drawingml/2006/main">
              <a:ext uri="{FF2B5EF4-FFF2-40B4-BE49-F238E27FC236}">
                <a16:creationId xmlns:a16="http://schemas.microsoft.com/office/drawing/2014/main" id="{E9EC326B-9A56-4F33-831C-A24E296E726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c2d9fab4b24aae">
            <a:alphaModFix/>
          </a:blip>
          <a:srcRect xmlns:a="http://schemas.openxmlformats.org/drawingml/2006/main" l="0" t="0" r="0" b="0"/>
          <a:stretch xmlns:a="http://schemas.openxmlformats.org/drawingml/2006/main"/>
        </p:blipFill>
        <p:spPr>
          <a:xfrm xmlns:a="http://schemas.openxmlformats.org/drawingml/2006/main">
            <a:off x="152400" y="152400"/>
            <a:ext cx="11650133"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671550014"/>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pic>
        <p:nvPicPr>
          <p:cNvPr id="764" name="Google Shape;764;p82">
            <a:extLst xmlns:a="http://schemas.openxmlformats.org/drawingml/2006/main">
              <a:ext uri="{FF2B5EF4-FFF2-40B4-BE49-F238E27FC236}">
                <a16:creationId xmlns:a16="http://schemas.microsoft.com/office/drawing/2014/main" id="{66D108CB-931C-44CE-9460-16EF687F82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3b373d32d714c42">
            <a:alphaModFix/>
          </a:blip>
          <a:srcRect xmlns:a="http://schemas.openxmlformats.org/drawingml/2006/main" l="0" t="0" r="0" b="0"/>
          <a:stretch xmlns:a="http://schemas.openxmlformats.org/drawingml/2006/main"/>
        </p:blipFill>
        <p:spPr>
          <a:xfrm xmlns:a="http://schemas.openxmlformats.org/drawingml/2006/main">
            <a:off x="152400" y="152400"/>
            <a:ext cx="11650133"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669107140"/>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2" name="package-integrity-anchor">
            <a:extLst xmlns:a="http://schemas.openxmlformats.org/drawingml/2006/main">
              <a:ext uri="{FF2B5EF4-FFF2-40B4-BE49-F238E27FC236}">
                <a16:creationId xmlns:a16="http://schemas.microsoft.com/office/drawing/2014/main" id="{C262A1B4-AA24-423A-A875-513EAAB9DD9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Tree>
    <p:extLst>
      <p:ext uri="{BB962C8B-B14F-4D97-AF65-F5344CB8AC3E}">
        <p14:creationId xmlns:p14="http://schemas.microsoft.com/office/powerpoint/2010/main" val="840916859"/>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pic>
        <p:nvPicPr>
          <p:cNvPr id="775" name="Google Shape;775;p83">
            <a:extLst xmlns:a="http://schemas.openxmlformats.org/drawingml/2006/main">
              <a:ext uri="{FF2B5EF4-FFF2-40B4-BE49-F238E27FC236}">
                <a16:creationId xmlns:a16="http://schemas.microsoft.com/office/drawing/2014/main" id="{442C7F22-941E-483A-BD41-3E79BF47F57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545eb3611db4452">
            <a:alphaModFix/>
          </a:blip>
          <a:srcRect xmlns:a="http://schemas.openxmlformats.org/drawingml/2006/main" l="0" t="0" r="0" b="0"/>
          <a:stretch xmlns:a="http://schemas.openxmlformats.org/drawingml/2006/main"/>
        </p:blipFill>
        <p:spPr>
          <a:xfrm xmlns:a="http://schemas.openxmlformats.org/drawingml/2006/main">
            <a:off x="152400" y="1079900"/>
            <a:ext cx="11619876" cy="5625699"/>
          </a:xfrm>
          <a:prstGeom xmlns:a="http://schemas.openxmlformats.org/drawingml/2006/main" prst="rect">
            <a:avLst/>
          </a:prstGeom>
          <a:ln xmlns:a="http://schemas.openxmlformats.org/drawingml/2006/main">
            <a:noFill/>
          </a:ln>
        </p:spPr>
      </p:pic>
      <p:sp>
        <p:nvSpPr>
          <p:cNvPr id="776" name="Google Shape;776;p83">
            <a:extLst xmlns:a="http://schemas.openxmlformats.org/drawingml/2006/main">
              <a:ext uri="{FF2B5EF4-FFF2-40B4-BE49-F238E27FC236}">
                <a16:creationId xmlns:a16="http://schemas.microsoft.com/office/drawing/2014/main" id="{5B3D467A-54F8-40D3-BD4E-31EB60C5ABAE}"/>
              </a:ext>
            </a:extLst>
          </p:cNvPr>
          <p:cNvSpPr>
            <a:spLocks xmlns:a="http://schemas.openxmlformats.org/drawingml/2006/main" noGrp="1"/>
          </p:cNvSpPr>
          <p:nvPr/>
        </p:nvSpPr>
        <p:spPr>
          <a:xfrm xmlns:a="http://schemas.openxmlformats.org/drawingml/2006/main">
            <a:off x="445325" y="322850"/>
            <a:ext cx="6412800" cy="83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latin typeface="Arial"/>
                <a:ea typeface="Arial"/>
                <a:cs typeface="Arial"/>
              </a:rPr>
              <a:t>Agent Memory</a:t>
            </a:r>
            <a:endParaRPr sz="1400" b="0" i="0" u="none" strike="noStrike" cap="none">
              <a:solidFill>
                <a:schemeClr val="dk1"/>
              </a:solidFill>
              <a:latin typeface="Arial"/>
              <a:ea typeface="Arial"/>
              <a:cs typeface="Arial"/>
            </a:endParaRPr>
          </a:p>
          <a:p xmlns:a="http://schemas.openxmlformats.org/drawingml/2006/main">
            <a:pPr marL="0" marR="0" lvl="0" indent="0" algn="l">
              <a:lnSpc>
                <a:spcPct val="100000"/>
              </a:lnSpc>
              <a:spcBef>
                <a:spcPts val="0"/>
              </a:spcBef>
              <a:spcAft>
                <a:spcPts val="0"/>
              </a:spcAft>
              <a:buClr>
                <a:schemeClr val="dk1"/>
              </a:buClr>
              <a:buSzPts val="1100"/>
              <a:buFont typeface="Arial"/>
              <a:buNone/>
            </a:pPr>
            <a:r>
              <a:rPr sz="1400" b="0" i="0" u="none" strike="noStrike" cap="none">
                <a:solidFill>
                  <a:schemeClr val="dk1"/>
                </a:solidFill>
                <a:latin typeface="Arial"/>
                <a:ea typeface="Arial"/>
                <a:cs typeface="Arial"/>
              </a:rPr>
              <a:t>	Why? Store the prompt, store </a:t>
            </a:r>
            <a:r>
              <a:rPr sz="1400" b="0" i="0" u="sng" strike="noStrike" cap="none">
                <a:solidFill>
                  <a:schemeClr val="hlink"/>
                </a:solidFill>
                <a:latin typeface="Arial"/>
                <a:ea typeface="Arial"/>
                <a:cs typeface="Arial"/>
                <a:hlinkClick xmlns:r="http://schemas.openxmlformats.org/officeDocument/2006/relationships" r:id="R742ff99228424ef8"/>
              </a:rPr>
              <a:t>skills.md</a:t>
            </a:r>
            <a:r>
              <a:rPr sz="1400" b="0" i="0" u="none" strike="noStrike" cap="none">
                <a:solidFill>
                  <a:schemeClr val="dk1"/>
                </a:solidFill>
                <a:latin typeface="Arial"/>
                <a:ea typeface="Arial"/>
                <a:cs typeface="Arial"/>
              </a:rPr>
              <a:t>, </a:t>
            </a:r>
            <a:r>
              <a:rPr sz="1400" b="0" i="0" u="sng" strike="noStrike" cap="none">
                <a:solidFill>
                  <a:schemeClr val="hlink"/>
                </a:solidFill>
                <a:latin typeface="Arial"/>
                <a:ea typeface="Arial"/>
                <a:cs typeface="Arial"/>
                <a:hlinkClick xmlns:r="http://schemas.openxmlformats.org/officeDocument/2006/relationships" r:id="Ra56961e5b03940af"/>
              </a:rPr>
              <a:t>user.md</a:t>
            </a:r>
            <a:r>
              <a:rPr sz="1400" b="0" i="0" u="none" strike="noStrike" cap="none">
                <a:solidFill>
                  <a:schemeClr val="dk1"/>
                </a:solidFill>
                <a:latin typeface="Arial"/>
                <a:ea typeface="Arial"/>
                <a:cs typeface="Arial"/>
              </a:rPr>
              <a:t>, </a:t>
            </a:r>
            <a:r>
              <a:rPr sz="1400" b="0" i="0" u="sng" strike="noStrike" cap="none">
                <a:solidFill>
                  <a:schemeClr val="hlink"/>
                </a:solidFill>
                <a:latin typeface="Arial"/>
                <a:ea typeface="Arial"/>
                <a:cs typeface="Arial"/>
                <a:hlinkClick xmlns:r="http://schemas.openxmlformats.org/officeDocument/2006/relationships" r:id="R69bafcfe640549c6"/>
              </a:rPr>
              <a:t>xx.md</a:t>
            </a:r>
            <a:r>
              <a:rPr sz="1400" b="0" i="0" u="none" strike="noStrike" cap="none">
                <a:solidFill>
                  <a:schemeClr val="dk1"/>
                </a:solidFill>
                <a:latin typeface="Arial"/>
                <a:ea typeface="Arial"/>
                <a:cs typeface="Arial"/>
              </a:rPr>
              <a:t>,  store RAG chunks, all of these have different memory requirements.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5197222"/>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pic>
        <p:nvPicPr>
          <p:cNvPr id="782" name="Google Shape;782;p84">
            <a:extLst xmlns:a="http://schemas.openxmlformats.org/drawingml/2006/main">
              <a:ext uri="{FF2B5EF4-FFF2-40B4-BE49-F238E27FC236}">
                <a16:creationId xmlns:a16="http://schemas.microsoft.com/office/drawing/2014/main" id="{C253988B-DF7A-4F81-A40C-A48458E5052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3a49dc021784e91">
            <a:alphaModFix/>
          </a:blip>
          <a:srcRect xmlns:a="http://schemas.openxmlformats.org/drawingml/2006/main" l="0" t="0" r="0" b="0"/>
          <a:stretch xmlns:a="http://schemas.openxmlformats.org/drawingml/2006/main"/>
        </p:blipFill>
        <p:spPr>
          <a:xfrm xmlns:a="http://schemas.openxmlformats.org/drawingml/2006/main">
            <a:off x="152400" y="152400"/>
            <a:ext cx="11887201" cy="5060349"/>
          </a:xfrm>
          <a:prstGeom xmlns:a="http://schemas.openxmlformats.org/drawingml/2006/main" prst="rect">
            <a:avLst/>
          </a:prstGeom>
          <a:ln xmlns:a="http://schemas.openxmlformats.org/drawingml/2006/main">
            <a:noFill/>
          </a:ln>
        </p:spPr>
      </p:pic>
      <p:sp>
        <p:nvSpPr>
          <p:cNvPr id="783" name="Google Shape;783;p84">
            <a:extLst xmlns:a="http://schemas.openxmlformats.org/drawingml/2006/main">
              <a:ext uri="{FF2B5EF4-FFF2-40B4-BE49-F238E27FC236}">
                <a16:creationId xmlns:a16="http://schemas.microsoft.com/office/drawing/2014/main" id="{DEFC1F14-23FE-474E-B1DC-4FC5B2689C22}"/>
              </a:ext>
            </a:extLst>
          </p:cNvPr>
          <p:cNvSpPr>
            <a:spLocks xmlns:a="http://schemas.openxmlformats.org/drawingml/2006/main" noGrp="1"/>
          </p:cNvSpPr>
          <p:nvPr/>
        </p:nvSpPr>
        <p:spPr>
          <a:xfrm xmlns:a="http://schemas.openxmlformats.org/drawingml/2006/main">
            <a:off x="3890600" y="5787125"/>
            <a:ext cx="624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All the .md files take up context memory</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483904472"/>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pic>
        <p:nvPicPr>
          <p:cNvPr id="789" name="Google Shape;789;p85">
            <a:extLst xmlns:a="http://schemas.openxmlformats.org/drawingml/2006/main">
              <a:ext uri="{FF2B5EF4-FFF2-40B4-BE49-F238E27FC236}">
                <a16:creationId xmlns:a16="http://schemas.microsoft.com/office/drawing/2014/main" id="{72EB1517-7E7A-4569-97BB-A960CBAF1D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2fcb61052bd4424">
            <a:alphaModFix/>
          </a:blip>
          <a:srcRect xmlns:a="http://schemas.openxmlformats.org/drawingml/2006/main" l="0" t="0" r="0" b="0"/>
          <a:stretch xmlns:a="http://schemas.openxmlformats.org/drawingml/2006/main"/>
        </p:blipFill>
        <p:spPr>
          <a:xfrm xmlns:a="http://schemas.openxmlformats.org/drawingml/2006/main">
            <a:off x="152400" y="152400"/>
            <a:ext cx="11887201" cy="5472175"/>
          </a:xfrm>
          <a:prstGeom xmlns:a="http://schemas.openxmlformats.org/drawingml/2006/main" prst="rect">
            <a:avLst/>
          </a:prstGeom>
          <a:ln xmlns:a="http://schemas.openxmlformats.org/drawingml/2006/main">
            <a:noFill/>
          </a:ln>
        </p:spPr>
      </p:pic>
      <p:sp>
        <p:nvSpPr>
          <p:cNvPr id="790" name="Google Shape;790;p85">
            <a:extLst xmlns:a="http://schemas.openxmlformats.org/drawingml/2006/main">
              <a:ext uri="{FF2B5EF4-FFF2-40B4-BE49-F238E27FC236}">
                <a16:creationId xmlns:a16="http://schemas.microsoft.com/office/drawing/2014/main" id="{E7C56689-6B54-4EEB-B1D5-631DEDA91E85}"/>
              </a:ext>
            </a:extLst>
          </p:cNvPr>
          <p:cNvSpPr>
            <a:spLocks xmlns:a="http://schemas.openxmlformats.org/drawingml/2006/main" noGrp="1"/>
          </p:cNvSpPr>
          <p:nvPr/>
        </p:nvSpPr>
        <p:spPr>
          <a:xfrm xmlns:a="http://schemas.openxmlformats.org/drawingml/2006/main">
            <a:off x="3912275" y="6198950"/>
            <a:ext cx="62424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RAG systems select data from documents not crawled by bots and add to context window. Can fine tune into model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265222698"/>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pic>
        <p:nvPicPr>
          <p:cNvPr id="796" name="Google Shape;796;p86">
            <a:extLst xmlns:a="http://schemas.openxmlformats.org/drawingml/2006/main">
              <a:ext uri="{FF2B5EF4-FFF2-40B4-BE49-F238E27FC236}">
                <a16:creationId xmlns:a16="http://schemas.microsoft.com/office/drawing/2014/main" id="{584D71A9-CD41-4A7B-8DE0-EFF05C9AB23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c16ad9beb614def">
            <a:alphaModFix/>
          </a:blip>
          <a:srcRect xmlns:a="http://schemas.openxmlformats.org/drawingml/2006/main" l="0" t="0" r="0" b="0"/>
          <a:stretch xmlns:a="http://schemas.openxmlformats.org/drawingml/2006/main"/>
        </p:blipFill>
        <p:spPr>
          <a:xfrm xmlns:a="http://schemas.openxmlformats.org/drawingml/2006/main">
            <a:off x="152400" y="152400"/>
            <a:ext cx="11887201" cy="5244600"/>
          </a:xfrm>
          <a:prstGeom xmlns:a="http://schemas.openxmlformats.org/drawingml/2006/main" prst="rect">
            <a:avLst/>
          </a:prstGeom>
          <a:ln xmlns:a="http://schemas.openxmlformats.org/drawingml/2006/main">
            <a:noFill/>
          </a:ln>
        </p:spPr>
      </p:pic>
      <p:sp>
        <p:nvSpPr>
          <p:cNvPr id="797" name="Google Shape;797;p86">
            <a:extLst xmlns:a="http://schemas.openxmlformats.org/drawingml/2006/main">
              <a:ext uri="{FF2B5EF4-FFF2-40B4-BE49-F238E27FC236}">
                <a16:creationId xmlns:a16="http://schemas.microsoft.com/office/drawing/2014/main" id="{1A0712CC-95C3-4295-9798-9E91B8209C74}"/>
              </a:ext>
            </a:extLst>
          </p:cNvPr>
          <p:cNvSpPr>
            <a:spLocks xmlns:a="http://schemas.openxmlformats.org/drawingml/2006/main" noGrp="1"/>
          </p:cNvSpPr>
          <p:nvPr/>
        </p:nvSpPr>
        <p:spPr>
          <a:xfrm xmlns:a="http://schemas.openxmlformats.org/drawingml/2006/main">
            <a:off x="5689600" y="6068900"/>
            <a:ext cx="6242400" cy="4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Logs, records traces. path of agent. </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821922814"/>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pic>
        <p:nvPicPr>
          <p:cNvPr id="803" name="Google Shape;803;p87">
            <a:extLst xmlns:a="http://schemas.openxmlformats.org/drawingml/2006/main">
              <a:ext uri="{FF2B5EF4-FFF2-40B4-BE49-F238E27FC236}">
                <a16:creationId xmlns:a16="http://schemas.microsoft.com/office/drawing/2014/main" id="{91B62267-D249-4C84-BEDF-8B5B79C722C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5c387554c38467b">
            <a:alphaModFix/>
          </a:blip>
          <a:srcRect xmlns:a="http://schemas.openxmlformats.org/drawingml/2006/main" l="0" t="0" r="0" b="0"/>
          <a:stretch xmlns:a="http://schemas.openxmlformats.org/drawingml/2006/main"/>
        </p:blipFill>
        <p:spPr>
          <a:xfrm xmlns:a="http://schemas.openxmlformats.org/drawingml/2006/main">
            <a:off x="152400" y="152400"/>
            <a:ext cx="11814221"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33919315"/>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pic>
        <p:nvPicPr>
          <p:cNvPr id="809" name="Google Shape;809;p88">
            <a:extLst xmlns:a="http://schemas.openxmlformats.org/drawingml/2006/main">
              <a:ext uri="{FF2B5EF4-FFF2-40B4-BE49-F238E27FC236}">
                <a16:creationId xmlns:a16="http://schemas.microsoft.com/office/drawing/2014/main" id="{55DFD1E2-0E09-436E-9FEA-13504DDD71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d5d5ab7a3c47e3">
            <a:alphaModFix/>
          </a:blip>
          <a:srcRect xmlns:a="http://schemas.openxmlformats.org/drawingml/2006/main" l="0" t="0" r="0" b="0"/>
          <a:stretch xmlns:a="http://schemas.openxmlformats.org/drawingml/2006/main"/>
        </p:blipFill>
        <p:spPr>
          <a:xfrm xmlns:a="http://schemas.openxmlformats.org/drawingml/2006/main">
            <a:off x="152400" y="152400"/>
            <a:ext cx="8777605" cy="6553202"/>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052592063"/>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815" name="Google Shape;815;p89">
            <a:extLst xmlns:a="http://schemas.openxmlformats.org/drawingml/2006/main">
              <a:ext uri="{FF2B5EF4-FFF2-40B4-BE49-F238E27FC236}">
                <a16:creationId xmlns:a16="http://schemas.microsoft.com/office/drawing/2014/main" id="{951477E4-637A-48A0-A61B-C51D31C0D9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Agents that drive applications</a:t>
            </a:r>
            <a:endParaRPr/>
          </a:p>
        </p:txBody>
      </p:sp>
    </p:spTree>
    <p:extLst>
      <p:ext uri="{BB962C8B-B14F-4D97-AF65-F5344CB8AC3E}">
        <p14:creationId xmlns:p14="http://schemas.microsoft.com/office/powerpoint/2010/main" val="1236407797"/>
      </p:ext>
    </p:extLst>
  </p:cSld>
</p:sld>
</file>

<file path=ppt/slides/slide106.xml><?xml version="1.0" encoding="utf-8"?>
<p:sld xmlns:p="http://schemas.openxmlformats.org/presentationml/2006/main">
  <p:cSld>
    <p:spTree>
      <p:nvGrpSpPr>
        <p:cNvPr id="1" name=""/>
        <p:cNvGrpSpPr/>
        <p:nvPr/>
      </p:nvGrpSpPr>
      <p:grpSpPr>
        <a:xfrm xmlns:a="http://schemas.openxmlformats.org/drawingml/2006/main"/>
      </p:grpSpPr>
      <p:pic>
        <p:nvPicPr>
          <p:cNvPr id="821" name="Google Shape;821;p90">
            <a:extLst xmlns:a="http://schemas.openxmlformats.org/drawingml/2006/main">
              <a:ext uri="{FF2B5EF4-FFF2-40B4-BE49-F238E27FC236}">
                <a16:creationId xmlns:a16="http://schemas.microsoft.com/office/drawing/2014/main" id="{46AE6F23-888F-4913-B695-9ED273AC1F6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4376f3773f64a54">
            <a:alphaModFix/>
          </a:blip>
          <a:srcRect xmlns:a="http://schemas.openxmlformats.org/drawingml/2006/main" l="0" t="0" r="0" b="0"/>
          <a:stretch xmlns:a="http://schemas.openxmlformats.org/drawingml/2006/main"/>
        </p:blipFill>
        <p:spPr>
          <a:xfrm xmlns:a="http://schemas.openxmlformats.org/drawingml/2006/main">
            <a:off x="152400" y="152400"/>
            <a:ext cx="8060518" cy="6553201"/>
          </a:xfrm>
          <a:prstGeom xmlns:a="http://schemas.openxmlformats.org/drawingml/2006/main" prst="rect">
            <a:avLst/>
          </a:prstGeom>
          <a:ln xmlns:a="http://schemas.openxmlformats.org/drawingml/2006/main">
            <a:noFill/>
          </a:ln>
        </p:spPr>
      </p:pic>
      <p:sp>
        <p:nvSpPr>
          <p:cNvPr id="822" name="Google Shape;822;p90">
            <a:extLst xmlns:a="http://schemas.openxmlformats.org/drawingml/2006/main">
              <a:ext uri="{FF2B5EF4-FFF2-40B4-BE49-F238E27FC236}">
                <a16:creationId xmlns:a16="http://schemas.microsoft.com/office/drawing/2014/main" id="{CE5C4737-117B-4107-8BBA-42AEA02339C9}"/>
              </a:ext>
            </a:extLst>
          </p:cNvPr>
          <p:cNvSpPr>
            <a:spLocks xmlns:a="http://schemas.openxmlformats.org/drawingml/2006/main" noGrp="1"/>
          </p:cNvSpPr>
          <p:nvPr/>
        </p:nvSpPr>
        <p:spPr>
          <a:xfrm xmlns:a="http://schemas.openxmlformats.org/drawingml/2006/main">
            <a:off x="8548500" y="2218050"/>
            <a:ext cx="3429000" cy="133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LLM controls the app</a:t>
            </a:r>
            <a:endParaRPr sz="2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Automating drawing</a:t>
            </a:r>
            <a:endParaRPr sz="2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bounding boxes </a:t>
            </a:r>
            <a:endParaRPr sz="2500" b="1"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012643222"/>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pic>
        <p:nvPicPr>
          <p:cNvPr id="828" name="Google Shape;828;p91">
            <a:extLst xmlns:a="http://schemas.openxmlformats.org/drawingml/2006/main">
              <a:ext uri="{FF2B5EF4-FFF2-40B4-BE49-F238E27FC236}">
                <a16:creationId xmlns:a16="http://schemas.microsoft.com/office/drawing/2014/main" id="{1BA52950-1763-47A4-AA40-FA40A80685F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8113be4a51f44b6">
            <a:alphaModFix/>
          </a:blip>
          <a:srcRect xmlns:a="http://schemas.openxmlformats.org/drawingml/2006/main" l="0" t="0" r="0" b="0"/>
          <a:stretch xmlns:a="http://schemas.openxmlformats.org/drawingml/2006/main"/>
        </p:blipFill>
        <p:spPr>
          <a:xfrm xmlns:a="http://schemas.openxmlformats.org/drawingml/2006/main">
            <a:off x="152400" y="152400"/>
            <a:ext cx="7863840" cy="6553200"/>
          </a:xfrm>
          <a:prstGeom xmlns:a="http://schemas.openxmlformats.org/drawingml/2006/main" prst="rect">
            <a:avLst/>
          </a:prstGeom>
          <a:ln xmlns:a="http://schemas.openxmlformats.org/drawingml/2006/main">
            <a:noFill/>
          </a:ln>
        </p:spPr>
      </p:pic>
      <p:sp>
        <p:nvSpPr>
          <p:cNvPr id="829" name="Google Shape;829;p91">
            <a:extLst xmlns:a="http://schemas.openxmlformats.org/drawingml/2006/main">
              <a:ext uri="{FF2B5EF4-FFF2-40B4-BE49-F238E27FC236}">
                <a16:creationId xmlns:a16="http://schemas.microsoft.com/office/drawing/2014/main" id="{CB14933D-F4D1-4558-9517-EA6F484F9BFC}"/>
              </a:ext>
            </a:extLst>
          </p:cNvPr>
          <p:cNvSpPr>
            <a:spLocks xmlns:a="http://schemas.openxmlformats.org/drawingml/2006/main" noGrp="1"/>
          </p:cNvSpPr>
          <p:nvPr/>
        </p:nvSpPr>
        <p:spPr>
          <a:xfrm xmlns:a="http://schemas.openxmlformats.org/drawingml/2006/main">
            <a:off x="8238150" y="2837225"/>
            <a:ext cx="3566400" cy="133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LLM controlling App</a:t>
            </a:r>
            <a:endParaRPr sz="2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to create bounding</a:t>
            </a:r>
            <a:endParaRPr sz="2500" b="1"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boxes</a:t>
            </a:r>
            <a:endParaRPr sz="2500" b="1"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42077430"/>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pic>
        <p:nvPicPr>
          <p:cNvPr id="835" name="Google Shape;835;p92">
            <a:extLst xmlns:a="http://schemas.openxmlformats.org/drawingml/2006/main">
              <a:ext uri="{FF2B5EF4-FFF2-40B4-BE49-F238E27FC236}">
                <a16:creationId xmlns:a16="http://schemas.microsoft.com/office/drawing/2014/main" id="{62864915-83B0-4760-AEFF-1329CD6F7A4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07adf564f654998">
            <a:alphaModFix/>
          </a:blip>
          <a:srcRect xmlns:a="http://schemas.openxmlformats.org/drawingml/2006/main" l="0" t="0" r="0" b="0"/>
          <a:stretch xmlns:a="http://schemas.openxmlformats.org/drawingml/2006/main"/>
        </p:blipFill>
        <p:spPr>
          <a:xfrm xmlns:a="http://schemas.openxmlformats.org/drawingml/2006/main">
            <a:off x="152400" y="152400"/>
            <a:ext cx="7357349"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08855490"/>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pic>
        <p:nvPicPr>
          <p:cNvPr id="841" name="Google Shape;841;p93">
            <a:extLst xmlns:a="http://schemas.openxmlformats.org/drawingml/2006/main">
              <a:ext uri="{FF2B5EF4-FFF2-40B4-BE49-F238E27FC236}">
                <a16:creationId xmlns:a16="http://schemas.microsoft.com/office/drawing/2014/main" id="{3371DF6B-DE93-4960-853B-3E4CB9B40E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a7a46a947f4091">
            <a:alphaModFix/>
          </a:blip>
          <a:srcRect xmlns:a="http://schemas.openxmlformats.org/drawingml/2006/main" l="0" t="0" r="0" b="0"/>
          <a:stretch xmlns:a="http://schemas.openxmlformats.org/drawingml/2006/main"/>
        </p:blipFill>
        <p:spPr>
          <a:xfrm xmlns:a="http://schemas.openxmlformats.org/drawingml/2006/main">
            <a:off x="721925" y="152400"/>
            <a:ext cx="3906962" cy="6553201"/>
          </a:xfrm>
          <a:prstGeom xmlns:a="http://schemas.openxmlformats.org/drawingml/2006/main" prst="rect">
            <a:avLst/>
          </a:prstGeom>
          <a:ln xmlns:a="http://schemas.openxmlformats.org/drawingml/2006/main">
            <a:noFill/>
          </a:ln>
        </p:spPr>
      </p:pic>
      <p:pic>
        <p:nvPicPr>
          <p:cNvPr id="842" name="Google Shape;842;p93">
            <a:extLst xmlns:a="http://schemas.openxmlformats.org/drawingml/2006/main">
              <a:ext uri="{FF2B5EF4-FFF2-40B4-BE49-F238E27FC236}">
                <a16:creationId xmlns:a16="http://schemas.microsoft.com/office/drawing/2014/main" id="{BB8067E6-D610-471D-80F1-2CABC7AA419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5b16037b56c4fa2">
            <a:alphaModFix/>
          </a:blip>
          <a:srcRect xmlns:a="http://schemas.openxmlformats.org/drawingml/2006/main" l="0" t="0" r="0" b="0"/>
          <a:stretch xmlns:a="http://schemas.openxmlformats.org/drawingml/2006/main"/>
        </p:blipFill>
        <p:spPr>
          <a:xfrm xmlns:a="http://schemas.openxmlformats.org/drawingml/2006/main">
            <a:off x="6131262" y="152400"/>
            <a:ext cx="4424315"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42496524"/>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848" name="Google Shape;848;p94">
            <a:extLst xmlns:a="http://schemas.openxmlformats.org/drawingml/2006/main">
              <a:ext uri="{FF2B5EF4-FFF2-40B4-BE49-F238E27FC236}">
                <a16:creationId xmlns:a16="http://schemas.microsoft.com/office/drawing/2014/main" id="{9BAB1AB4-25C9-45CA-964C-5A2B366A2195}"/>
              </a:ext>
            </a:extLst>
          </p:cNvPr>
          <p:cNvSpPr>
            <a:spLocks xmlns:a="http://schemas.openxmlformats.org/drawingml/2006/main" noGrp="1"/>
          </p:cNvSpPr>
          <p:nvPr/>
        </p:nvSpPr>
        <p:spPr>
          <a:xfrm xmlns:a="http://schemas.openxmlformats.org/drawingml/2006/main">
            <a:off x="233800" y="1547650"/>
            <a:ext cx="3000000" cy="392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15000"/>
              </a:lnSpc>
              <a:spcBef>
                <a:spcPts val="1200"/>
              </a:spcBef>
              <a:spcAft>
                <a:spcPts val="0"/>
              </a:spcAft>
              <a:buClr>
                <a:srgbClr val="000000"/>
              </a:buClr>
              <a:buSzPts val="1400"/>
              <a:buFont typeface="Arial"/>
              <a:buNone/>
            </a:pPr>
            <a:r>
              <a:rPr sz="1400" b="0" i="0" u="none" strike="noStrike" cap="none">
                <a:solidFill>
                  <a:srgbClr val="000000"/>
                </a:solidFill>
                <a:latin typeface="Arial"/>
                <a:ea typeface="Arial"/>
                <a:cs typeface="Arial"/>
              </a:rPr>
              <a:t>Ordinary responsive HTML is a poor target for pixel-level self-correction because the output depends on:</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120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Browser viewport and device scale</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Fonts and font availability</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CSS layout and text wrapping</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Browser engine and version</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Default margins and rendering behavior</a:t>
            </a:r>
            <a:endParaRPr sz="1400" b="0" i="0" u="none" strike="noStrike" cap="none">
              <a:solidFill>
                <a:srgbClr val="000000"/>
              </a:solidFill>
              <a:latin typeface="Arial"/>
              <a:ea typeface="Arial"/>
              <a:cs typeface="Arial"/>
            </a:endParaRPr>
          </a:p>
          <a:p xmlns:a="http://schemas.openxmlformats.org/drawingml/2006/main">
            <a:pPr marL="457200" marR="0" lvl="0" indent="-298450" algn="l">
              <a:lnSpc>
                <a:spcPct val="115000"/>
              </a:lnSpc>
              <a:spcBef>
                <a:spcPts val="0"/>
              </a:spcBef>
              <a:spcAft>
                <a:spcPts val="0"/>
              </a:spcAft>
              <a:buClr>
                <a:schemeClr val="dk1"/>
              </a:buClr>
              <a:buSzPts val="1100"/>
              <a:buFont typeface="Arial"/>
              <a:buChar char="●"/>
            </a:pPr>
            <a:r>
              <a:rPr sz="1400" b="0" i="0" u="none" strike="noStrike" cap="none">
                <a:solidFill>
                  <a:srgbClr val="000000"/>
                </a:solidFill>
                <a:latin typeface="Arial"/>
                <a:ea typeface="Arial"/>
                <a:cs typeface="Arial"/>
              </a:rPr>
              <a:t>Screenshot dimensions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15000"/>
              </a:lnSpc>
              <a:spcBef>
                <a:spcPts val="1200"/>
              </a:spcBef>
              <a:spcAft>
                <a:spcPts val="1200"/>
              </a:spcAft>
              <a:buClr>
                <a:srgbClr val="000000"/>
              </a:buClr>
              <a:buSzPts val="1400"/>
              <a:buFont typeface="Arial"/>
              <a:buNone/>
            </a:pPr>
            <a:r>
              <a:rPr sz="1400" b="0" i="0" u="none" strike="noStrike" cap="none">
                <a:solidFill>
                  <a:srgbClr val="000000"/>
                </a:solidFill>
                <a:latin typeface="Arial"/>
                <a:ea typeface="Arial"/>
                <a:cs typeface="Arial"/>
              </a:rPr>
              <a:t>For a stable correction loop, use a fixed rendering contract:</a:t>
            </a:r>
            <a:endParaRPr sz="1400" b="0" i="0" u="none" strike="noStrike" cap="none">
              <a:solidFill>
                <a:srgbClr val="000000"/>
              </a:solidFill>
              <a:latin typeface="Arial"/>
              <a:ea typeface="Arial"/>
              <a:cs typeface="Arial"/>
            </a:endParaRPr>
          </a:p>
        </p:txBody>
      </p:sp>
      <p:sp>
        <p:nvSpPr>
          <p:cNvPr id="849" name="Google Shape;849;p94">
            <a:extLst xmlns:a="http://schemas.openxmlformats.org/drawingml/2006/main">
              <a:ext uri="{FF2B5EF4-FFF2-40B4-BE49-F238E27FC236}">
                <a16:creationId xmlns:a16="http://schemas.microsoft.com/office/drawing/2014/main" id="{A05735FB-10D0-44B2-97D9-39B3F9A5CC90}"/>
              </a:ext>
            </a:extLst>
          </p:cNvPr>
          <p:cNvSpPr>
            <a:spLocks xmlns:a="http://schemas.openxmlformats.org/drawingml/2006/main" noGrp="1"/>
          </p:cNvSpPr>
          <p:nvPr/>
        </p:nvSpPr>
        <p:spPr>
          <a:xfrm xmlns:a="http://schemas.openxmlformats.org/drawingml/2006/main">
            <a:off x="4064000" y="578975"/>
            <a:ext cx="3000000" cy="255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Figure specification</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Deterministic SVG or fixed-size HTML canvas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PNG rendered at fixed dimensions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Visual comparison</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Correct the specification—not arbitrary HTML</a:t>
            </a:r>
            <a:endParaRPr sz="1400" b="0" i="0" u="none" strike="noStrike" cap="none">
              <a:solidFill>
                <a:srgbClr val="000000"/>
              </a:solidFill>
              <a:latin typeface="Arial"/>
              <a:ea typeface="Arial"/>
              <a:cs typeface="Arial"/>
            </a:endParaRPr>
          </a:p>
        </p:txBody>
      </p:sp>
      <p:sp>
        <p:nvSpPr>
          <p:cNvPr id="850" name="Google Shape;850;p94">
            <a:extLst xmlns:a="http://schemas.openxmlformats.org/drawingml/2006/main">
              <a:ext uri="{FF2B5EF4-FFF2-40B4-BE49-F238E27FC236}">
                <a16:creationId xmlns:a16="http://schemas.microsoft.com/office/drawing/2014/main" id="{3013B522-91B9-4B81-9339-CE58AF8D6481}"/>
              </a:ext>
            </a:extLst>
          </p:cNvPr>
          <p:cNvSpPr>
            <a:spLocks xmlns:a="http://schemas.openxmlformats.org/drawingml/2006/main" noGrp="1"/>
          </p:cNvSpPr>
          <p:nvPr/>
        </p:nvSpPr>
        <p:spPr>
          <a:xfrm xmlns:a="http://schemas.openxmlformats.org/drawingml/2006/main">
            <a:off x="7727175" y="668050"/>
            <a:ext cx="3000000" cy="615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The model should only modify the JSON specification:</a:t>
            </a:r>
            <a:endParaRPr sz="1400" b="0" i="0" u="none" strike="noStrike" cap="none">
              <a:solidFill>
                <a:srgbClr val="000000"/>
              </a:solidFill>
              <a:latin typeface="Arial"/>
              <a:ea typeface="Arial"/>
              <a:cs typeface="Arial"/>
            </a:endParaRPr>
          </a:p>
        </p:txBody>
      </p:sp>
      <p:sp>
        <p:nvSpPr>
          <p:cNvPr id="851" name="Google Shape;851;p94">
            <a:extLst xmlns:a="http://schemas.openxmlformats.org/drawingml/2006/main">
              <a:ext uri="{FF2B5EF4-FFF2-40B4-BE49-F238E27FC236}">
                <a16:creationId xmlns:a16="http://schemas.microsoft.com/office/drawing/2014/main" id="{7FA983EA-CB86-4949-A4AD-3CE28D7F277C}"/>
              </a:ext>
            </a:extLst>
          </p:cNvPr>
          <p:cNvSpPr>
            <a:spLocks xmlns:a="http://schemas.openxmlformats.org/drawingml/2006/main" noGrp="1"/>
          </p:cNvSpPr>
          <p:nvPr/>
        </p:nvSpPr>
        <p:spPr>
          <a:xfrm xmlns:a="http://schemas.openxmlformats.org/drawingml/2006/main">
            <a:off x="7894200" y="1659025"/>
            <a:ext cx="3000000" cy="514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"canvas": {"width": 1530, "height": 1980},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"series":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"categories":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"elements":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"type": "text",</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"x": 120,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"y": 80,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"width": 900,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"font_size": 28</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"type": "bar",</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"x": 620,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"y": 340,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"width": 480,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"height": 28,</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"segments":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t>
            </a:r>
            <a:endParaRPr sz="1400" b="0" i="0" u="none" strike="noStrike" cap="none">
              <a:solidFill>
                <a:srgbClr val="000000"/>
              </a:solidFill>
              <a:latin typeface="Arial"/>
              <a:ea typeface="Arial"/>
              <a:cs typeface="Arial"/>
            </a:endParaRPr>
          </a:p>
        </p:txBody>
      </p:sp>
      <p:sp>
        <p:nvSpPr>
          <p:cNvPr id="852" name="Google Shape;852;p94">
            <a:extLst xmlns:a="http://schemas.openxmlformats.org/drawingml/2006/main">
              <a:ext uri="{FF2B5EF4-FFF2-40B4-BE49-F238E27FC236}">
                <a16:creationId xmlns:a16="http://schemas.microsoft.com/office/drawing/2014/main" id="{21B895E1-FA00-47BD-8FD1-5E2387CFD707}"/>
              </a:ext>
            </a:extLst>
          </p:cNvPr>
          <p:cNvSpPr>
            <a:spLocks xmlns:a="http://schemas.openxmlformats.org/drawingml/2006/main" noGrp="1"/>
          </p:cNvSpPr>
          <p:nvPr/>
        </p:nvSpPr>
        <p:spPr>
          <a:xfrm xmlns:a="http://schemas.openxmlformats.org/drawingml/2006/main">
            <a:off x="4019450" y="3632625"/>
            <a:ext cx="3000000" cy="255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Source figure</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Argon extracts semantic spec</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Deterministic SVG renderer</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Compare source and render</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Structured corrections: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400"/>
              <a:buFont typeface="Arial"/>
              <a:buNone/>
            </a:pPr>
            <a:r>
              <a:rPr sz="1400" b="0" i="0" u="none" strike="noStrike" cap="none">
                <a:solidFill>
                  <a:srgbClr val="000000"/>
                </a:solidFill>
                <a:latin typeface="Arial"/>
                <a:ea typeface="Arial"/>
                <a:cs typeface="Arial"/>
              </a:rPr>
              <a:t>  values → labels → structure → geometry → styling</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906034930"/>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858" name="Google Shape;858;p95">
            <a:extLst xmlns:a="http://schemas.openxmlformats.org/drawingml/2006/main">
              <a:ext uri="{FF2B5EF4-FFF2-40B4-BE49-F238E27FC236}">
                <a16:creationId xmlns:a16="http://schemas.microsoft.com/office/drawing/2014/main" id="{6FB34644-BD3A-4215-92DE-1775A94ACB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Finetuning small models for one job</a:t>
            </a:r>
            <a:endParaRPr/>
          </a:p>
        </p:txBody>
      </p:sp>
    </p:spTree>
    <p:extLst>
      <p:ext uri="{BB962C8B-B14F-4D97-AF65-F5344CB8AC3E}">
        <p14:creationId xmlns:p14="http://schemas.microsoft.com/office/powerpoint/2010/main" val="1822260365"/>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pic>
        <p:nvPicPr>
          <p:cNvPr id="864" name="Google Shape;864;p96">
            <a:extLst xmlns:a="http://schemas.openxmlformats.org/drawingml/2006/main">
              <a:ext uri="{FF2B5EF4-FFF2-40B4-BE49-F238E27FC236}">
                <a16:creationId xmlns:a16="http://schemas.microsoft.com/office/drawing/2014/main" id="{3810993D-8275-40D5-99A8-C0EAD0930E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76953f49fff4155">
            <a:alphaModFix/>
          </a:blip>
          <a:srcRect xmlns:a="http://schemas.openxmlformats.org/drawingml/2006/main" l="0" t="0" r="0" b="0"/>
          <a:stretch xmlns:a="http://schemas.openxmlformats.org/drawingml/2006/main"/>
        </p:blipFill>
        <p:spPr>
          <a:xfrm xmlns:a="http://schemas.openxmlformats.org/drawingml/2006/main">
            <a:off x="152400" y="152400"/>
            <a:ext cx="7269957" cy="655320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43450541"/>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pic>
        <p:nvPicPr>
          <p:cNvPr id="870" name="Google Shape;870;p97">
            <a:extLst xmlns:a="http://schemas.openxmlformats.org/drawingml/2006/main">
              <a:ext uri="{FF2B5EF4-FFF2-40B4-BE49-F238E27FC236}">
                <a16:creationId xmlns:a16="http://schemas.microsoft.com/office/drawing/2014/main" id="{751EF0BB-3540-4843-8194-B07F0FFE1D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0ac9812c2314aa3">
            <a:alphaModFix/>
          </a:blip>
          <a:srcRect xmlns:a="http://schemas.openxmlformats.org/drawingml/2006/main" l="0" t="0" r="0" b="0"/>
          <a:stretch xmlns:a="http://schemas.openxmlformats.org/drawingml/2006/main"/>
        </p:blipFill>
        <p:spPr>
          <a:xfrm xmlns:a="http://schemas.openxmlformats.org/drawingml/2006/main">
            <a:off x="152400" y="152400"/>
            <a:ext cx="11539942" cy="65532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26731707"/>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pic>
        <p:nvPicPr>
          <p:cNvPr id="876" name="Google Shape;876;p98">
            <a:extLst xmlns:a="http://schemas.openxmlformats.org/drawingml/2006/main">
              <a:ext uri="{FF2B5EF4-FFF2-40B4-BE49-F238E27FC236}">
                <a16:creationId xmlns:a16="http://schemas.microsoft.com/office/drawing/2014/main" id="{D34AC36C-72DD-408A-A8B6-F2DE9026BFC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ae50c4d9ec439d">
            <a:alphaModFix/>
          </a:blip>
          <a:srcRect xmlns:a="http://schemas.openxmlformats.org/drawingml/2006/main" l="0" t="0" r="0" b="0"/>
          <a:stretch xmlns:a="http://schemas.openxmlformats.org/drawingml/2006/main"/>
        </p:blipFill>
        <p:spPr>
          <a:xfrm xmlns:a="http://schemas.openxmlformats.org/drawingml/2006/main">
            <a:off x="96763" y="3864725"/>
            <a:ext cx="11887203" cy="2993269"/>
          </a:xfrm>
          <a:prstGeom xmlns:a="http://schemas.openxmlformats.org/drawingml/2006/main" prst="rect">
            <a:avLst/>
          </a:prstGeom>
          <a:ln xmlns:a="http://schemas.openxmlformats.org/drawingml/2006/main">
            <a:noFill/>
          </a:ln>
        </p:spPr>
      </p:pic>
      <p:pic>
        <p:nvPicPr>
          <p:cNvPr id="877" name="Google Shape;877;p98">
            <a:extLst xmlns:a="http://schemas.openxmlformats.org/drawingml/2006/main">
              <a:ext uri="{FF2B5EF4-FFF2-40B4-BE49-F238E27FC236}">
                <a16:creationId xmlns:a16="http://schemas.microsoft.com/office/drawing/2014/main" id="{CCC2374A-34CF-4E51-8CEB-A96CE704587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47121c54c3e4655">
            <a:alphaModFix/>
          </a:blip>
          <a:srcRect xmlns:a="http://schemas.openxmlformats.org/drawingml/2006/main" l="0" t="0" r="0" b="0"/>
          <a:stretch xmlns:a="http://schemas.openxmlformats.org/drawingml/2006/main"/>
        </p:blipFill>
        <p:spPr>
          <a:xfrm xmlns:a="http://schemas.openxmlformats.org/drawingml/2006/main">
            <a:off x="210675" y="581175"/>
            <a:ext cx="11659383" cy="3283549"/>
          </a:xfrm>
          <a:prstGeom xmlns:a="http://schemas.openxmlformats.org/drawingml/2006/main" prst="rect">
            <a:avLst/>
          </a:prstGeom>
          <a:ln xmlns:a="http://schemas.openxmlformats.org/drawingml/2006/main">
            <a:noFill/>
          </a:ln>
        </p:spPr>
      </p:pic>
      <p:sp>
        <p:nvSpPr>
          <p:cNvPr id="878" name="Google Shape;878;p98">
            <a:extLst xmlns:a="http://schemas.openxmlformats.org/drawingml/2006/main">
              <a:ext uri="{FF2B5EF4-FFF2-40B4-BE49-F238E27FC236}">
                <a16:creationId xmlns:a16="http://schemas.microsoft.com/office/drawing/2014/main" id="{D17EC460-22CF-4E7D-95ED-739948E6FD11}"/>
              </a:ext>
            </a:extLst>
          </p:cNvPr>
          <p:cNvSpPr>
            <a:spLocks xmlns:a="http://schemas.openxmlformats.org/drawingml/2006/main" noGrp="1"/>
          </p:cNvSpPr>
          <p:nvPr/>
        </p:nvSpPr>
        <p:spPr>
          <a:xfrm xmlns:a="http://schemas.openxmlformats.org/drawingml/2006/main">
            <a:off x="3477700" y="69550"/>
            <a:ext cx="8012700" cy="569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00"/>
              <a:buFont typeface="Arial"/>
              <a:buNone/>
            </a:pPr>
            <a:r>
              <a:rPr sz="2500" b="1" i="0" u="none" strike="noStrike" cap="none">
                <a:solidFill>
                  <a:srgbClr val="000000"/>
                </a:solidFill>
                <a:latin typeface="Arial"/>
                <a:ea typeface="Arial"/>
                <a:cs typeface="Arial"/>
              </a:rPr>
              <a:t>Embedding Fine Tuning</a:t>
            </a:r>
            <a:endParaRPr sz="2500" b="1"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424103115"/>
      </p:ext>
    </p:extLst>
  </p:cSld>
</p:sld>
</file>

<file path=ppt/slides/slide115.xml><?xml version="1.0" encoding="utf-8"?>
<p:sld xmlns:p="http://schemas.openxmlformats.org/presentationml/2006/main">
  <p:cSld>
    <p:bg>
      <p:bgPr>
        <a:solidFill xmlns:a="http://schemas.openxmlformats.org/drawingml/2006/main">
          <a:srgbClr val="16202E"/>
        </a:solidFill>
      </p:bgPr>
    </p:bg>
    <p:spTree>
      <p:nvGrpSpPr>
        <p:cNvPr id="1" name=""/>
        <p:cNvGrpSpPr/>
        <p:nvPr/>
      </p:nvGrpSpPr>
      <p:grpSpPr>
        <a:xfrm xmlns:a="http://schemas.openxmlformats.org/drawingml/2006/main"/>
      </p:grpSpPr>
      <p:sp>
        <p:nvSpPr>
          <p:cNvPr id="884" name="Google Shape;884;p99">
            <a:extLst xmlns:a="http://schemas.openxmlformats.org/drawingml/2006/main">
              <a:ext uri="{FF2B5EF4-FFF2-40B4-BE49-F238E27FC236}">
                <a16:creationId xmlns:a16="http://schemas.microsoft.com/office/drawing/2014/main" id="{64993F9B-B756-476A-88EB-A92B73B75205}"/>
              </a:ext>
            </a:extLst>
          </p:cNvPr>
          <p:cNvSpPr>
            <a:spLocks xmlns:a="http://schemas.openxmlformats.org/drawingml/2006/main" noGrp="1"/>
          </p:cNvSpPr>
          <p:nvPr/>
        </p:nvSpPr>
        <p:spPr>
          <a:xfrm xmlns:a="http://schemas.openxmlformats.org/drawingml/2006/main">
            <a:off x="812800" y="812800"/>
            <a:ext cx="10883392"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F08A5D"/>
              </a:buClr>
              <a:buSzPts val="1400"/>
              <a:buFont typeface="JetBrains Mono"/>
              <a:buNone/>
            </a:pPr>
            <a:r>
              <a:rPr sz="1400" b="0" i="0" u="none" strike="noStrike" cap="none">
                <a:solidFill>
                  <a:srgbClr val="F08A5D"/>
                </a:solidFill>
                <a:latin typeface="JetBrains Mono"/>
                <a:ea typeface="JetBrains Mono"/>
                <a:cs typeface="JetBrains Mono"/>
              </a:rPr>
              <a:t>GEHA DENTAL RAG · GENERATOR FINETUNING</a:t>
            </a:r>
            <a:endParaRPr sz="1400" b="0" i="0" u="none" strike="noStrike" cap="none">
              <a:solidFill>
                <a:schemeClr val="dk1"/>
              </a:solidFill>
              <a:latin typeface="IBM Plex Sans"/>
              <a:ea typeface="IBM Plex Sans"/>
              <a:cs typeface="IBM Plex Sans"/>
            </a:endParaRPr>
          </a:p>
        </p:txBody>
      </p:sp>
      <p:sp>
        <p:nvSpPr>
          <p:cNvPr id="885" name="Google Shape;885;p99">
            <a:extLst xmlns:a="http://schemas.openxmlformats.org/drawingml/2006/main">
              <a:ext uri="{FF2B5EF4-FFF2-40B4-BE49-F238E27FC236}">
                <a16:creationId xmlns:a16="http://schemas.microsoft.com/office/drawing/2014/main" id="{702C8D2A-5E62-4E76-999A-092721EDE6C3}"/>
              </a:ext>
            </a:extLst>
          </p:cNvPr>
          <p:cNvSpPr>
            <a:spLocks xmlns:a="http://schemas.openxmlformats.org/drawingml/2006/main" noGrp="1"/>
          </p:cNvSpPr>
          <p:nvPr>
            <p:ph type="title" idx="0"/>
          </p:nvPr>
        </p:nvSpPr>
        <p:spPr>
          <a:xfrm xmlns:a="http://schemas.openxmlformats.org/drawingml/2006/main">
            <a:off x="812800" y="2265710"/>
            <a:ext cx="10883392" cy="1412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04999"/>
              </a:lnSpc>
              <a:spcBef>
                <a:spcPts val="0"/>
              </a:spcBef>
              <a:spcAft>
                <a:spcPts val="0"/>
              </a:spcAft>
              <a:buClr>
                <a:srgbClr val="F3F1EA"/>
              </a:buClr>
              <a:buSzPts val="5200"/>
              <a:buFont typeface="IBM Plex Sans"/>
              <a:buNone/>
            </a:pPr>
            <a:r>
              <a:rPr sz="5200" b="1" i="0">
                <a:solidFill>
                  <a:srgbClr val="F3F1EA"/>
                </a:solidFill>
                <a:latin typeface="IBM Plex Sans"/>
                <a:ea typeface="IBM Plex Sans"/>
                <a:cs typeface="IBM Plex Sans"/>
              </a:rPr>
              <a:t>Teaching the answer model to read our passages</a:t>
            </a:r>
            <a:endParaRPr sz="5200"/>
          </a:p>
        </p:txBody>
      </p:sp>
      <p:sp>
        <p:nvSpPr>
          <p:cNvPr id="886" name="Google Shape;886;p99">
            <a:extLst xmlns:a="http://schemas.openxmlformats.org/drawingml/2006/main">
              <a:ext uri="{FF2B5EF4-FFF2-40B4-BE49-F238E27FC236}">
                <a16:creationId xmlns:a16="http://schemas.microsoft.com/office/drawing/2014/main" id="{DE83F472-85B5-4DFB-A726-66FB959DE83E}"/>
              </a:ext>
            </a:extLst>
          </p:cNvPr>
          <p:cNvSpPr>
            <a:spLocks xmlns:a="http://schemas.openxmlformats.org/drawingml/2006/main" noGrp="1"/>
          </p:cNvSpPr>
          <p:nvPr/>
        </p:nvSpPr>
        <p:spPr>
          <a:xfrm xmlns:a="http://schemas.openxmlformats.org/drawingml/2006/main">
            <a:off x="812800" y="3906490"/>
            <a:ext cx="10883392" cy="7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B9C3D1"/>
              </a:buClr>
              <a:buSzPts val="2000"/>
              <a:buFont typeface="IBM Plex Sans"/>
              <a:buNone/>
            </a:pPr>
            <a:r>
              <a:rPr sz="2000" b="0" i="0" u="none" strike="noStrike" cap="none">
                <a:solidFill>
                  <a:srgbClr val="B9C3D1"/>
                </a:solidFill>
                <a:latin typeface="IBM Plex Sans"/>
                <a:ea typeface="IBM Plex Sans"/>
                <a:cs typeface="IBM Plex Sans"/>
              </a:rPr>
              <a:t>LoRA instruction finetuning of Qwen2.5‑1.5B‑Instruct on direct and chain‑of‑thought examples</a:t>
            </a:r>
            <a:endParaRPr sz="2000" b="0" i="0" u="none" strike="noStrike" cap="none">
              <a:solidFill>
                <a:schemeClr val="dk1"/>
              </a:solidFill>
              <a:latin typeface="IBM Plex Sans"/>
              <a:ea typeface="IBM Plex Sans"/>
              <a:cs typeface="IBM Plex Sans"/>
            </a:endParaRPr>
          </a:p>
        </p:txBody>
      </p:sp>
      <p:sp>
        <p:nvSpPr>
          <p:cNvPr id="887" name="Google Shape;887;p99">
            <a:extLst xmlns:a="http://schemas.openxmlformats.org/drawingml/2006/main">
              <a:ext uri="{FF2B5EF4-FFF2-40B4-BE49-F238E27FC236}">
                <a16:creationId xmlns:a16="http://schemas.microsoft.com/office/drawing/2014/main" id="{C01ECCCB-F7A0-4DA8-99FE-1F6629C0D4DC}"/>
              </a:ext>
            </a:extLst>
          </p:cNvPr>
          <p:cNvSpPr>
            <a:spLocks xmlns:a="http://schemas.openxmlformats.org/drawingml/2006/main" noGrp="1"/>
          </p:cNvSpPr>
          <p:nvPr/>
        </p:nvSpPr>
        <p:spPr>
          <a:xfrm xmlns:a="http://schemas.openxmlformats.org/drawingml/2006/main">
            <a:off x="812800" y="5796310"/>
            <a:ext cx="10883392" cy="2742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8C98A8"/>
              </a:buClr>
              <a:buSzPts val="1400"/>
              <a:buFont typeface="IBM Plex Sans"/>
              <a:buNone/>
            </a:pPr>
            <a:r>
              <a:rPr sz="1400" b="0" i="0" u="none" strike="noStrike" cap="none">
                <a:solidFill>
                  <a:srgbClr val="8C98A8"/>
                </a:solidFill>
                <a:latin typeface="IBM Plex Sans"/>
                <a:ea typeface="IBM Plex Sans"/>
                <a:cs typeface="IBM Plex Sans"/>
              </a:rPr>
              <a:t>October 2026 · experiment log · results from the Colab A100 run, 21 Oct</a:t>
            </a:r>
            <a:endParaRPr sz="14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67561040"/>
      </p:ext>
    </p:extLst>
  </p:cSld>
</p:sld>
</file>

<file path=ppt/slides/slide116.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893" name="Google Shape;893;p100">
            <a:extLst xmlns:a="http://schemas.openxmlformats.org/drawingml/2006/main">
              <a:ext uri="{FF2B5EF4-FFF2-40B4-BE49-F238E27FC236}">
                <a16:creationId xmlns:a16="http://schemas.microsoft.com/office/drawing/2014/main" id="{07BD4CC1-0194-4BCA-9E54-33DD5459B878}"/>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Two places to finetune a RAG system</a:t>
            </a:r>
            <a:endParaRPr sz="3200"/>
          </a:p>
        </p:txBody>
      </p:sp>
      <p:sp>
        <p:nvSpPr>
          <p:cNvPr id="894" name="Google Shape;894;p100">
            <a:extLst xmlns:a="http://schemas.openxmlformats.org/drawingml/2006/main">
              <a:ext uri="{FF2B5EF4-FFF2-40B4-BE49-F238E27FC236}">
                <a16:creationId xmlns:a16="http://schemas.microsoft.com/office/drawing/2014/main" id="{DADDFDD9-845C-4BB5-92E5-33C70C4EC0B5}"/>
              </a:ext>
            </a:extLst>
          </p:cNvPr>
          <p:cNvSpPr>
            <a:spLocks xmlns:a="http://schemas.openxmlformats.org/drawingml/2006/main" noGrp="1"/>
          </p:cNvSpPr>
          <p:nvPr/>
        </p:nvSpPr>
        <p:spPr>
          <a:xfrm xmlns:a="http://schemas.openxmlformats.org/drawingml/2006/main">
            <a:off x="819150" y="1621780"/>
            <a:ext cx="5143500" cy="4213870"/>
          </a:xfrm>
          <a:prstGeom xmlns:a="http://schemas.openxmlformats.org/drawingml/2006/main" prst="roundRect">
            <a:avLst>
              <a:gd name="adj" fmla="val 2863"/>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895" name="Google Shape;895;p100">
            <a:extLst xmlns:a="http://schemas.openxmlformats.org/drawingml/2006/main">
              <a:ext uri="{FF2B5EF4-FFF2-40B4-BE49-F238E27FC236}">
                <a16:creationId xmlns:a16="http://schemas.microsoft.com/office/drawing/2014/main" id="{E6BBE7A4-D3B1-4C99-95E8-D5EB75C79999}"/>
              </a:ext>
            </a:extLst>
          </p:cNvPr>
          <p:cNvSpPr>
            <a:spLocks xmlns:a="http://schemas.openxmlformats.org/drawingml/2006/main" noGrp="1"/>
          </p:cNvSpPr>
          <p:nvPr/>
        </p:nvSpPr>
        <p:spPr>
          <a:xfrm xmlns:a="http://schemas.openxmlformats.org/drawingml/2006/main">
            <a:off x="1130300" y="1932930"/>
            <a:ext cx="4656836"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F6DB5"/>
              </a:buClr>
              <a:buSzPts val="1200"/>
              <a:buFont typeface="JetBrains Mono"/>
              <a:buNone/>
            </a:pPr>
            <a:r>
              <a:rPr sz="1200" b="0" i="0" u="none" strike="noStrike" cap="none">
                <a:solidFill>
                  <a:srgbClr val="2F6DB5"/>
                </a:solidFill>
                <a:latin typeface="JetBrains Mono"/>
                <a:ea typeface="JetBrains Mono"/>
                <a:cs typeface="JetBrains Mono"/>
              </a:rPr>
              <a:t>RETRIEVER · DONE EARLIER</a:t>
            </a:r>
            <a:endParaRPr sz="1200" b="0" i="0" u="none" strike="noStrike" cap="none">
              <a:solidFill>
                <a:schemeClr val="dk1"/>
              </a:solidFill>
              <a:latin typeface="IBM Plex Sans"/>
              <a:ea typeface="IBM Plex Sans"/>
              <a:cs typeface="IBM Plex Sans"/>
            </a:endParaRPr>
          </a:p>
        </p:txBody>
      </p:sp>
      <p:sp>
        <p:nvSpPr>
          <p:cNvPr id="896" name="Google Shape;896;p100">
            <a:extLst xmlns:a="http://schemas.openxmlformats.org/drawingml/2006/main">
              <a:ext uri="{FF2B5EF4-FFF2-40B4-BE49-F238E27FC236}">
                <a16:creationId xmlns:a16="http://schemas.microsoft.com/office/drawing/2014/main" id="{6E130FFA-5B75-4885-BB22-A53CD074B7DA}"/>
              </a:ext>
            </a:extLst>
          </p:cNvPr>
          <p:cNvSpPr>
            <a:spLocks xmlns:a="http://schemas.openxmlformats.org/drawingml/2006/main" noGrp="1"/>
          </p:cNvSpPr>
          <p:nvPr/>
        </p:nvSpPr>
        <p:spPr>
          <a:xfrm xmlns:a="http://schemas.openxmlformats.org/drawingml/2006/main">
            <a:off x="1130300" y="2298650"/>
            <a:ext cx="4656836" cy="3606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2200"/>
              <a:buFont typeface="IBM Plex Sans"/>
              <a:buNone/>
            </a:pPr>
            <a:r>
              <a:rPr sz="2200" b="1" i="0" u="none" strike="noStrike" cap="none">
                <a:solidFill>
                  <a:srgbClr val="16202E"/>
                </a:solidFill>
                <a:latin typeface="IBM Plex Sans"/>
                <a:ea typeface="IBM Plex Sans"/>
                <a:cs typeface="IBM Plex Sans"/>
              </a:rPr>
              <a:t>Which chunks the LLM sees</a:t>
            </a:r>
            <a:endParaRPr sz="2200" b="0" i="0" u="none" strike="noStrike" cap="none">
              <a:solidFill>
                <a:schemeClr val="dk1"/>
              </a:solidFill>
              <a:latin typeface="IBM Plex Sans"/>
              <a:ea typeface="IBM Plex Sans"/>
              <a:cs typeface="IBM Plex Sans"/>
            </a:endParaRPr>
          </a:p>
        </p:txBody>
      </p:sp>
      <p:sp>
        <p:nvSpPr>
          <p:cNvPr id="897" name="Google Shape;897;p100">
            <a:extLst xmlns:a="http://schemas.openxmlformats.org/drawingml/2006/main">
              <a:ext uri="{FF2B5EF4-FFF2-40B4-BE49-F238E27FC236}">
                <a16:creationId xmlns:a16="http://schemas.microsoft.com/office/drawing/2014/main" id="{F90A2901-E6B2-4435-8508-72D812F37AEC}"/>
              </a:ext>
            </a:extLst>
          </p:cNvPr>
          <p:cNvSpPr>
            <a:spLocks xmlns:a="http://schemas.openxmlformats.org/drawingml/2006/main" noGrp="1"/>
          </p:cNvSpPr>
          <p:nvPr/>
        </p:nvSpPr>
        <p:spPr>
          <a:xfrm xmlns:a="http://schemas.openxmlformats.org/drawingml/2006/main">
            <a:off x="1130300" y="2786311"/>
            <a:ext cx="4656836" cy="55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500"/>
              <a:buFont typeface="IBM Plex Sans"/>
              <a:buNone/>
            </a:pPr>
            <a:r>
              <a:rPr sz="1500" b="0" i="0" u="none" strike="noStrike" cap="none">
                <a:solidFill>
                  <a:srgbClr val="4A5568"/>
                </a:solidFill>
                <a:latin typeface="IBM Plex Sans"/>
                <a:ea typeface="IBM Plex Sans"/>
                <a:cs typeface="IBM Plex Sans"/>
              </a:rPr>
              <a:t>bge‑base‑en‑v1.5 embedding model, contrastive loss on question → chunk pairs.</a:t>
            </a:r>
            <a:endParaRPr sz="1500" b="0" i="0" u="none" strike="noStrike" cap="none">
              <a:solidFill>
                <a:schemeClr val="dk1"/>
              </a:solidFill>
              <a:latin typeface="IBM Plex Sans"/>
              <a:ea typeface="IBM Plex Sans"/>
              <a:cs typeface="IBM Plex Sans"/>
            </a:endParaRPr>
          </a:p>
        </p:txBody>
      </p:sp>
      <p:sp>
        <p:nvSpPr>
          <p:cNvPr id="898" name="Google Shape;898;p100">
            <a:extLst xmlns:a="http://schemas.openxmlformats.org/drawingml/2006/main">
              <a:ext uri="{FF2B5EF4-FFF2-40B4-BE49-F238E27FC236}">
                <a16:creationId xmlns:a16="http://schemas.microsoft.com/office/drawing/2014/main" id="{2D685D5C-BA0D-4F90-B04B-5E96FB49690F}"/>
              </a:ext>
            </a:extLst>
          </p:cNvPr>
          <p:cNvSpPr>
            <a:spLocks xmlns:a="http://schemas.openxmlformats.org/drawingml/2006/main" noGrp="1"/>
          </p:cNvSpPr>
          <p:nvPr/>
        </p:nvSpPr>
        <p:spPr>
          <a:xfrm xmlns:a="http://schemas.openxmlformats.org/drawingml/2006/main">
            <a:off x="1130300" y="4991100"/>
            <a:ext cx="4656836" cy="55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500"/>
              <a:buFont typeface="IBM Plex Sans"/>
              <a:buNone/>
            </a:pPr>
            <a:r>
              <a:rPr sz="1500" b="1" i="0" u="none" strike="noStrike" cap="none">
                <a:solidFill>
                  <a:srgbClr val="16202E"/>
                </a:solidFill>
                <a:latin typeface="IBM Plex Sans"/>
                <a:ea typeface="IBM Plex Sans"/>
                <a:cs typeface="IBM Plex Sans"/>
              </a:rPr>
              <a:t>Recall@5: 64.6% → 68.7%</a:t>
            </a:r>
            <a:r>
              <a:rPr sz="1500" b="0" i="0" u="none" strike="noStrike" cap="none">
                <a:solidFill>
                  <a:srgbClr val="16202E"/>
                </a:solidFill>
                <a:latin typeface="IBM Plex Sans"/>
                <a:ea typeface="IBM Plex Sans"/>
                <a:cs typeface="IBM Plex Sans"/>
              </a:rPr>
              <a:t> on the held‑out brochure</a:t>
            </a:r>
            <a:endParaRPr sz="1500" b="0" i="0" u="none" strike="noStrike" cap="none">
              <a:solidFill>
                <a:schemeClr val="dk1"/>
              </a:solidFill>
              <a:latin typeface="IBM Plex Sans"/>
              <a:ea typeface="IBM Plex Sans"/>
              <a:cs typeface="IBM Plex Sans"/>
            </a:endParaRPr>
          </a:p>
        </p:txBody>
      </p:sp>
      <p:sp>
        <p:nvSpPr>
          <p:cNvPr id="899" name="Google Shape;899;p100">
            <a:extLst xmlns:a="http://schemas.openxmlformats.org/drawingml/2006/main">
              <a:ext uri="{FF2B5EF4-FFF2-40B4-BE49-F238E27FC236}">
                <a16:creationId xmlns:a16="http://schemas.microsoft.com/office/drawing/2014/main" id="{0738FDAE-8C6A-47AF-8236-81C663EAC1E6}"/>
              </a:ext>
            </a:extLst>
          </p:cNvPr>
          <p:cNvSpPr>
            <a:spLocks xmlns:a="http://schemas.openxmlformats.org/drawingml/2006/main" noGrp="1"/>
          </p:cNvSpPr>
          <p:nvPr/>
        </p:nvSpPr>
        <p:spPr>
          <a:xfrm xmlns:a="http://schemas.openxmlformats.org/drawingml/2006/main">
            <a:off x="6229350" y="1621780"/>
            <a:ext cx="5143500" cy="4213870"/>
          </a:xfrm>
          <a:prstGeom xmlns:a="http://schemas.openxmlformats.org/drawingml/2006/main" prst="roundRect">
            <a:avLst>
              <a:gd name="adj" fmla="val 2863"/>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00" name="Google Shape;900;p100">
            <a:extLst xmlns:a="http://schemas.openxmlformats.org/drawingml/2006/main">
              <a:ext uri="{FF2B5EF4-FFF2-40B4-BE49-F238E27FC236}">
                <a16:creationId xmlns:a16="http://schemas.microsoft.com/office/drawing/2014/main" id="{5A696112-9922-48D9-8064-32EA604CD72F}"/>
              </a:ext>
            </a:extLst>
          </p:cNvPr>
          <p:cNvSpPr>
            <a:spLocks xmlns:a="http://schemas.openxmlformats.org/drawingml/2006/main" noGrp="1"/>
          </p:cNvSpPr>
          <p:nvPr/>
        </p:nvSpPr>
        <p:spPr>
          <a:xfrm xmlns:a="http://schemas.openxmlformats.org/drawingml/2006/main">
            <a:off x="6540500" y="1932930"/>
            <a:ext cx="4656836"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4481A"/>
              </a:buClr>
              <a:buSzPts val="1200"/>
              <a:buFont typeface="JetBrains Mono"/>
              <a:buNone/>
            </a:pPr>
            <a:r>
              <a:rPr sz="1200" b="0" i="0" u="none" strike="noStrike" cap="none">
                <a:solidFill>
                  <a:srgbClr val="B4481A"/>
                </a:solidFill>
                <a:latin typeface="JetBrains Mono"/>
                <a:ea typeface="JetBrains Mono"/>
                <a:cs typeface="JetBrains Mono"/>
              </a:rPr>
              <a:t>GENERATOR · THIS DECK</a:t>
            </a:r>
            <a:endParaRPr sz="1200" b="0" i="0" u="none" strike="noStrike" cap="none">
              <a:solidFill>
                <a:schemeClr val="dk1"/>
              </a:solidFill>
              <a:latin typeface="IBM Plex Sans"/>
              <a:ea typeface="IBM Plex Sans"/>
              <a:cs typeface="IBM Plex Sans"/>
            </a:endParaRPr>
          </a:p>
        </p:txBody>
      </p:sp>
      <p:sp>
        <p:nvSpPr>
          <p:cNvPr id="901" name="Google Shape;901;p100">
            <a:extLst xmlns:a="http://schemas.openxmlformats.org/drawingml/2006/main">
              <a:ext uri="{FF2B5EF4-FFF2-40B4-BE49-F238E27FC236}">
                <a16:creationId xmlns:a16="http://schemas.microsoft.com/office/drawing/2014/main" id="{D5CAF486-7946-45CA-895A-A2F739D9694B}"/>
              </a:ext>
            </a:extLst>
          </p:cNvPr>
          <p:cNvSpPr>
            <a:spLocks xmlns:a="http://schemas.openxmlformats.org/drawingml/2006/main" noGrp="1"/>
          </p:cNvSpPr>
          <p:nvPr/>
        </p:nvSpPr>
        <p:spPr>
          <a:xfrm xmlns:a="http://schemas.openxmlformats.org/drawingml/2006/main">
            <a:off x="6540500" y="2298650"/>
            <a:ext cx="4656836" cy="3606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2200"/>
              <a:buFont typeface="IBM Plex Sans"/>
              <a:buNone/>
            </a:pPr>
            <a:r>
              <a:rPr sz="2200" b="1" i="0" u="none" strike="noStrike" cap="none">
                <a:solidFill>
                  <a:srgbClr val="16202E"/>
                </a:solidFill>
                <a:latin typeface="IBM Plex Sans"/>
                <a:ea typeface="IBM Plex Sans"/>
                <a:cs typeface="IBM Plex Sans"/>
              </a:rPr>
              <a:t>How the LLM answers from them</a:t>
            </a:r>
            <a:endParaRPr sz="2200" b="0" i="0" u="none" strike="noStrike" cap="none">
              <a:solidFill>
                <a:schemeClr val="dk1"/>
              </a:solidFill>
              <a:latin typeface="IBM Plex Sans"/>
              <a:ea typeface="IBM Plex Sans"/>
              <a:cs typeface="IBM Plex Sans"/>
            </a:endParaRPr>
          </a:p>
        </p:txBody>
      </p:sp>
      <p:sp>
        <p:nvSpPr>
          <p:cNvPr id="902" name="Google Shape;902;p100">
            <a:extLst xmlns:a="http://schemas.openxmlformats.org/drawingml/2006/main">
              <a:ext uri="{FF2B5EF4-FFF2-40B4-BE49-F238E27FC236}">
                <a16:creationId xmlns:a16="http://schemas.microsoft.com/office/drawing/2014/main" id="{27A6A22B-D957-4AE4-A2A6-E0F1EE0903B0}"/>
              </a:ext>
            </a:extLst>
          </p:cNvPr>
          <p:cNvSpPr>
            <a:spLocks xmlns:a="http://schemas.openxmlformats.org/drawingml/2006/main" noGrp="1"/>
          </p:cNvSpPr>
          <p:nvPr/>
        </p:nvSpPr>
        <p:spPr>
          <a:xfrm xmlns:a="http://schemas.openxmlformats.org/drawingml/2006/main">
            <a:off x="6540500" y="2786311"/>
            <a:ext cx="4656836" cy="55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500"/>
              <a:buFont typeface="IBM Plex Sans"/>
              <a:buNone/>
            </a:pPr>
            <a:r>
              <a:rPr sz="1500" b="0" i="0" u="none" strike="noStrike" cap="none">
                <a:solidFill>
                  <a:srgbClr val="4A5568"/>
                </a:solidFill>
                <a:latin typeface="IBM Plex Sans"/>
                <a:ea typeface="IBM Plex Sans"/>
                <a:cs typeface="IBM Plex Sans"/>
              </a:rPr>
              <a:t>Qwen2.5‑1.5B‑Instruct chat model, LoRA instruction finetuning on passage + question → answer.</a:t>
            </a:r>
            <a:endParaRPr sz="1500" b="0" i="0" u="none" strike="noStrike" cap="none">
              <a:solidFill>
                <a:schemeClr val="dk1"/>
              </a:solidFill>
              <a:latin typeface="IBM Plex Sans"/>
              <a:ea typeface="IBM Plex Sans"/>
              <a:cs typeface="IBM Plex Sans"/>
            </a:endParaRPr>
          </a:p>
        </p:txBody>
      </p:sp>
      <p:sp>
        <p:nvSpPr>
          <p:cNvPr id="903" name="Google Shape;903;p100">
            <a:extLst xmlns:a="http://schemas.openxmlformats.org/drawingml/2006/main">
              <a:ext uri="{FF2B5EF4-FFF2-40B4-BE49-F238E27FC236}">
                <a16:creationId xmlns:a16="http://schemas.microsoft.com/office/drawing/2014/main" id="{A5B4875F-2834-46F9-A916-60EC378ED6FF}"/>
              </a:ext>
            </a:extLst>
          </p:cNvPr>
          <p:cNvSpPr>
            <a:spLocks xmlns:a="http://schemas.openxmlformats.org/drawingml/2006/main" noGrp="1"/>
          </p:cNvSpPr>
          <p:nvPr/>
        </p:nvSpPr>
        <p:spPr>
          <a:xfrm xmlns:a="http://schemas.openxmlformats.org/drawingml/2006/main">
            <a:off x="6540500" y="5257800"/>
            <a:ext cx="4656836" cy="29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500"/>
              <a:buFont typeface="IBM Plex Sans"/>
              <a:buNone/>
            </a:pPr>
            <a:r>
              <a:rPr sz="1500" b="1" i="0" u="none" strike="noStrike" cap="none">
                <a:solidFill>
                  <a:srgbClr val="16202E"/>
                </a:solidFill>
                <a:latin typeface="IBM Plex Sans"/>
                <a:ea typeface="IBM Plex Sans"/>
                <a:cs typeface="IBM Plex Sans"/>
              </a:rPr>
              <a:t>Answer F1: 0.51 → 0.57</a:t>
            </a:r>
            <a:r>
              <a:rPr sz="1500" b="0" i="0" u="none" strike="noStrike" cap="none">
                <a:solidFill>
                  <a:srgbClr val="16202E"/>
                </a:solidFill>
                <a:latin typeface="IBM Plex Sans"/>
                <a:ea typeface="IBM Plex Sans"/>
                <a:cs typeface="IBM Plex Sans"/>
              </a:rPr>
              <a:t> on the held‑out brochure</a:t>
            </a:r>
            <a:endParaRPr sz="1500" b="0" i="0" u="none" strike="noStrike" cap="none">
              <a:solidFill>
                <a:schemeClr val="dk1"/>
              </a:solidFill>
              <a:latin typeface="IBM Plex Sans"/>
              <a:ea typeface="IBM Plex Sans"/>
              <a:cs typeface="IBM Plex Sans"/>
            </a:endParaRPr>
          </a:p>
        </p:txBody>
      </p:sp>
      <p:sp>
        <p:nvSpPr>
          <p:cNvPr id="904" name="Google Shape;904;p100">
            <a:extLst xmlns:a="http://schemas.openxmlformats.org/drawingml/2006/main">
              <a:ext uri="{FF2B5EF4-FFF2-40B4-BE49-F238E27FC236}">
                <a16:creationId xmlns:a16="http://schemas.microsoft.com/office/drawing/2014/main" id="{7703371E-E319-463F-8904-866C273A350B}"/>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The slide that started this: instruction finetuning with direct and chain‑of‑thought data (FLAN, arXiv 2210.11416)</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820252792"/>
      </p:ext>
    </p:extLst>
  </p:cSld>
</p:sld>
</file>

<file path=ppt/slides/slide11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10" name="Google Shape;910;p101">
            <a:extLst xmlns:a="http://schemas.openxmlformats.org/drawingml/2006/main">
              <a:ext uri="{FF2B5EF4-FFF2-40B4-BE49-F238E27FC236}">
                <a16:creationId xmlns:a16="http://schemas.microsoft.com/office/drawing/2014/main" id="{495A3417-D56B-4CFA-BDA7-41FC6D3B7C36}"/>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The pipeline, end to end</a:t>
            </a:r>
            <a:endParaRPr sz="3200"/>
          </a:p>
        </p:txBody>
      </p:sp>
      <p:sp>
        <p:nvSpPr>
          <p:cNvPr id="911" name="Google Shape;911;p101">
            <a:extLst xmlns:a="http://schemas.openxmlformats.org/drawingml/2006/main">
              <a:ext uri="{FF2B5EF4-FFF2-40B4-BE49-F238E27FC236}">
                <a16:creationId xmlns:a16="http://schemas.microsoft.com/office/drawing/2014/main" id="{6E3B6944-7F92-4718-A643-5C2187784815}"/>
              </a:ext>
            </a:extLst>
          </p:cNvPr>
          <p:cNvSpPr>
            <a:spLocks xmlns:a="http://schemas.openxmlformats.org/drawingml/2006/main" noGrp="1"/>
          </p:cNvSpPr>
          <p:nvPr/>
        </p:nvSpPr>
        <p:spPr>
          <a:xfrm xmlns:a="http://schemas.openxmlformats.org/drawingml/2006/main">
            <a:off x="819150" y="1672580"/>
            <a:ext cx="2286000" cy="2316361"/>
          </a:xfrm>
          <a:prstGeom xmlns:a="http://schemas.openxmlformats.org/drawingml/2006/main" prst="roundRect">
            <a:avLst>
              <a:gd name="adj" fmla="val 5278"/>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12" name="Google Shape;912;p101">
            <a:extLst xmlns:a="http://schemas.openxmlformats.org/drawingml/2006/main">
              <a:ext uri="{FF2B5EF4-FFF2-40B4-BE49-F238E27FC236}">
                <a16:creationId xmlns:a16="http://schemas.microsoft.com/office/drawing/2014/main" id="{910CE755-1407-4D77-9834-CE33CA409C81}"/>
              </a:ext>
            </a:extLst>
          </p:cNvPr>
          <p:cNvSpPr>
            <a:spLocks xmlns:a="http://schemas.openxmlformats.org/drawingml/2006/main" noGrp="1"/>
          </p:cNvSpPr>
          <p:nvPr/>
        </p:nvSpPr>
        <p:spPr>
          <a:xfrm xmlns:a="http://schemas.openxmlformats.org/drawingml/2006/main">
            <a:off x="1054100" y="1907530"/>
            <a:ext cx="1870583"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F6DB5"/>
              </a:buClr>
              <a:buSzPts val="1200"/>
              <a:buFont typeface="JetBrains Mono"/>
              <a:buNone/>
            </a:pPr>
            <a:r>
              <a:rPr sz="1200" b="0" i="0" u="none" strike="noStrike" cap="none">
                <a:solidFill>
                  <a:srgbClr val="2F6DB5"/>
                </a:solidFill>
                <a:latin typeface="JetBrains Mono"/>
                <a:ea typeface="JetBrains Mono"/>
                <a:cs typeface="JetBrains Mono"/>
              </a:rPr>
              <a:t>01</a:t>
            </a:r>
            <a:endParaRPr sz="1200" b="0" i="0" u="none" strike="noStrike" cap="none">
              <a:solidFill>
                <a:schemeClr val="dk1"/>
              </a:solidFill>
              <a:latin typeface="IBM Plex Sans"/>
              <a:ea typeface="IBM Plex Sans"/>
              <a:cs typeface="IBM Plex Sans"/>
            </a:endParaRPr>
          </a:p>
        </p:txBody>
      </p:sp>
      <p:sp>
        <p:nvSpPr>
          <p:cNvPr id="913" name="Google Shape;913;p101">
            <a:extLst xmlns:a="http://schemas.openxmlformats.org/drawingml/2006/main">
              <a:ext uri="{FF2B5EF4-FFF2-40B4-BE49-F238E27FC236}">
                <a16:creationId xmlns:a16="http://schemas.microsoft.com/office/drawing/2014/main" id="{095433B8-CF86-4DE3-9365-D950031EB3F5}"/>
              </a:ext>
            </a:extLst>
          </p:cNvPr>
          <p:cNvSpPr>
            <a:spLocks xmlns:a="http://schemas.openxmlformats.org/drawingml/2006/main" noGrp="1"/>
          </p:cNvSpPr>
          <p:nvPr/>
        </p:nvSpPr>
        <p:spPr>
          <a:xfrm xmlns:a="http://schemas.openxmlformats.org/drawingml/2006/main">
            <a:off x="1054100" y="2222450"/>
            <a:ext cx="1870583" cy="299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800"/>
              <a:buFont typeface="IBM Plex Sans"/>
              <a:buNone/>
            </a:pPr>
            <a:r>
              <a:rPr sz="1800" b="1" i="0" u="none" strike="noStrike" cap="none">
                <a:solidFill>
                  <a:srgbClr val="16202E"/>
                </a:solidFill>
                <a:latin typeface="IBM Plex Sans"/>
                <a:ea typeface="IBM Plex Sans"/>
                <a:cs typeface="IBM Plex Sans"/>
              </a:rPr>
              <a:t>QA pairs</a:t>
            </a:r>
            <a:endParaRPr sz="1800" b="0" i="0" u="none" strike="noStrike" cap="none">
              <a:solidFill>
                <a:schemeClr val="dk1"/>
              </a:solidFill>
              <a:latin typeface="IBM Plex Sans"/>
              <a:ea typeface="IBM Plex Sans"/>
              <a:cs typeface="IBM Plex Sans"/>
            </a:endParaRPr>
          </a:p>
        </p:txBody>
      </p:sp>
      <p:sp>
        <p:nvSpPr>
          <p:cNvPr id="914" name="Google Shape;914;p101">
            <a:extLst xmlns:a="http://schemas.openxmlformats.org/drawingml/2006/main">
              <a:ext uri="{FF2B5EF4-FFF2-40B4-BE49-F238E27FC236}">
                <a16:creationId xmlns:a16="http://schemas.microsoft.com/office/drawing/2014/main" id="{7B8C013A-20B9-4F4C-891D-552CDD1E0C6F}"/>
              </a:ext>
            </a:extLst>
          </p:cNvPr>
          <p:cNvSpPr>
            <a:spLocks xmlns:a="http://schemas.openxmlformats.org/drawingml/2006/main" noGrp="1"/>
          </p:cNvSpPr>
          <p:nvPr/>
        </p:nvSpPr>
        <p:spPr>
          <a:xfrm xmlns:a="http://schemas.openxmlformats.org/drawingml/2006/main">
            <a:off x="1054100" y="2598341"/>
            <a:ext cx="1870583" cy="94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300"/>
              <a:buFont typeface="IBM Plex Sans"/>
              <a:buNone/>
            </a:pPr>
            <a:r>
              <a:rPr sz="1300" b="0" i="0" u="none" strike="noStrike" cap="none">
                <a:solidFill>
                  <a:srgbClr val="4A5568"/>
                </a:solidFill>
                <a:latin typeface="IBM Plex Sans"/>
                <a:ea typeface="IBM Plex Sans"/>
                <a:cs typeface="IBM Plex Sans"/>
              </a:rPr>
              <a:t>Synthetic RAGAS questions + reference answers from the GEHA dental PDFs</a:t>
            </a:r>
            <a:endParaRPr sz="1300" b="0" i="0" u="none" strike="noStrike" cap="none">
              <a:solidFill>
                <a:schemeClr val="dk1"/>
              </a:solidFill>
              <a:latin typeface="IBM Plex Sans"/>
              <a:ea typeface="IBM Plex Sans"/>
              <a:cs typeface="IBM Plex Sans"/>
            </a:endParaRPr>
          </a:p>
        </p:txBody>
      </p:sp>
      <p:pic>
        <p:nvPicPr>
          <p:cNvPr id="915" name="Google Shape;915;p101">
            <a:extLst xmlns:a="http://schemas.openxmlformats.org/drawingml/2006/main">
              <a:ext uri="{FF2B5EF4-FFF2-40B4-BE49-F238E27FC236}">
                <a16:creationId xmlns:a16="http://schemas.microsoft.com/office/drawing/2014/main" id="{420E686E-B1FF-45DB-B19E-701D511E6C2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c9a67bd52041c1">
            <a:alphaModFix/>
          </a:blip>
          <a:srcRect xmlns:a="http://schemas.openxmlformats.org/drawingml/2006/main" l="0" t="0" r="0" b="0"/>
          <a:stretch xmlns:a="http://schemas.openxmlformats.org/drawingml/2006/main"/>
        </p:blipFill>
        <p:spPr>
          <a:xfrm xmlns:a="http://schemas.openxmlformats.org/drawingml/2006/main">
            <a:off x="3213100" y="1666230"/>
            <a:ext cx="254000" cy="101600"/>
          </a:xfrm>
          <a:prstGeom xmlns:a="http://schemas.openxmlformats.org/drawingml/2006/main" prst="rect">
            <a:avLst/>
          </a:prstGeom>
          <a:ln xmlns:a="http://schemas.openxmlformats.org/drawingml/2006/main">
            <a:noFill/>
          </a:ln>
        </p:spPr>
      </p:pic>
      <p:sp>
        <p:nvSpPr>
          <p:cNvPr id="916" name="Google Shape;916;p101">
            <a:extLst xmlns:a="http://schemas.openxmlformats.org/drawingml/2006/main">
              <a:ext uri="{FF2B5EF4-FFF2-40B4-BE49-F238E27FC236}">
                <a16:creationId xmlns:a16="http://schemas.microsoft.com/office/drawing/2014/main" id="{B04DCEA8-FF0D-4869-80DC-E53E6D2D822F}"/>
              </a:ext>
            </a:extLst>
          </p:cNvPr>
          <p:cNvSpPr>
            <a:spLocks xmlns:a="http://schemas.openxmlformats.org/drawingml/2006/main" noGrp="1"/>
          </p:cNvSpPr>
          <p:nvPr/>
        </p:nvSpPr>
        <p:spPr>
          <a:xfrm xmlns:a="http://schemas.openxmlformats.org/drawingml/2006/main">
            <a:off x="3575050" y="1672580"/>
            <a:ext cx="2286000" cy="2316361"/>
          </a:xfrm>
          <a:prstGeom xmlns:a="http://schemas.openxmlformats.org/drawingml/2006/main" prst="roundRect">
            <a:avLst>
              <a:gd name="adj" fmla="val 5278"/>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17" name="Google Shape;917;p101">
            <a:extLst xmlns:a="http://schemas.openxmlformats.org/drawingml/2006/main">
              <a:ext uri="{FF2B5EF4-FFF2-40B4-BE49-F238E27FC236}">
                <a16:creationId xmlns:a16="http://schemas.microsoft.com/office/drawing/2014/main" id="{824954E8-0AB2-4A2A-AF12-5322FA037ABB}"/>
              </a:ext>
            </a:extLst>
          </p:cNvPr>
          <p:cNvSpPr>
            <a:spLocks xmlns:a="http://schemas.openxmlformats.org/drawingml/2006/main" noGrp="1"/>
          </p:cNvSpPr>
          <p:nvPr/>
        </p:nvSpPr>
        <p:spPr>
          <a:xfrm xmlns:a="http://schemas.openxmlformats.org/drawingml/2006/main">
            <a:off x="3810000" y="1907530"/>
            <a:ext cx="1870583"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F6DB5"/>
              </a:buClr>
              <a:buSzPts val="1200"/>
              <a:buFont typeface="JetBrains Mono"/>
              <a:buNone/>
            </a:pPr>
            <a:r>
              <a:rPr sz="1200" b="0" i="0" u="none" strike="noStrike" cap="none">
                <a:solidFill>
                  <a:srgbClr val="2F6DB5"/>
                </a:solidFill>
                <a:latin typeface="JetBrains Mono"/>
                <a:ea typeface="JetBrains Mono"/>
                <a:cs typeface="JetBrains Mono"/>
              </a:rPr>
              <a:t>02</a:t>
            </a:r>
            <a:endParaRPr sz="1200" b="0" i="0" u="none" strike="noStrike" cap="none">
              <a:solidFill>
                <a:schemeClr val="dk1"/>
              </a:solidFill>
              <a:latin typeface="IBM Plex Sans"/>
              <a:ea typeface="IBM Plex Sans"/>
              <a:cs typeface="IBM Plex Sans"/>
            </a:endParaRPr>
          </a:p>
        </p:txBody>
      </p:sp>
      <p:sp>
        <p:nvSpPr>
          <p:cNvPr id="918" name="Google Shape;918;p101">
            <a:extLst xmlns:a="http://schemas.openxmlformats.org/drawingml/2006/main">
              <a:ext uri="{FF2B5EF4-FFF2-40B4-BE49-F238E27FC236}">
                <a16:creationId xmlns:a16="http://schemas.microsoft.com/office/drawing/2014/main" id="{EF82BC15-04E6-4EB1-BDBD-E5C022F9FDE8}"/>
              </a:ext>
            </a:extLst>
          </p:cNvPr>
          <p:cNvSpPr>
            <a:spLocks xmlns:a="http://schemas.openxmlformats.org/drawingml/2006/main" noGrp="1"/>
          </p:cNvSpPr>
          <p:nvPr/>
        </p:nvSpPr>
        <p:spPr>
          <a:xfrm xmlns:a="http://schemas.openxmlformats.org/drawingml/2006/main">
            <a:off x="3810000" y="2222450"/>
            <a:ext cx="1870583" cy="299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800"/>
              <a:buFont typeface="IBM Plex Sans"/>
              <a:buNone/>
            </a:pPr>
            <a:r>
              <a:rPr sz="1800" b="1" i="0" u="none" strike="noStrike" cap="none">
                <a:solidFill>
                  <a:srgbClr val="16202E"/>
                </a:solidFill>
                <a:latin typeface="IBM Plex Sans"/>
                <a:ea typeface="IBM Plex Sans"/>
                <a:cs typeface="IBM Plex Sans"/>
              </a:rPr>
              <a:t>SFT builder</a:t>
            </a:r>
            <a:endParaRPr sz="1800" b="0" i="0" u="none" strike="noStrike" cap="none">
              <a:solidFill>
                <a:schemeClr val="dk1"/>
              </a:solidFill>
              <a:latin typeface="IBM Plex Sans"/>
              <a:ea typeface="IBM Plex Sans"/>
              <a:cs typeface="IBM Plex Sans"/>
            </a:endParaRPr>
          </a:p>
        </p:txBody>
      </p:sp>
      <p:sp>
        <p:nvSpPr>
          <p:cNvPr id="919" name="Google Shape;919;p101">
            <a:extLst xmlns:a="http://schemas.openxmlformats.org/drawingml/2006/main">
              <a:ext uri="{FF2B5EF4-FFF2-40B4-BE49-F238E27FC236}">
                <a16:creationId xmlns:a16="http://schemas.microsoft.com/office/drawing/2014/main" id="{A36EDA6A-C2C8-40D1-B455-445235DB2A7A}"/>
              </a:ext>
            </a:extLst>
          </p:cNvPr>
          <p:cNvSpPr>
            <a:spLocks xmlns:a="http://schemas.openxmlformats.org/drawingml/2006/main" noGrp="1"/>
          </p:cNvSpPr>
          <p:nvPr/>
        </p:nvSpPr>
        <p:spPr>
          <a:xfrm xmlns:a="http://schemas.openxmlformats.org/drawingml/2006/main">
            <a:off x="3810000" y="2598341"/>
            <a:ext cx="1870583" cy="1181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300"/>
              <a:buFont typeface="IBM Plex Sans"/>
              <a:buNone/>
            </a:pPr>
            <a:r>
              <a:rPr sz="1300" b="0" i="0" u="none" strike="noStrike" cap="none">
                <a:solidFill>
                  <a:srgbClr val="4A5568"/>
                </a:solidFill>
                <a:latin typeface="IBM Plex Sans"/>
                <a:ea typeface="IBM Plex Sans"/>
                <a:cs typeface="IBM Plex Sans"/>
              </a:rPr>
              <a:t>Gold passage + 2 distractors, shuffled. One direct and one chain‑of‑thought target each</a:t>
            </a:r>
            <a:endParaRPr sz="1300" b="0" i="0" u="none" strike="noStrike" cap="none">
              <a:solidFill>
                <a:schemeClr val="dk1"/>
              </a:solidFill>
              <a:latin typeface="IBM Plex Sans"/>
              <a:ea typeface="IBM Plex Sans"/>
              <a:cs typeface="IBM Plex Sans"/>
            </a:endParaRPr>
          </a:p>
        </p:txBody>
      </p:sp>
      <p:pic>
        <p:nvPicPr>
          <p:cNvPr id="920" name="Google Shape;920;p101">
            <a:extLst xmlns:a="http://schemas.openxmlformats.org/drawingml/2006/main">
              <a:ext uri="{FF2B5EF4-FFF2-40B4-BE49-F238E27FC236}">
                <a16:creationId xmlns:a16="http://schemas.microsoft.com/office/drawing/2014/main" id="{68179096-4945-4E56-8BFA-1B32886BE1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c9a67bd52041c1">
            <a:alphaModFix/>
          </a:blip>
          <a:srcRect xmlns:a="http://schemas.openxmlformats.org/drawingml/2006/main" l="0" t="0" r="0" b="0"/>
          <a:stretch xmlns:a="http://schemas.openxmlformats.org/drawingml/2006/main"/>
        </p:blipFill>
        <p:spPr>
          <a:xfrm xmlns:a="http://schemas.openxmlformats.org/drawingml/2006/main">
            <a:off x="5969000" y="1666230"/>
            <a:ext cx="254000" cy="101600"/>
          </a:xfrm>
          <a:prstGeom xmlns:a="http://schemas.openxmlformats.org/drawingml/2006/main" prst="rect">
            <a:avLst/>
          </a:prstGeom>
          <a:ln xmlns:a="http://schemas.openxmlformats.org/drawingml/2006/main">
            <a:noFill/>
          </a:ln>
        </p:spPr>
      </p:pic>
      <p:sp>
        <p:nvSpPr>
          <p:cNvPr id="921" name="Google Shape;921;p101">
            <a:extLst xmlns:a="http://schemas.openxmlformats.org/drawingml/2006/main">
              <a:ext uri="{FF2B5EF4-FFF2-40B4-BE49-F238E27FC236}">
                <a16:creationId xmlns:a16="http://schemas.microsoft.com/office/drawing/2014/main" id="{E542A6A0-FA5F-4CF5-A9EE-4B82A1FAC74D}"/>
              </a:ext>
            </a:extLst>
          </p:cNvPr>
          <p:cNvSpPr>
            <a:spLocks xmlns:a="http://schemas.openxmlformats.org/drawingml/2006/main" noGrp="1"/>
          </p:cNvSpPr>
          <p:nvPr/>
        </p:nvSpPr>
        <p:spPr>
          <a:xfrm xmlns:a="http://schemas.openxmlformats.org/drawingml/2006/main">
            <a:off x="6330950" y="1672580"/>
            <a:ext cx="2286000" cy="2316361"/>
          </a:xfrm>
          <a:prstGeom xmlns:a="http://schemas.openxmlformats.org/drawingml/2006/main" prst="roundRect">
            <a:avLst>
              <a:gd name="adj" fmla="val 5278"/>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22" name="Google Shape;922;p101">
            <a:extLst xmlns:a="http://schemas.openxmlformats.org/drawingml/2006/main">
              <a:ext uri="{FF2B5EF4-FFF2-40B4-BE49-F238E27FC236}">
                <a16:creationId xmlns:a16="http://schemas.microsoft.com/office/drawing/2014/main" id="{8D5D0B15-7380-4226-BF04-7D31B0ED7CA7}"/>
              </a:ext>
            </a:extLst>
          </p:cNvPr>
          <p:cNvSpPr>
            <a:spLocks xmlns:a="http://schemas.openxmlformats.org/drawingml/2006/main" noGrp="1"/>
          </p:cNvSpPr>
          <p:nvPr/>
        </p:nvSpPr>
        <p:spPr>
          <a:xfrm xmlns:a="http://schemas.openxmlformats.org/drawingml/2006/main">
            <a:off x="6565900" y="1907530"/>
            <a:ext cx="1870583"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4481A"/>
              </a:buClr>
              <a:buSzPts val="1200"/>
              <a:buFont typeface="JetBrains Mono"/>
              <a:buNone/>
            </a:pPr>
            <a:r>
              <a:rPr sz="1200" b="0" i="0" u="none" strike="noStrike" cap="none">
                <a:solidFill>
                  <a:srgbClr val="B4481A"/>
                </a:solidFill>
                <a:latin typeface="JetBrains Mono"/>
                <a:ea typeface="JetBrains Mono"/>
                <a:cs typeface="JetBrains Mono"/>
              </a:rPr>
              <a:t>03</a:t>
            </a:r>
            <a:endParaRPr sz="1200" b="0" i="0" u="none" strike="noStrike" cap="none">
              <a:solidFill>
                <a:schemeClr val="dk1"/>
              </a:solidFill>
              <a:latin typeface="IBM Plex Sans"/>
              <a:ea typeface="IBM Plex Sans"/>
              <a:cs typeface="IBM Plex Sans"/>
            </a:endParaRPr>
          </a:p>
        </p:txBody>
      </p:sp>
      <p:sp>
        <p:nvSpPr>
          <p:cNvPr id="923" name="Google Shape;923;p101">
            <a:extLst xmlns:a="http://schemas.openxmlformats.org/drawingml/2006/main">
              <a:ext uri="{FF2B5EF4-FFF2-40B4-BE49-F238E27FC236}">
                <a16:creationId xmlns:a16="http://schemas.microsoft.com/office/drawing/2014/main" id="{B23E8B44-59E0-495A-96F5-B83A6C9C34B8}"/>
              </a:ext>
            </a:extLst>
          </p:cNvPr>
          <p:cNvSpPr>
            <a:spLocks xmlns:a="http://schemas.openxmlformats.org/drawingml/2006/main" noGrp="1"/>
          </p:cNvSpPr>
          <p:nvPr/>
        </p:nvSpPr>
        <p:spPr>
          <a:xfrm xmlns:a="http://schemas.openxmlformats.org/drawingml/2006/main">
            <a:off x="6565900" y="2222450"/>
            <a:ext cx="1870583" cy="299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800"/>
              <a:buFont typeface="IBM Plex Sans"/>
              <a:buNone/>
            </a:pPr>
            <a:r>
              <a:rPr sz="1800" b="1" i="0" u="none" strike="noStrike" cap="none">
                <a:solidFill>
                  <a:srgbClr val="16202E"/>
                </a:solidFill>
                <a:latin typeface="IBM Plex Sans"/>
                <a:ea typeface="IBM Plex Sans"/>
                <a:cs typeface="IBM Plex Sans"/>
              </a:rPr>
              <a:t>LoRA training</a:t>
            </a:r>
            <a:endParaRPr sz="1800" b="0" i="0" u="none" strike="noStrike" cap="none">
              <a:solidFill>
                <a:schemeClr val="dk1"/>
              </a:solidFill>
              <a:latin typeface="IBM Plex Sans"/>
              <a:ea typeface="IBM Plex Sans"/>
              <a:cs typeface="IBM Plex Sans"/>
            </a:endParaRPr>
          </a:p>
        </p:txBody>
      </p:sp>
      <p:sp>
        <p:nvSpPr>
          <p:cNvPr id="924" name="Google Shape;924;p101">
            <a:extLst xmlns:a="http://schemas.openxmlformats.org/drawingml/2006/main">
              <a:ext uri="{FF2B5EF4-FFF2-40B4-BE49-F238E27FC236}">
                <a16:creationId xmlns:a16="http://schemas.microsoft.com/office/drawing/2014/main" id="{8DCFADAA-612A-4684-9633-D2C745120CB0}"/>
              </a:ext>
            </a:extLst>
          </p:cNvPr>
          <p:cNvSpPr>
            <a:spLocks xmlns:a="http://schemas.openxmlformats.org/drawingml/2006/main" noGrp="1"/>
          </p:cNvSpPr>
          <p:nvPr/>
        </p:nvSpPr>
        <p:spPr>
          <a:xfrm xmlns:a="http://schemas.openxmlformats.org/drawingml/2006/main">
            <a:off x="6565900" y="2598341"/>
            <a:ext cx="1870583" cy="94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300"/>
              <a:buFont typeface="IBM Plex Sans"/>
              <a:buNone/>
            </a:pPr>
            <a:r>
              <a:rPr sz="1300" b="0" i="0" u="none" strike="noStrike" cap="none">
                <a:solidFill>
                  <a:srgbClr val="4A5568"/>
                </a:solidFill>
                <a:latin typeface="IBM Plex Sans"/>
                <a:ea typeface="IBM Plex Sans"/>
                <a:cs typeface="IBM Plex Sans"/>
              </a:rPr>
              <a:t>Loss on answer tokens only. Keep the adapter with the lowest validation loss</a:t>
            </a:r>
            <a:endParaRPr sz="1300" b="0" i="0" u="none" strike="noStrike" cap="none">
              <a:solidFill>
                <a:schemeClr val="dk1"/>
              </a:solidFill>
              <a:latin typeface="IBM Plex Sans"/>
              <a:ea typeface="IBM Plex Sans"/>
              <a:cs typeface="IBM Plex Sans"/>
            </a:endParaRPr>
          </a:p>
        </p:txBody>
      </p:sp>
      <p:pic>
        <p:nvPicPr>
          <p:cNvPr id="925" name="Google Shape;925;p101">
            <a:extLst xmlns:a="http://schemas.openxmlformats.org/drawingml/2006/main">
              <a:ext uri="{FF2B5EF4-FFF2-40B4-BE49-F238E27FC236}">
                <a16:creationId xmlns:a16="http://schemas.microsoft.com/office/drawing/2014/main" id="{94225F6F-650F-4F14-A3F5-9C1F15F5C2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c9a67bd52041c1">
            <a:alphaModFix/>
          </a:blip>
          <a:srcRect xmlns:a="http://schemas.openxmlformats.org/drawingml/2006/main" l="0" t="0" r="0" b="0"/>
          <a:stretch xmlns:a="http://schemas.openxmlformats.org/drawingml/2006/main"/>
        </p:blipFill>
        <p:spPr>
          <a:xfrm xmlns:a="http://schemas.openxmlformats.org/drawingml/2006/main">
            <a:off x="8724900" y="1666230"/>
            <a:ext cx="254000" cy="101600"/>
          </a:xfrm>
          <a:prstGeom xmlns:a="http://schemas.openxmlformats.org/drawingml/2006/main" prst="rect">
            <a:avLst/>
          </a:prstGeom>
          <a:ln xmlns:a="http://schemas.openxmlformats.org/drawingml/2006/main">
            <a:noFill/>
          </a:ln>
        </p:spPr>
      </p:pic>
      <p:sp>
        <p:nvSpPr>
          <p:cNvPr id="926" name="Google Shape;926;p101">
            <a:extLst xmlns:a="http://schemas.openxmlformats.org/drawingml/2006/main">
              <a:ext uri="{FF2B5EF4-FFF2-40B4-BE49-F238E27FC236}">
                <a16:creationId xmlns:a16="http://schemas.microsoft.com/office/drawing/2014/main" id="{380ADA05-12F9-4D6C-8AC5-3EAED11E94BE}"/>
              </a:ext>
            </a:extLst>
          </p:cNvPr>
          <p:cNvSpPr>
            <a:spLocks xmlns:a="http://schemas.openxmlformats.org/drawingml/2006/main" noGrp="1"/>
          </p:cNvSpPr>
          <p:nvPr/>
        </p:nvSpPr>
        <p:spPr>
          <a:xfrm xmlns:a="http://schemas.openxmlformats.org/drawingml/2006/main">
            <a:off x="9086850" y="1672580"/>
            <a:ext cx="2286000" cy="2316361"/>
          </a:xfrm>
          <a:prstGeom xmlns:a="http://schemas.openxmlformats.org/drawingml/2006/main" prst="roundRect">
            <a:avLst>
              <a:gd name="adj" fmla="val 5278"/>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27" name="Google Shape;927;p101">
            <a:extLst xmlns:a="http://schemas.openxmlformats.org/drawingml/2006/main">
              <a:ext uri="{FF2B5EF4-FFF2-40B4-BE49-F238E27FC236}">
                <a16:creationId xmlns:a16="http://schemas.microsoft.com/office/drawing/2014/main" id="{631A173D-E744-4C3C-ABBE-F31BCA699716}"/>
              </a:ext>
            </a:extLst>
          </p:cNvPr>
          <p:cNvSpPr>
            <a:spLocks xmlns:a="http://schemas.openxmlformats.org/drawingml/2006/main" noGrp="1"/>
          </p:cNvSpPr>
          <p:nvPr/>
        </p:nvSpPr>
        <p:spPr>
          <a:xfrm xmlns:a="http://schemas.openxmlformats.org/drawingml/2006/main">
            <a:off x="9321800" y="1907530"/>
            <a:ext cx="1870583"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F6DB5"/>
              </a:buClr>
              <a:buSzPts val="1200"/>
              <a:buFont typeface="JetBrains Mono"/>
              <a:buNone/>
            </a:pPr>
            <a:r>
              <a:rPr sz="1200" b="0" i="0" u="none" strike="noStrike" cap="none">
                <a:solidFill>
                  <a:srgbClr val="2F6DB5"/>
                </a:solidFill>
                <a:latin typeface="JetBrains Mono"/>
                <a:ea typeface="JetBrains Mono"/>
                <a:cs typeface="JetBrains Mono"/>
              </a:rPr>
              <a:t>04</a:t>
            </a:r>
            <a:endParaRPr sz="1200" b="0" i="0" u="none" strike="noStrike" cap="none">
              <a:solidFill>
                <a:schemeClr val="dk1"/>
              </a:solidFill>
              <a:latin typeface="IBM Plex Sans"/>
              <a:ea typeface="IBM Plex Sans"/>
              <a:cs typeface="IBM Plex Sans"/>
            </a:endParaRPr>
          </a:p>
        </p:txBody>
      </p:sp>
      <p:sp>
        <p:nvSpPr>
          <p:cNvPr id="928" name="Google Shape;928;p101">
            <a:extLst xmlns:a="http://schemas.openxmlformats.org/drawingml/2006/main">
              <a:ext uri="{FF2B5EF4-FFF2-40B4-BE49-F238E27FC236}">
                <a16:creationId xmlns:a16="http://schemas.microsoft.com/office/drawing/2014/main" id="{7AAF64F1-8F01-4817-9C6A-03A113A128BF}"/>
              </a:ext>
            </a:extLst>
          </p:cNvPr>
          <p:cNvSpPr>
            <a:spLocks xmlns:a="http://schemas.openxmlformats.org/drawingml/2006/main" noGrp="1"/>
          </p:cNvSpPr>
          <p:nvPr/>
        </p:nvSpPr>
        <p:spPr>
          <a:xfrm xmlns:a="http://schemas.openxmlformats.org/drawingml/2006/main">
            <a:off x="9321800" y="2222450"/>
            <a:ext cx="1870583" cy="2996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800"/>
              <a:buFont typeface="IBM Plex Sans"/>
              <a:buNone/>
            </a:pPr>
            <a:r>
              <a:rPr sz="1800" b="1" i="0" u="none" strike="noStrike" cap="none">
                <a:solidFill>
                  <a:srgbClr val="16202E"/>
                </a:solidFill>
                <a:latin typeface="IBM Plex Sans"/>
                <a:ea typeface="IBM Plex Sans"/>
                <a:cs typeface="IBM Plex Sans"/>
              </a:rPr>
              <a:t>Held‑out eval</a:t>
            </a:r>
            <a:endParaRPr sz="1800" b="0" i="0" u="none" strike="noStrike" cap="none">
              <a:solidFill>
                <a:schemeClr val="dk1"/>
              </a:solidFill>
              <a:latin typeface="IBM Plex Sans"/>
              <a:ea typeface="IBM Plex Sans"/>
              <a:cs typeface="IBM Plex Sans"/>
            </a:endParaRPr>
          </a:p>
        </p:txBody>
      </p:sp>
      <p:sp>
        <p:nvSpPr>
          <p:cNvPr id="929" name="Google Shape;929;p101">
            <a:extLst xmlns:a="http://schemas.openxmlformats.org/drawingml/2006/main">
              <a:ext uri="{FF2B5EF4-FFF2-40B4-BE49-F238E27FC236}">
                <a16:creationId xmlns:a16="http://schemas.microsoft.com/office/drawing/2014/main" id="{49EA9DF9-6FCB-4EF9-9EA0-2DD2E1C3C1F7}"/>
              </a:ext>
            </a:extLst>
          </p:cNvPr>
          <p:cNvSpPr>
            <a:spLocks xmlns:a="http://schemas.openxmlformats.org/drawingml/2006/main" noGrp="1"/>
          </p:cNvSpPr>
          <p:nvPr/>
        </p:nvSpPr>
        <p:spPr>
          <a:xfrm xmlns:a="http://schemas.openxmlformats.org/drawingml/2006/main">
            <a:off x="9321800" y="2598341"/>
            <a:ext cx="1870583" cy="949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300"/>
              <a:buFont typeface="IBM Plex Sans"/>
              <a:buNone/>
            </a:pPr>
            <a:r>
              <a:rPr sz="1300" b="0" i="0" u="none" strike="noStrike" cap="none">
                <a:solidFill>
                  <a:srgbClr val="4A5568"/>
                </a:solidFill>
                <a:latin typeface="IBM Plex Sans"/>
                <a:ea typeface="IBM Plex Sans"/>
                <a:cs typeface="IBM Plex Sans"/>
              </a:rPr>
              <a:t>Unseen plan brochure. Base vs tuned, same prompts; only the adapter differs</a:t>
            </a:r>
            <a:endParaRPr sz="1300" b="0" i="0" u="none" strike="noStrike" cap="none">
              <a:solidFill>
                <a:schemeClr val="dk1"/>
              </a:solidFill>
              <a:latin typeface="IBM Plex Sans"/>
              <a:ea typeface="IBM Plex Sans"/>
              <a:cs typeface="IBM Plex Sans"/>
            </a:endParaRPr>
          </a:p>
        </p:txBody>
      </p:sp>
      <p:sp>
        <p:nvSpPr>
          <p:cNvPr id="930" name="Google Shape;930;p101">
            <a:extLst xmlns:a="http://schemas.openxmlformats.org/drawingml/2006/main">
              <a:ext uri="{FF2B5EF4-FFF2-40B4-BE49-F238E27FC236}">
                <a16:creationId xmlns:a16="http://schemas.microsoft.com/office/drawing/2014/main" id="{6A83C00B-842F-49B0-AB88-79E39213FB5E}"/>
              </a:ext>
            </a:extLst>
          </p:cNvPr>
          <p:cNvSpPr>
            <a:spLocks xmlns:a="http://schemas.openxmlformats.org/drawingml/2006/main" noGrp="1"/>
          </p:cNvSpPr>
          <p:nvPr/>
        </p:nvSpPr>
        <p:spPr>
          <a:xfrm xmlns:a="http://schemas.openxmlformats.org/drawingml/2006/main">
            <a:off x="812800" y="4401691"/>
            <a:ext cx="5284724"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400"/>
              <a:buFont typeface="IBM Plex Sans"/>
              <a:buNone/>
            </a:pPr>
            <a:r>
              <a:rPr sz="1400" b="1" i="0" u="none" strike="noStrike" cap="none">
                <a:solidFill>
                  <a:srgbClr val="16202E"/>
                </a:solidFill>
                <a:latin typeface="IBM Plex Sans"/>
                <a:ea typeface="IBM Plex Sans"/>
                <a:cs typeface="IBM Plex Sans"/>
              </a:rPr>
              <a:t>Why distractors:</a:t>
            </a:r>
            <a:r>
              <a:rPr sz="1400" b="0" i="0" u="none" strike="noStrike" cap="none">
                <a:solidFill>
                  <a:srgbClr val="4A5568"/>
                </a:solidFill>
                <a:latin typeface="IBM Plex Sans"/>
                <a:ea typeface="IBM Plex Sans"/>
                <a:cs typeface="IBM Plex Sans"/>
              </a:rPr>
              <a:t> retrieval is never perfect, so the model must learn to ignore irrelevant chunks (the RAFT recipe).</a:t>
            </a:r>
            <a:endParaRPr sz="1400" b="0" i="0" u="none" strike="noStrike" cap="none">
              <a:solidFill>
                <a:schemeClr val="dk1"/>
              </a:solidFill>
              <a:latin typeface="IBM Plex Sans"/>
              <a:ea typeface="IBM Plex Sans"/>
              <a:cs typeface="IBM Plex Sans"/>
            </a:endParaRPr>
          </a:p>
        </p:txBody>
      </p:sp>
      <p:sp>
        <p:nvSpPr>
          <p:cNvPr id="931" name="Google Shape;931;p101">
            <a:extLst xmlns:a="http://schemas.openxmlformats.org/drawingml/2006/main">
              <a:ext uri="{FF2B5EF4-FFF2-40B4-BE49-F238E27FC236}">
                <a16:creationId xmlns:a16="http://schemas.microsoft.com/office/drawing/2014/main" id="{C2FF677F-69C0-4135-85C1-F9E3E19B08EB}"/>
              </a:ext>
            </a:extLst>
          </p:cNvPr>
          <p:cNvSpPr>
            <a:spLocks xmlns:a="http://schemas.openxmlformats.org/drawingml/2006/main" noGrp="1"/>
          </p:cNvSpPr>
          <p:nvPr/>
        </p:nvSpPr>
        <p:spPr>
          <a:xfrm xmlns:a="http://schemas.openxmlformats.org/drawingml/2006/main">
            <a:off x="6248400" y="4401691"/>
            <a:ext cx="5284724"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400"/>
              <a:buFont typeface="IBM Plex Sans"/>
              <a:buNone/>
            </a:pPr>
            <a:r>
              <a:rPr sz="1400" b="1" i="0" u="none" strike="noStrike" cap="none">
                <a:solidFill>
                  <a:srgbClr val="16202E"/>
                </a:solidFill>
                <a:latin typeface="IBM Plex Sans"/>
                <a:ea typeface="IBM Plex Sans"/>
                <a:cs typeface="IBM Plex Sans"/>
              </a:rPr>
              <a:t>Why two formats:</a:t>
            </a:r>
            <a:r>
              <a:rPr sz="1400" b="0" i="0" u="none" strike="noStrike" cap="none">
                <a:solidFill>
                  <a:srgbClr val="4A5568"/>
                </a:solidFill>
                <a:latin typeface="IBM Plex Sans"/>
                <a:ea typeface="IBM Plex Sans"/>
                <a:cs typeface="IBM Plex Sans"/>
              </a:rPr>
              <a:t> mixing direct and chain‑of‑thought targets in one run is the FLAN multi‑task recipe.</a:t>
            </a:r>
            <a:endParaRPr sz="1400" b="0" i="0" u="none" strike="noStrike" cap="none">
              <a:solidFill>
                <a:schemeClr val="dk1"/>
              </a:solidFill>
              <a:latin typeface="IBM Plex Sans"/>
              <a:ea typeface="IBM Plex Sans"/>
              <a:cs typeface="IBM Plex Sans"/>
            </a:endParaRPr>
          </a:p>
        </p:txBody>
      </p:sp>
      <p:sp>
        <p:nvSpPr>
          <p:cNvPr id="932" name="Google Shape;932;p101">
            <a:extLst xmlns:a="http://schemas.openxmlformats.org/drawingml/2006/main">
              <a:ext uri="{FF2B5EF4-FFF2-40B4-BE49-F238E27FC236}">
                <a16:creationId xmlns:a16="http://schemas.microsoft.com/office/drawing/2014/main" id="{E15C7850-2FC8-4B42-9058-4E0F96154362}"/>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JetBrains Mono"/>
              <a:buNone/>
            </a:pPr>
            <a:r>
              <a:rPr sz="1200" b="0" i="0" u="none" strike="noStrike" cap="none">
                <a:solidFill>
                  <a:srgbClr val="6A7280"/>
                </a:solidFill>
                <a:latin typeface="JetBrains Mono"/>
                <a:ea typeface="JetBrains Mono"/>
                <a:cs typeface="JetBrains Mono"/>
              </a:rPr>
              <a:t>prepare_sft.py → train_lora.py → plot_loss.py → eval_generator.py</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567042665"/>
      </p:ext>
    </p:extLst>
  </p:cSld>
</p:sld>
</file>

<file path=ppt/slides/slide118.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38" name="Google Shape;938;p102">
            <a:extLst xmlns:a="http://schemas.openxmlformats.org/drawingml/2006/main">
              <a:ext uri="{FF2B5EF4-FFF2-40B4-BE49-F238E27FC236}">
                <a16:creationId xmlns:a16="http://schemas.microsoft.com/office/drawing/2014/main" id="{CB2DE069-8359-4E57-A23E-B0560B01AEC5}"/>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One question becomes two training examples</a:t>
            </a:r>
            <a:endParaRPr sz="3200"/>
          </a:p>
        </p:txBody>
      </p:sp>
      <p:sp>
        <p:nvSpPr>
          <p:cNvPr id="939" name="Google Shape;939;p102">
            <a:extLst xmlns:a="http://schemas.openxmlformats.org/drawingml/2006/main">
              <a:ext uri="{FF2B5EF4-FFF2-40B4-BE49-F238E27FC236}">
                <a16:creationId xmlns:a16="http://schemas.microsoft.com/office/drawing/2014/main" id="{4CCE06D5-3AB2-4F07-B4F1-F039D1FE0008}"/>
              </a:ext>
            </a:extLst>
          </p:cNvPr>
          <p:cNvSpPr>
            <a:spLocks xmlns:a="http://schemas.openxmlformats.org/drawingml/2006/main" noGrp="1"/>
          </p:cNvSpPr>
          <p:nvPr/>
        </p:nvSpPr>
        <p:spPr>
          <a:xfrm xmlns:a="http://schemas.openxmlformats.org/drawingml/2006/main">
            <a:off x="812800" y="1564630"/>
            <a:ext cx="5410200" cy="4277370"/>
          </a:xfrm>
          <a:prstGeom xmlns:a="http://schemas.openxmlformats.org/drawingml/2006/main" prst="roundRect">
            <a:avLst>
              <a:gd name="adj" fmla="val 2969"/>
            </a:avLst>
          </a:prstGeom>
          <a:solidFill xmlns:a="http://schemas.openxmlformats.org/drawingml/2006/main">
            <a:srgbClr val="1620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40" name="Google Shape;940;p102">
            <a:extLst xmlns:a="http://schemas.openxmlformats.org/drawingml/2006/main">
              <a:ext uri="{FF2B5EF4-FFF2-40B4-BE49-F238E27FC236}">
                <a16:creationId xmlns:a16="http://schemas.microsoft.com/office/drawing/2014/main" id="{3827639F-866B-43A3-B8C1-61E83F94ABC1}"/>
              </a:ext>
            </a:extLst>
          </p:cNvPr>
          <p:cNvSpPr>
            <a:spLocks xmlns:a="http://schemas.openxmlformats.org/drawingml/2006/main" noGrp="1"/>
          </p:cNvSpPr>
          <p:nvPr/>
        </p:nvSpPr>
        <p:spPr>
          <a:xfrm xmlns:a="http://schemas.openxmlformats.org/drawingml/2006/main">
            <a:off x="1066800" y="1818630"/>
            <a:ext cx="5049266"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8C98A8"/>
              </a:buClr>
              <a:buSzPts val="1200"/>
              <a:buFont typeface="JetBrains Mono"/>
              <a:buNone/>
            </a:pPr>
            <a:r>
              <a:rPr sz="1200" b="0" i="0" u="none" strike="noStrike" cap="none">
                <a:solidFill>
                  <a:srgbClr val="8C98A8"/>
                </a:solidFill>
                <a:latin typeface="JetBrains Mono"/>
                <a:ea typeface="JetBrains Mono"/>
                <a:cs typeface="JetBrains Mono"/>
              </a:rPr>
              <a:t>PROMPT · masked, not trained on</a:t>
            </a:r>
            <a:endParaRPr sz="1200" b="0" i="0" u="none" strike="noStrike" cap="none">
              <a:solidFill>
                <a:schemeClr val="dk1"/>
              </a:solidFill>
              <a:latin typeface="IBM Plex Sans"/>
              <a:ea typeface="IBM Plex Sans"/>
              <a:cs typeface="IBM Plex Sans"/>
            </a:endParaRPr>
          </a:p>
        </p:txBody>
      </p:sp>
      <p:sp>
        <p:nvSpPr>
          <p:cNvPr id="941" name="Google Shape;941;p102">
            <a:extLst xmlns:a="http://schemas.openxmlformats.org/drawingml/2006/main">
              <a:ext uri="{FF2B5EF4-FFF2-40B4-BE49-F238E27FC236}">
                <a16:creationId xmlns:a16="http://schemas.microsoft.com/office/drawing/2014/main" id="{CD458A4B-4D54-482A-97E8-BEEBDA57CC72}"/>
              </a:ext>
            </a:extLst>
          </p:cNvPr>
          <p:cNvSpPr>
            <a:spLocks xmlns:a="http://schemas.openxmlformats.org/drawingml/2006/main" noGrp="1"/>
          </p:cNvSpPr>
          <p:nvPr/>
        </p:nvSpPr>
        <p:spPr>
          <a:xfrm xmlns:a="http://schemas.openxmlformats.org/drawingml/2006/main">
            <a:off x="1066800" y="2158950"/>
            <a:ext cx="5049266" cy="71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50000"/>
              </a:lnSpc>
              <a:spcBef>
                <a:spcPts val="0"/>
              </a:spcBef>
              <a:spcAft>
                <a:spcPts val="0"/>
              </a:spcAft>
              <a:buClr>
                <a:srgbClr val="D6DCE4"/>
              </a:buClr>
              <a:buSzPts val="1200"/>
              <a:buFont typeface="JetBrains Mono"/>
              <a:buNone/>
            </a:pPr>
            <a:r>
              <a:rPr sz="1200" b="0" i="0" u="none" strike="noStrike" cap="none">
                <a:solidFill>
                  <a:srgbClr val="D6DCE4"/>
                </a:solidFill>
                <a:latin typeface="JetBrains Mono"/>
                <a:ea typeface="JetBrains Mono"/>
                <a:cs typeface="JetBrains Mono"/>
              </a:rPr>
              <a:t>[1] guide p.6 · Plan features </a:t>
            </a:r>
            <a:r>
              <a:rPr sz="1200" b="0" i="0" u="none" strike="noStrike" cap="none">
                <a:solidFill>
                  <a:srgbClr val="8C98A8"/>
                </a:solidFill>
                <a:latin typeface="JetBrains Mono"/>
                <a:ea typeface="JetBrains Mono"/>
                <a:cs typeface="JetBrains Mono"/>
              </a:rPr>
              <a:t>(distractor)</a:t>
            </a:r>
            <a:endParaRPr sz="1200" b="0" i="0" u="none" strike="noStrike" cap="none">
              <a:solidFill>
                <a:schemeClr val="dk1"/>
              </a:solidFill>
              <a:latin typeface="IBM Plex Sans"/>
              <a:ea typeface="IBM Plex Sans"/>
              <a:cs typeface="IBM Plex Sans"/>
            </a:endParaRPr>
          </a:p>
          <a:p xmlns:a="http://schemas.openxmlformats.org/drawingml/2006/main">
            <a:pPr marL="0" marR="0" lvl="0" indent="0" algn="l">
              <a:lnSpc>
                <a:spcPct val="150000"/>
              </a:lnSpc>
              <a:spcBef>
                <a:spcPts val="0"/>
              </a:spcBef>
              <a:spcAft>
                <a:spcPts val="0"/>
              </a:spcAft>
              <a:buClr>
                <a:srgbClr val="D6DCE4"/>
              </a:buClr>
              <a:buSzPts val="1200"/>
              <a:buFont typeface="JetBrains Mono"/>
              <a:buNone/>
            </a:pPr>
            <a:r>
              <a:rPr sz="1200" b="0" i="0" u="none" strike="noStrike" cap="none">
                <a:solidFill>
                  <a:srgbClr val="D6DCE4"/>
                </a:solidFill>
                <a:latin typeface="JetBrains Mono"/>
                <a:ea typeface="JetBrains Mono"/>
                <a:cs typeface="JetBrains Mono"/>
              </a:rPr>
              <a:t>[2] guide p.2 · Contact us </a:t>
            </a:r>
            <a:r>
              <a:rPr sz="1200" b="0" i="0" u="none" strike="noStrike" cap="none">
                <a:solidFill>
                  <a:srgbClr val="F08A5D"/>
                </a:solidFill>
                <a:latin typeface="JetBrains Mono"/>
                <a:ea typeface="JetBrains Mono"/>
                <a:cs typeface="JetBrains Mono"/>
              </a:rPr>
              <a:t>(gold)</a:t>
            </a:r>
            <a:endParaRPr sz="1200" b="0" i="0" u="none" strike="noStrike" cap="none">
              <a:solidFill>
                <a:schemeClr val="dk1"/>
              </a:solidFill>
              <a:latin typeface="IBM Plex Sans"/>
              <a:ea typeface="IBM Plex Sans"/>
              <a:cs typeface="IBM Plex Sans"/>
            </a:endParaRPr>
          </a:p>
          <a:p xmlns:a="http://schemas.openxmlformats.org/drawingml/2006/main">
            <a:pPr marL="0" marR="0" lvl="0" indent="0" algn="l">
              <a:lnSpc>
                <a:spcPct val="150000"/>
              </a:lnSpc>
              <a:spcBef>
                <a:spcPts val="0"/>
              </a:spcBef>
              <a:spcAft>
                <a:spcPts val="0"/>
              </a:spcAft>
              <a:buClr>
                <a:srgbClr val="D6DCE4"/>
              </a:buClr>
              <a:buSzPts val="1200"/>
              <a:buFont typeface="JetBrains Mono"/>
              <a:buNone/>
            </a:pPr>
            <a:r>
              <a:rPr sz="1200" b="0" i="0" u="none" strike="noStrike" cap="none">
                <a:solidFill>
                  <a:srgbClr val="D6DCE4"/>
                </a:solidFill>
                <a:latin typeface="JetBrains Mono"/>
                <a:ea typeface="JetBrains Mono"/>
                <a:cs typeface="JetBrains Mono"/>
              </a:rPr>
              <a:t>[3] guide p.4 · Both plans include </a:t>
            </a:r>
            <a:r>
              <a:rPr sz="1200" b="0" i="0" u="none" strike="noStrike" cap="none">
                <a:solidFill>
                  <a:srgbClr val="8C98A8"/>
                </a:solidFill>
                <a:latin typeface="JetBrains Mono"/>
                <a:ea typeface="JetBrains Mono"/>
                <a:cs typeface="JetBrains Mono"/>
              </a:rPr>
              <a:t>(distractor)</a:t>
            </a:r>
            <a:endParaRPr sz="1200" b="0" i="0" u="none" strike="noStrike" cap="none">
              <a:solidFill>
                <a:schemeClr val="dk1"/>
              </a:solidFill>
              <a:latin typeface="IBM Plex Sans"/>
              <a:ea typeface="IBM Plex Sans"/>
              <a:cs typeface="IBM Plex Sans"/>
            </a:endParaRPr>
          </a:p>
        </p:txBody>
      </p:sp>
      <p:sp>
        <p:nvSpPr>
          <p:cNvPr id="942" name="Google Shape;942;p102">
            <a:extLst xmlns:a="http://schemas.openxmlformats.org/drawingml/2006/main">
              <a:ext uri="{FF2B5EF4-FFF2-40B4-BE49-F238E27FC236}">
                <a16:creationId xmlns:a16="http://schemas.microsoft.com/office/drawing/2014/main" id="{DEB5A1F8-D795-46C1-B9A0-05BF8BF59FF8}"/>
              </a:ext>
            </a:extLst>
          </p:cNvPr>
          <p:cNvSpPr>
            <a:spLocks xmlns:a="http://schemas.openxmlformats.org/drawingml/2006/main" noGrp="1"/>
          </p:cNvSpPr>
          <p:nvPr/>
        </p:nvSpPr>
        <p:spPr>
          <a:xfrm xmlns:a="http://schemas.openxmlformats.org/drawingml/2006/main">
            <a:off x="1066800" y="2971750"/>
            <a:ext cx="5049266" cy="48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50000"/>
              </a:lnSpc>
              <a:spcBef>
                <a:spcPts val="0"/>
              </a:spcBef>
              <a:spcAft>
                <a:spcPts val="0"/>
              </a:spcAft>
              <a:buClr>
                <a:srgbClr val="F3F1EA"/>
              </a:buClr>
              <a:buSzPts val="1200"/>
              <a:buFont typeface="JetBrains Mono"/>
              <a:buNone/>
            </a:pPr>
            <a:r>
              <a:rPr sz="1200" b="0" i="0" u="none" strike="noStrike" cap="none">
                <a:solidFill>
                  <a:srgbClr val="F3F1EA"/>
                </a:solidFill>
                <a:latin typeface="JetBrains Mono"/>
                <a:ea typeface="JetBrains Mono"/>
                <a:cs typeface="JetBrains Mono"/>
              </a:rPr>
              <a:t>Question: What is the phone number to contact a FedViser for GEHA dental benefits?</a:t>
            </a:r>
            <a:endParaRPr sz="1200" b="0" i="0" u="none" strike="noStrike" cap="none">
              <a:solidFill>
                <a:schemeClr val="dk1"/>
              </a:solidFill>
              <a:latin typeface="IBM Plex Sans"/>
              <a:ea typeface="IBM Plex Sans"/>
              <a:cs typeface="IBM Plex Sans"/>
            </a:endParaRPr>
          </a:p>
        </p:txBody>
      </p:sp>
      <p:sp>
        <p:nvSpPr>
          <p:cNvPr id="943" name="Google Shape;943;p102">
            <a:extLst xmlns:a="http://schemas.openxmlformats.org/drawingml/2006/main">
              <a:ext uri="{FF2B5EF4-FFF2-40B4-BE49-F238E27FC236}">
                <a16:creationId xmlns:a16="http://schemas.microsoft.com/office/drawing/2014/main" id="{5948F170-E5EF-4E43-BF64-5C1C4C371DE4}"/>
              </a:ext>
            </a:extLst>
          </p:cNvPr>
          <p:cNvSpPr>
            <a:spLocks xmlns:a="http://schemas.openxmlformats.org/drawingml/2006/main" noGrp="1"/>
          </p:cNvSpPr>
          <p:nvPr/>
        </p:nvSpPr>
        <p:spPr>
          <a:xfrm xmlns:a="http://schemas.openxmlformats.org/drawingml/2006/main">
            <a:off x="6483350" y="1570980"/>
            <a:ext cx="4889500" cy="1170880"/>
          </a:xfrm>
          <a:prstGeom xmlns:a="http://schemas.openxmlformats.org/drawingml/2006/main" prst="roundRect">
            <a:avLst>
              <a:gd name="adj" fmla="val 10304"/>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44" name="Google Shape;944;p102">
            <a:extLst xmlns:a="http://schemas.openxmlformats.org/drawingml/2006/main">
              <a:ext uri="{FF2B5EF4-FFF2-40B4-BE49-F238E27FC236}">
                <a16:creationId xmlns:a16="http://schemas.microsoft.com/office/drawing/2014/main" id="{BAABB94E-3FC6-449C-9609-88FC9B365A3F}"/>
              </a:ext>
            </a:extLst>
          </p:cNvPr>
          <p:cNvSpPr>
            <a:spLocks xmlns:a="http://schemas.openxmlformats.org/drawingml/2006/main" noGrp="1"/>
          </p:cNvSpPr>
          <p:nvPr/>
        </p:nvSpPr>
        <p:spPr>
          <a:xfrm xmlns:a="http://schemas.openxmlformats.org/drawingml/2006/main">
            <a:off x="6692900" y="1780530"/>
            <a:ext cx="460451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2F6DB5"/>
              </a:buClr>
              <a:buSzPts val="1200"/>
              <a:buFont typeface="JetBrains Mono"/>
              <a:buNone/>
            </a:pPr>
            <a:r>
              <a:rPr sz="1200" b="0" i="0" u="none" strike="noStrike" cap="none">
                <a:solidFill>
                  <a:srgbClr val="2F6DB5"/>
                </a:solidFill>
                <a:latin typeface="JetBrains Mono"/>
                <a:ea typeface="JetBrains Mono"/>
                <a:cs typeface="JetBrains Mono"/>
              </a:rPr>
              <a:t>DIRECT TARGET · trained on</a:t>
            </a:r>
            <a:endParaRPr sz="1200" b="0" i="0" u="none" strike="noStrike" cap="none">
              <a:solidFill>
                <a:schemeClr val="dk1"/>
              </a:solidFill>
              <a:latin typeface="IBM Plex Sans"/>
              <a:ea typeface="IBM Plex Sans"/>
              <a:cs typeface="IBM Plex Sans"/>
            </a:endParaRPr>
          </a:p>
        </p:txBody>
      </p:sp>
      <p:sp>
        <p:nvSpPr>
          <p:cNvPr id="945" name="Google Shape;945;p102">
            <a:extLst xmlns:a="http://schemas.openxmlformats.org/drawingml/2006/main">
              <a:ext uri="{FF2B5EF4-FFF2-40B4-BE49-F238E27FC236}">
                <a16:creationId xmlns:a16="http://schemas.microsoft.com/office/drawing/2014/main" id="{EE7241D1-8338-4EFE-92A7-9607CD51227A}"/>
              </a:ext>
            </a:extLst>
          </p:cNvPr>
          <p:cNvSpPr>
            <a:spLocks xmlns:a="http://schemas.openxmlformats.org/drawingml/2006/main" noGrp="1"/>
          </p:cNvSpPr>
          <p:nvPr/>
        </p:nvSpPr>
        <p:spPr>
          <a:xfrm xmlns:a="http://schemas.openxmlformats.org/drawingml/2006/main">
            <a:off x="6692900" y="2070050"/>
            <a:ext cx="4604512" cy="4876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You can reach a FedViser … by calling 1‑855‑572‑1636 Monday through Friday from 8 a.m. to 8 p.m. Eastern time.</a:t>
            </a:r>
            <a:endParaRPr sz="1300" b="0" i="0" u="none" strike="noStrike" cap="none">
              <a:solidFill>
                <a:schemeClr val="dk1"/>
              </a:solidFill>
              <a:latin typeface="IBM Plex Sans"/>
              <a:ea typeface="IBM Plex Sans"/>
              <a:cs typeface="IBM Plex Sans"/>
            </a:endParaRPr>
          </a:p>
        </p:txBody>
      </p:sp>
      <p:sp>
        <p:nvSpPr>
          <p:cNvPr id="946" name="Google Shape;946;p102">
            <a:extLst xmlns:a="http://schemas.openxmlformats.org/drawingml/2006/main">
              <a:ext uri="{FF2B5EF4-FFF2-40B4-BE49-F238E27FC236}">
                <a16:creationId xmlns:a16="http://schemas.microsoft.com/office/drawing/2014/main" id="{90814477-F1BD-4911-9969-598CCBF01C6C}"/>
              </a:ext>
            </a:extLst>
          </p:cNvPr>
          <p:cNvSpPr>
            <a:spLocks xmlns:a="http://schemas.openxmlformats.org/drawingml/2006/main" noGrp="1"/>
          </p:cNvSpPr>
          <p:nvPr/>
        </p:nvSpPr>
        <p:spPr>
          <a:xfrm xmlns:a="http://schemas.openxmlformats.org/drawingml/2006/main">
            <a:off x="6483350" y="2906961"/>
            <a:ext cx="4889500" cy="1851620"/>
          </a:xfrm>
          <a:prstGeom xmlns:a="http://schemas.openxmlformats.org/drawingml/2006/main" prst="roundRect">
            <a:avLst>
              <a:gd name="adj" fmla="val 6516"/>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47" name="Google Shape;947;p102">
            <a:extLst xmlns:a="http://schemas.openxmlformats.org/drawingml/2006/main">
              <a:ext uri="{FF2B5EF4-FFF2-40B4-BE49-F238E27FC236}">
                <a16:creationId xmlns:a16="http://schemas.microsoft.com/office/drawing/2014/main" id="{C57E290C-0CD3-4D38-90A9-CC22D7F07948}"/>
              </a:ext>
            </a:extLst>
          </p:cNvPr>
          <p:cNvSpPr>
            <a:spLocks xmlns:a="http://schemas.openxmlformats.org/drawingml/2006/main" noGrp="1"/>
          </p:cNvSpPr>
          <p:nvPr/>
        </p:nvSpPr>
        <p:spPr>
          <a:xfrm xmlns:a="http://schemas.openxmlformats.org/drawingml/2006/main">
            <a:off x="6692900" y="3116511"/>
            <a:ext cx="460451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4481A"/>
              </a:buClr>
              <a:buSzPts val="1200"/>
              <a:buFont typeface="JetBrains Mono"/>
              <a:buNone/>
            </a:pPr>
            <a:r>
              <a:rPr sz="1200" b="0" i="0" u="none" strike="noStrike" cap="none">
                <a:solidFill>
                  <a:srgbClr val="B4481A"/>
                </a:solidFill>
                <a:latin typeface="JetBrains Mono"/>
                <a:ea typeface="JetBrains Mono"/>
                <a:cs typeface="JetBrains Mono"/>
              </a:rPr>
              <a:t>CHAIN‑OF‑THOUGHT TARGET · trained on</a:t>
            </a:r>
            <a:endParaRPr sz="1200" b="0" i="0" u="none" strike="noStrike" cap="none">
              <a:solidFill>
                <a:schemeClr val="dk1"/>
              </a:solidFill>
              <a:latin typeface="IBM Plex Sans"/>
              <a:ea typeface="IBM Plex Sans"/>
              <a:cs typeface="IBM Plex Sans"/>
            </a:endParaRPr>
          </a:p>
        </p:txBody>
      </p:sp>
      <p:sp>
        <p:nvSpPr>
          <p:cNvPr id="948" name="Google Shape;948;p102">
            <a:extLst xmlns:a="http://schemas.openxmlformats.org/drawingml/2006/main">
              <a:ext uri="{FF2B5EF4-FFF2-40B4-BE49-F238E27FC236}">
                <a16:creationId xmlns:a16="http://schemas.microsoft.com/office/drawing/2014/main" id="{9D8A1EC8-5FBB-4055-9FBE-32FEC18C114E}"/>
              </a:ext>
            </a:extLst>
          </p:cNvPr>
          <p:cNvSpPr>
            <a:spLocks xmlns:a="http://schemas.openxmlformats.org/drawingml/2006/main" noGrp="1"/>
          </p:cNvSpPr>
          <p:nvPr/>
        </p:nvSpPr>
        <p:spPr>
          <a:xfrm xmlns:a="http://schemas.openxmlformats.org/drawingml/2006/main">
            <a:off x="6692900" y="3406031"/>
            <a:ext cx="4604512" cy="1168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5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Evidence:</a:t>
            </a:r>
            <a:endParaRPr sz="1200" b="0" i="0" u="none" strike="noStrike" cap="none">
              <a:solidFill>
                <a:schemeClr val="dk1"/>
              </a:solidFill>
              <a:latin typeface="IBM Plex Sans"/>
              <a:ea typeface="IBM Plex Sans"/>
              <a:cs typeface="IBM Plex Sans"/>
            </a:endParaRPr>
          </a:p>
          <a:p xmlns:a="http://schemas.openxmlformats.org/drawingml/2006/main">
            <a:pPr marL="0" marR="0" lvl="0" indent="0" algn="l">
              <a:lnSpc>
                <a:spcPct val="15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 [2] “Reach a FedViser Monday‑Friday from 8 a.m.‑8 p.m.”</a:t>
            </a:r>
            <a:endParaRPr sz="1200" b="0" i="0" u="none" strike="noStrike" cap="none">
              <a:solidFill>
                <a:schemeClr val="dk1"/>
              </a:solidFill>
              <a:latin typeface="IBM Plex Sans"/>
              <a:ea typeface="IBM Plex Sans"/>
              <a:cs typeface="IBM Plex Sans"/>
            </a:endParaRPr>
          </a:p>
          <a:p xmlns:a="http://schemas.openxmlformats.org/drawingml/2006/main">
            <a:pPr marL="0" marR="0" lvl="0" indent="0" algn="l">
              <a:lnSpc>
                <a:spcPct val="15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Answer: You can reach a FedViser … 1‑855‑572‑1636 …</a:t>
            </a:r>
            <a:endParaRPr sz="1200" b="0" i="0" u="none" strike="noStrike" cap="none">
              <a:solidFill>
                <a:schemeClr val="dk1"/>
              </a:solidFill>
              <a:latin typeface="IBM Plex Sans"/>
              <a:ea typeface="IBM Plex Sans"/>
              <a:cs typeface="IBM Plex Sans"/>
            </a:endParaRPr>
          </a:p>
        </p:txBody>
      </p:sp>
      <p:sp>
        <p:nvSpPr>
          <p:cNvPr id="949" name="Google Shape;949;p102">
            <a:extLst xmlns:a="http://schemas.openxmlformats.org/drawingml/2006/main">
              <a:ext uri="{FF2B5EF4-FFF2-40B4-BE49-F238E27FC236}">
                <a16:creationId xmlns:a16="http://schemas.microsoft.com/office/drawing/2014/main" id="{2A0BD06D-4401-4DE5-A2D0-648F2675FDD9}"/>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Real example ragas‑0002 (abridged). Evidence is extractive: the gold sentences that overlap the reference answer most.</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583796190"/>
      </p:ext>
    </p:extLst>
  </p:cSld>
</p:sld>
</file>

<file path=ppt/slides/slide119.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55" name="Google Shape;955;p103">
            <a:extLst xmlns:a="http://schemas.openxmlformats.org/drawingml/2006/main">
              <a:ext uri="{FF2B5EF4-FFF2-40B4-BE49-F238E27FC236}">
                <a16:creationId xmlns:a16="http://schemas.microsoft.com/office/drawing/2014/main" id="{DCB72A56-7AEB-4ADD-A1CE-030EEE83EA7C}"/>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Data splits: the test set is a different document</a:t>
            </a:r>
            <a:endParaRPr sz="3200"/>
          </a:p>
        </p:txBody>
      </p:sp>
      <p:graphicFrame>
        <p:nvGraphicFramePr>
          <p:cNvPr id="956" name="Google Shape;956;p103">
            <a:extLst xmlns:a="http://schemas.openxmlformats.org/drawingml/2006/main">
              <a:ext uri="{FF2B5EF4-FFF2-40B4-BE49-F238E27FC236}">
                <a16:creationId xmlns:a16="http://schemas.microsoft.com/office/drawing/2014/main" id="{B5125BB0-78B8-47BE-A23A-A1996E0C5741}"/>
              </a:ext>
            </a:extLst>
          </p:cNvPr>
          <p:cNvGraphicFramePr/>
          <p:nvPr/>
        </p:nvGraphicFramePr>
        <p:xfrm>
          <a:off xmlns:a="http://schemas.openxmlformats.org/drawingml/2006/main" x="825500" y="1628130"/>
          <a:ext xmlns:a="http://schemas.openxmlformats.org/drawingml/2006/main" cx="3000000" cy="3000000"/>
        </p:xfrm>
        <a:graphic xmlns:a="http://schemas.openxmlformats.org/drawingml/2006/main">
          <a:graphicData uri="http://schemas.openxmlformats.org/drawingml/2006/table">
            <a:tbl>
              <a:tblPr>
                <a:tableStyleId>{8E558FB5-0500-4F46-969F-79940C156687}</a:tableStyleId>
              </a:tblPr>
              <a:tblGrid>
                <a:gridCol w="2190650"/>
                <a:gridCol w="1417475"/>
                <a:gridCol w="1417475"/>
                <a:gridCol w="1417475"/>
              </a:tblGrid>
              <a:tr h="386000">
                <a:tc>
                  <a:txBody>
                    <a:bodyPr/>
                    <a:lstStyle/>
                    <a:p>
                      <a:pPr marL="0" marR="0" lvl="0" indent="0" algn="l">
                        <a:lnSpc>
                          <a:spcPct val="140000"/>
                        </a:lnSpc>
                        <a:spcBef>
                          <a:spcPts val="0"/>
                        </a:spcBef>
                        <a:spcAft>
                          <a:spcPts val="0"/>
                        </a:spcAft>
                        <a:buClr>
                          <a:schemeClr val="dk1"/>
                        </a:buClr>
                        <a:buSzPts val="1400"/>
                        <a:buFont typeface="IBM Plex Sans"/>
                        <a:buNone/>
                      </a:pPr>
                      <a:r>
                        <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train</a:t>
                      </a:r>
                      <a:endParaRPr sz="1400" u="none" strike="noStrike" cap="none">
                        <a:latin typeface="IBM Plex Sans"/>
                        <a:ea typeface="IBM Plex Sans"/>
                        <a:cs typeface="IBM Plex Sans"/>
                      </a:endParaRPr>
                    </a:p>
                  </a:txBody>
                  <a:tcPr marL="62225" marR="62225" marT="62225" marB="6222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validation</a:t>
                      </a:r>
                      <a:endParaRPr sz="1400" u="none" strike="noStrike" cap="none">
                        <a:latin typeface="IBM Plex Sans"/>
                        <a:ea typeface="IBM Plex Sans"/>
                        <a:cs typeface="IBM Plex Sans"/>
                      </a:endParaRPr>
                    </a:p>
                  </a:txBody>
                  <a:tcPr marL="62225" marR="62225" marT="62225" marB="6222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test</a:t>
                      </a:r>
                      <a:endParaRPr sz="1400" u="none" strike="noStrike" cap="none">
                        <a:latin typeface="IBM Plex Sans"/>
                        <a:ea typeface="IBM Plex Sans"/>
                        <a:cs typeface="IBM Plex Sans"/>
                      </a:endParaRPr>
                    </a:p>
                  </a:txBody>
                  <a:tcPr marL="62225" marR="62225" marT="62225" marB="6222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Document</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guide</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guide</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brochure</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Sections</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22</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6</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72</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QA pairs</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78</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24</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41</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SFT examples</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156</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48</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82</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Distractor pool</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34</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8</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167</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Prompt tokens, mean</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990</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702</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1,251</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Answer tokens, mean</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135</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120</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199</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r>
            </a:tbl>
          </a:graphicData>
        </a:graphic>
      </p:graphicFrame>
      <p:sp>
        <p:nvSpPr>
          <p:cNvPr id="957" name="Google Shape;957;p103">
            <a:extLst xmlns:a="http://schemas.openxmlformats.org/drawingml/2006/main">
              <a:ext uri="{FF2B5EF4-FFF2-40B4-BE49-F238E27FC236}">
                <a16:creationId xmlns:a16="http://schemas.microsoft.com/office/drawing/2014/main" id="{BD23A09E-DF04-4657-901B-59E8A1443140}"/>
              </a:ext>
            </a:extLst>
          </p:cNvPr>
          <p:cNvSpPr>
            <a:spLocks xmlns:a="http://schemas.openxmlformats.org/drawingml/2006/main" noGrp="1"/>
          </p:cNvSpPr>
          <p:nvPr/>
        </p:nvSpPr>
        <p:spPr>
          <a:xfrm xmlns:a="http://schemas.openxmlformats.org/drawingml/2006/main">
            <a:off x="7630567" y="1621780"/>
            <a:ext cx="3742283" cy="3088084"/>
          </a:xfrm>
          <a:prstGeom xmlns:a="http://schemas.openxmlformats.org/drawingml/2006/main" prst="roundRect">
            <a:avLst>
              <a:gd name="adj" fmla="val 3907"/>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58" name="Google Shape;958;p103">
            <a:extLst xmlns:a="http://schemas.openxmlformats.org/drawingml/2006/main">
              <a:ext uri="{FF2B5EF4-FFF2-40B4-BE49-F238E27FC236}">
                <a16:creationId xmlns:a16="http://schemas.microsoft.com/office/drawing/2014/main" id="{751C3230-60C0-405A-B708-ABCF94AC18A0}"/>
              </a:ext>
            </a:extLst>
          </p:cNvPr>
          <p:cNvSpPr>
            <a:spLocks xmlns:a="http://schemas.openxmlformats.org/drawingml/2006/main" noGrp="1"/>
          </p:cNvSpPr>
          <p:nvPr/>
        </p:nvSpPr>
        <p:spPr>
          <a:xfrm xmlns:a="http://schemas.openxmlformats.org/drawingml/2006/main">
            <a:off x="7890917" y="1882130"/>
            <a:ext cx="3318231" cy="2692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600"/>
              <a:buFont typeface="IBM Plex Sans"/>
              <a:buNone/>
            </a:pPr>
            <a:r>
              <a:rPr sz="1600" b="1" i="0" u="none" strike="noStrike" cap="none">
                <a:solidFill>
                  <a:srgbClr val="16202E"/>
                </a:solidFill>
                <a:latin typeface="IBM Plex Sans"/>
                <a:ea typeface="IBM Plex Sans"/>
                <a:cs typeface="IBM Plex Sans"/>
              </a:rPr>
              <a:t>Leakage checks: 5 of 5 pass</a:t>
            </a:r>
            <a:endParaRPr sz="1600" b="0" i="0" u="none" strike="noStrike" cap="none">
              <a:solidFill>
                <a:schemeClr val="dk1"/>
              </a:solidFill>
              <a:latin typeface="IBM Plex Sans"/>
              <a:ea typeface="IBM Plex Sans"/>
              <a:cs typeface="IBM Plex Sans"/>
            </a:endParaRPr>
          </a:p>
        </p:txBody>
      </p:sp>
      <p:pic>
        <p:nvPicPr>
          <p:cNvPr id="959" name="Google Shape;959;p103">
            <a:extLst xmlns:a="http://schemas.openxmlformats.org/drawingml/2006/main">
              <a:ext uri="{FF2B5EF4-FFF2-40B4-BE49-F238E27FC236}">
                <a16:creationId xmlns:a16="http://schemas.microsoft.com/office/drawing/2014/main" id="{06D6D4C6-D014-4DA3-B552-F1CD3A1E19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5ea07c9ac84f27">
            <a:alphaModFix/>
          </a:blip>
          <a:srcRect xmlns:a="http://schemas.openxmlformats.org/drawingml/2006/main" l="0" t="0" r="0" b="0"/>
          <a:stretch xmlns:a="http://schemas.openxmlformats.org/drawingml/2006/main"/>
        </p:blipFill>
        <p:spPr>
          <a:xfrm xmlns:a="http://schemas.openxmlformats.org/drawingml/2006/main">
            <a:off x="7890917" y="2266900"/>
            <a:ext cx="203200" cy="203200"/>
          </a:xfrm>
          <a:prstGeom xmlns:a="http://schemas.openxmlformats.org/drawingml/2006/main" prst="rect">
            <a:avLst/>
          </a:prstGeom>
          <a:ln xmlns:a="http://schemas.openxmlformats.org/drawingml/2006/main">
            <a:noFill/>
          </a:ln>
        </p:spPr>
      </p:pic>
      <p:sp>
        <p:nvSpPr>
          <p:cNvPr id="960" name="Google Shape;960;p103">
            <a:extLst xmlns:a="http://schemas.openxmlformats.org/drawingml/2006/main">
              <a:ext uri="{FF2B5EF4-FFF2-40B4-BE49-F238E27FC236}">
                <a16:creationId xmlns:a16="http://schemas.microsoft.com/office/drawing/2014/main" id="{ABA8DDED-C2B7-484C-A16A-C3E26A618DBE}"/>
              </a:ext>
            </a:extLst>
          </p:cNvPr>
          <p:cNvSpPr>
            <a:spLocks xmlns:a="http://schemas.openxmlformats.org/drawingml/2006/main" noGrp="1"/>
          </p:cNvSpPr>
          <p:nvPr/>
        </p:nvSpPr>
        <p:spPr>
          <a:xfrm xmlns:a="http://schemas.openxmlformats.org/drawingml/2006/main">
            <a:off x="8195717" y="2252960"/>
            <a:ext cx="1851839" cy="256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No shared chunk IDs</a:t>
            </a:r>
            <a:endParaRPr sz="1300" b="0" i="0" u="none" strike="noStrike" cap="none">
              <a:solidFill>
                <a:schemeClr val="dk1"/>
              </a:solidFill>
              <a:latin typeface="IBM Plex Sans"/>
              <a:ea typeface="IBM Plex Sans"/>
              <a:cs typeface="IBM Plex Sans"/>
            </a:endParaRPr>
          </a:p>
        </p:txBody>
      </p:sp>
      <p:pic>
        <p:nvPicPr>
          <p:cNvPr id="961" name="Google Shape;961;p103">
            <a:extLst xmlns:a="http://schemas.openxmlformats.org/drawingml/2006/main">
              <a:ext uri="{FF2B5EF4-FFF2-40B4-BE49-F238E27FC236}">
                <a16:creationId xmlns:a16="http://schemas.microsoft.com/office/drawing/2014/main" id="{CDB0B7D0-CCE6-41D9-A9BF-11B148A058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5ea07c9ac84f27">
            <a:alphaModFix/>
          </a:blip>
          <a:srcRect xmlns:a="http://schemas.openxmlformats.org/drawingml/2006/main" l="0" t="0" r="0" b="0"/>
          <a:stretch xmlns:a="http://schemas.openxmlformats.org/drawingml/2006/main"/>
        </p:blipFill>
        <p:spPr>
          <a:xfrm xmlns:a="http://schemas.openxmlformats.org/drawingml/2006/main">
            <a:off x="7890917" y="2625030"/>
            <a:ext cx="203200" cy="203200"/>
          </a:xfrm>
          <a:prstGeom xmlns:a="http://schemas.openxmlformats.org/drawingml/2006/main" prst="rect">
            <a:avLst/>
          </a:prstGeom>
          <a:ln xmlns:a="http://schemas.openxmlformats.org/drawingml/2006/main">
            <a:noFill/>
          </a:ln>
        </p:spPr>
      </p:pic>
      <p:sp>
        <p:nvSpPr>
          <p:cNvPr id="962" name="Google Shape;962;p103">
            <a:extLst xmlns:a="http://schemas.openxmlformats.org/drawingml/2006/main">
              <a:ext uri="{FF2B5EF4-FFF2-40B4-BE49-F238E27FC236}">
                <a16:creationId xmlns:a16="http://schemas.microsoft.com/office/drawing/2014/main" id="{1E4D372A-13CD-42FA-9A97-66B003A45B71}"/>
              </a:ext>
            </a:extLst>
          </p:cNvPr>
          <p:cNvSpPr>
            <a:spLocks xmlns:a="http://schemas.openxmlformats.org/drawingml/2006/main" noGrp="1"/>
          </p:cNvSpPr>
          <p:nvPr/>
        </p:nvSpPr>
        <p:spPr>
          <a:xfrm xmlns:a="http://schemas.openxmlformats.org/drawingml/2006/main">
            <a:off x="8195717" y="2611090"/>
            <a:ext cx="2265938" cy="256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Train/val sections disjoint</a:t>
            </a:r>
            <a:endParaRPr sz="1300" b="0" i="0" u="none" strike="noStrike" cap="none">
              <a:solidFill>
                <a:schemeClr val="dk1"/>
              </a:solidFill>
              <a:latin typeface="IBM Plex Sans"/>
              <a:ea typeface="IBM Plex Sans"/>
              <a:cs typeface="IBM Plex Sans"/>
            </a:endParaRPr>
          </a:p>
        </p:txBody>
      </p:sp>
      <p:pic>
        <p:nvPicPr>
          <p:cNvPr id="963" name="Google Shape;963;p103">
            <a:extLst xmlns:a="http://schemas.openxmlformats.org/drawingml/2006/main">
              <a:ext uri="{FF2B5EF4-FFF2-40B4-BE49-F238E27FC236}">
                <a16:creationId xmlns:a16="http://schemas.microsoft.com/office/drawing/2014/main" id="{CB435913-3D53-4F01-A291-062F66770C6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5ea07c9ac84f27">
            <a:alphaModFix/>
          </a:blip>
          <a:srcRect xmlns:a="http://schemas.openxmlformats.org/drawingml/2006/main" l="0" t="0" r="0" b="0"/>
          <a:stretch xmlns:a="http://schemas.openxmlformats.org/drawingml/2006/main"/>
        </p:blipFill>
        <p:spPr>
          <a:xfrm xmlns:a="http://schemas.openxmlformats.org/drawingml/2006/main">
            <a:off x="7890917" y="2983161"/>
            <a:ext cx="203200" cy="203200"/>
          </a:xfrm>
          <a:prstGeom xmlns:a="http://schemas.openxmlformats.org/drawingml/2006/main" prst="rect">
            <a:avLst/>
          </a:prstGeom>
          <a:ln xmlns:a="http://schemas.openxmlformats.org/drawingml/2006/main">
            <a:noFill/>
          </a:ln>
        </p:spPr>
      </p:pic>
      <p:sp>
        <p:nvSpPr>
          <p:cNvPr id="964" name="Google Shape;964;p103">
            <a:extLst xmlns:a="http://schemas.openxmlformats.org/drawingml/2006/main">
              <a:ext uri="{FF2B5EF4-FFF2-40B4-BE49-F238E27FC236}">
                <a16:creationId xmlns:a16="http://schemas.microsoft.com/office/drawing/2014/main" id="{59AFD897-C300-44D1-B36F-57E8138200A6}"/>
              </a:ext>
            </a:extLst>
          </p:cNvPr>
          <p:cNvSpPr>
            <a:spLocks xmlns:a="http://schemas.openxmlformats.org/drawingml/2006/main" noGrp="1"/>
          </p:cNvSpPr>
          <p:nvPr/>
        </p:nvSpPr>
        <p:spPr>
          <a:xfrm xmlns:a="http://schemas.openxmlformats.org/drawingml/2006/main">
            <a:off x="8195717" y="2969220"/>
            <a:ext cx="2020848" cy="256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Test document unseen</a:t>
            </a:r>
            <a:endParaRPr sz="1300" b="0" i="0" u="none" strike="noStrike" cap="none">
              <a:solidFill>
                <a:schemeClr val="dk1"/>
              </a:solidFill>
              <a:latin typeface="IBM Plex Sans"/>
              <a:ea typeface="IBM Plex Sans"/>
              <a:cs typeface="IBM Plex Sans"/>
            </a:endParaRPr>
          </a:p>
        </p:txBody>
      </p:sp>
      <p:pic>
        <p:nvPicPr>
          <p:cNvPr id="965" name="Google Shape;965;p103">
            <a:extLst xmlns:a="http://schemas.openxmlformats.org/drawingml/2006/main">
              <a:ext uri="{FF2B5EF4-FFF2-40B4-BE49-F238E27FC236}">
                <a16:creationId xmlns:a16="http://schemas.microsoft.com/office/drawing/2014/main" id="{6447CBEB-021B-4CB1-A58F-66FD61D4AC9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5ea07c9ac84f27">
            <a:alphaModFix/>
          </a:blip>
          <a:srcRect xmlns:a="http://schemas.openxmlformats.org/drawingml/2006/main" l="0" t="0" r="0" b="0"/>
          <a:stretch xmlns:a="http://schemas.openxmlformats.org/drawingml/2006/main"/>
        </p:blipFill>
        <p:spPr>
          <a:xfrm xmlns:a="http://schemas.openxmlformats.org/drawingml/2006/main">
            <a:off x="7890917" y="3341291"/>
            <a:ext cx="203200" cy="203200"/>
          </a:xfrm>
          <a:prstGeom xmlns:a="http://schemas.openxmlformats.org/drawingml/2006/main" prst="rect">
            <a:avLst/>
          </a:prstGeom>
          <a:ln xmlns:a="http://schemas.openxmlformats.org/drawingml/2006/main">
            <a:noFill/>
          </a:ln>
        </p:spPr>
      </p:pic>
      <p:sp>
        <p:nvSpPr>
          <p:cNvPr id="966" name="Google Shape;966;p103">
            <a:extLst xmlns:a="http://schemas.openxmlformats.org/drawingml/2006/main">
              <a:ext uri="{FF2B5EF4-FFF2-40B4-BE49-F238E27FC236}">
                <a16:creationId xmlns:a16="http://schemas.microsoft.com/office/drawing/2014/main" id="{7ADCB430-5070-447B-A9AD-6D00DD4861F3}"/>
              </a:ext>
            </a:extLst>
          </p:cNvPr>
          <p:cNvSpPr>
            <a:spLocks xmlns:a="http://schemas.openxmlformats.org/drawingml/2006/main" noGrp="1"/>
          </p:cNvSpPr>
          <p:nvPr/>
        </p:nvSpPr>
        <p:spPr>
          <a:xfrm xmlns:a="http://schemas.openxmlformats.org/drawingml/2006/main">
            <a:off x="8195717" y="3327350"/>
            <a:ext cx="2017276" cy="256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No repeated questions</a:t>
            </a:r>
            <a:endParaRPr sz="1300" b="0" i="0" u="none" strike="noStrike" cap="none">
              <a:solidFill>
                <a:schemeClr val="dk1"/>
              </a:solidFill>
              <a:latin typeface="IBM Plex Sans"/>
              <a:ea typeface="IBM Plex Sans"/>
              <a:cs typeface="IBM Plex Sans"/>
            </a:endParaRPr>
          </a:p>
        </p:txBody>
      </p:sp>
      <p:pic>
        <p:nvPicPr>
          <p:cNvPr id="967" name="Google Shape;967;p103">
            <a:extLst xmlns:a="http://schemas.openxmlformats.org/drawingml/2006/main">
              <a:ext uri="{FF2B5EF4-FFF2-40B4-BE49-F238E27FC236}">
                <a16:creationId xmlns:a16="http://schemas.microsoft.com/office/drawing/2014/main" id="{ACAFBDBC-F3FC-4516-835E-1737E0C99B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55ea07c9ac84f27">
            <a:alphaModFix/>
          </a:blip>
          <a:srcRect xmlns:a="http://schemas.openxmlformats.org/drawingml/2006/main" l="0" t="0" r="0" b="0"/>
          <a:stretch xmlns:a="http://schemas.openxmlformats.org/drawingml/2006/main"/>
        </p:blipFill>
        <p:spPr>
          <a:xfrm xmlns:a="http://schemas.openxmlformats.org/drawingml/2006/main">
            <a:off x="7890917" y="3699421"/>
            <a:ext cx="203200" cy="203200"/>
          </a:xfrm>
          <a:prstGeom xmlns:a="http://schemas.openxmlformats.org/drawingml/2006/main" prst="rect">
            <a:avLst/>
          </a:prstGeom>
          <a:ln xmlns:a="http://schemas.openxmlformats.org/drawingml/2006/main">
            <a:noFill/>
          </a:ln>
        </p:spPr>
      </p:pic>
      <p:sp>
        <p:nvSpPr>
          <p:cNvPr id="968" name="Google Shape;968;p103">
            <a:extLst xmlns:a="http://schemas.openxmlformats.org/drawingml/2006/main">
              <a:ext uri="{FF2B5EF4-FFF2-40B4-BE49-F238E27FC236}">
                <a16:creationId xmlns:a16="http://schemas.microsoft.com/office/drawing/2014/main" id="{68FFCA0C-5CB0-4E2C-A2CA-8A9098B5F778}"/>
              </a:ext>
            </a:extLst>
          </p:cNvPr>
          <p:cNvSpPr>
            <a:spLocks xmlns:a="http://schemas.openxmlformats.org/drawingml/2006/main" noGrp="1"/>
          </p:cNvSpPr>
          <p:nvPr/>
        </p:nvSpPr>
        <p:spPr>
          <a:xfrm xmlns:a="http://schemas.openxmlformats.org/drawingml/2006/main">
            <a:off x="8195717" y="3685480"/>
            <a:ext cx="2145090" cy="2565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300"/>
              <a:buFont typeface="IBM Plex Sans"/>
              <a:buNone/>
            </a:pPr>
            <a:r>
              <a:rPr sz="1300" b="0" i="0" u="none" strike="noStrike" cap="none">
                <a:solidFill>
                  <a:srgbClr val="16202E"/>
                </a:solidFill>
                <a:latin typeface="IBM Plex Sans"/>
                <a:ea typeface="IBM Plex Sans"/>
                <a:cs typeface="IBM Plex Sans"/>
              </a:rPr>
              <a:t>Sources inside own split</a:t>
            </a:r>
            <a:endParaRPr sz="1300" b="0" i="0" u="none" strike="noStrike" cap="none">
              <a:solidFill>
                <a:schemeClr val="dk1"/>
              </a:solidFill>
              <a:latin typeface="IBM Plex Sans"/>
              <a:ea typeface="IBM Plex Sans"/>
              <a:cs typeface="IBM Plex Sans"/>
            </a:endParaRPr>
          </a:p>
        </p:txBody>
      </p:sp>
      <p:sp>
        <p:nvSpPr>
          <p:cNvPr id="969" name="Google Shape;969;p103">
            <a:extLst xmlns:a="http://schemas.openxmlformats.org/drawingml/2006/main">
              <a:ext uri="{FF2B5EF4-FFF2-40B4-BE49-F238E27FC236}">
                <a16:creationId xmlns:a16="http://schemas.microsoft.com/office/drawing/2014/main" id="{7644102C-D2DE-4C2B-B8B2-AFC728AB11CD}"/>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Guide = 2026 GEHA dental benefits guide · Brochure = 2026 plan brochure · Report: results/data_splits.md</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52655616"/>
      </p:ext>
    </p:extLst>
  </p:cSld>
</p:sld>
</file>

<file path=ppt/slides/slide120.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75" name="Google Shape;975;p104">
            <a:extLst xmlns:a="http://schemas.openxmlformats.org/drawingml/2006/main">
              <a:ext uri="{FF2B5EF4-FFF2-40B4-BE49-F238E27FC236}">
                <a16:creationId xmlns:a16="http://schemas.microsoft.com/office/drawing/2014/main" id="{0FE0D038-B770-41CF-A85C-CE9DD18F62BB}"/>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The model: a frozen 1.5B base with a small adapter</a:t>
            </a:r>
            <a:endParaRPr sz="3200"/>
          </a:p>
        </p:txBody>
      </p:sp>
      <p:sp>
        <p:nvSpPr>
          <p:cNvPr id="976" name="Google Shape;976;p104">
            <a:extLst xmlns:a="http://schemas.openxmlformats.org/drawingml/2006/main">
              <a:ext uri="{FF2B5EF4-FFF2-40B4-BE49-F238E27FC236}">
                <a16:creationId xmlns:a16="http://schemas.microsoft.com/office/drawing/2014/main" id="{904F7423-09BD-4AFF-BF9F-CCD325BCDE1F}"/>
              </a:ext>
            </a:extLst>
          </p:cNvPr>
          <p:cNvSpPr>
            <a:spLocks xmlns:a="http://schemas.openxmlformats.org/drawingml/2006/main" noGrp="1"/>
          </p:cNvSpPr>
          <p:nvPr/>
        </p:nvSpPr>
        <p:spPr>
          <a:xfrm xmlns:a="http://schemas.openxmlformats.org/drawingml/2006/main">
            <a:off x="819150" y="1621780"/>
            <a:ext cx="2476500"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77" name="Google Shape;977;p104">
            <a:extLst xmlns:a="http://schemas.openxmlformats.org/drawingml/2006/main">
              <a:ext uri="{FF2B5EF4-FFF2-40B4-BE49-F238E27FC236}">
                <a16:creationId xmlns:a16="http://schemas.microsoft.com/office/drawing/2014/main" id="{E3AC2778-7C35-4215-9527-950A4404B27C}"/>
              </a:ext>
            </a:extLst>
          </p:cNvPr>
          <p:cNvSpPr>
            <a:spLocks xmlns:a="http://schemas.openxmlformats.org/drawingml/2006/main" noGrp="1"/>
          </p:cNvSpPr>
          <p:nvPr/>
        </p:nvSpPr>
        <p:spPr>
          <a:xfrm xmlns:a="http://schemas.openxmlformats.org/drawingml/2006/main">
            <a:off x="1079500" y="1882130"/>
            <a:ext cx="2014474"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6202E"/>
              </a:buClr>
              <a:buSzPts val="4400"/>
              <a:buFont typeface="IBM Plex Sans"/>
              <a:buNone/>
            </a:pPr>
            <a:r>
              <a:rPr sz="4400" b="1" i="0" u="none" strike="noStrike" cap="none">
                <a:solidFill>
                  <a:srgbClr val="16202E"/>
                </a:solidFill>
                <a:latin typeface="IBM Plex Sans"/>
                <a:ea typeface="IBM Plex Sans"/>
                <a:cs typeface="IBM Plex Sans"/>
              </a:rPr>
              <a:t>1.5B</a:t>
            </a:r>
            <a:endParaRPr sz="4400" b="0" i="0" u="none" strike="noStrike" cap="none">
              <a:solidFill>
                <a:schemeClr val="dk1"/>
              </a:solidFill>
              <a:latin typeface="IBM Plex Sans"/>
              <a:ea typeface="IBM Plex Sans"/>
              <a:cs typeface="IBM Plex Sans"/>
            </a:endParaRPr>
          </a:p>
        </p:txBody>
      </p:sp>
      <p:sp>
        <p:nvSpPr>
          <p:cNvPr id="978" name="Google Shape;978;p104">
            <a:extLst xmlns:a="http://schemas.openxmlformats.org/drawingml/2006/main">
              <a:ext uri="{FF2B5EF4-FFF2-40B4-BE49-F238E27FC236}">
                <a16:creationId xmlns:a16="http://schemas.microsoft.com/office/drawing/2014/main" id="{2C6ADA9C-495B-444A-A5CA-8E9B2D754349}"/>
              </a:ext>
            </a:extLst>
          </p:cNvPr>
          <p:cNvSpPr>
            <a:spLocks xmlns:a="http://schemas.openxmlformats.org/drawingml/2006/main" noGrp="1"/>
          </p:cNvSpPr>
          <p:nvPr/>
        </p:nvSpPr>
        <p:spPr>
          <a:xfrm xmlns:a="http://schemas.openxmlformats.org/drawingml/2006/main">
            <a:off x="1079500" y="2572990"/>
            <a:ext cx="2014474"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frozen weights in Qwen2.5‑1.5B‑Instruct</a:t>
            </a:r>
            <a:endParaRPr sz="1400" b="0" i="0" u="none" strike="noStrike" cap="none">
              <a:solidFill>
                <a:schemeClr val="dk1"/>
              </a:solidFill>
              <a:latin typeface="IBM Plex Sans"/>
              <a:ea typeface="IBM Plex Sans"/>
              <a:cs typeface="IBM Plex Sans"/>
            </a:endParaRPr>
          </a:p>
        </p:txBody>
      </p:sp>
      <p:sp>
        <p:nvSpPr>
          <p:cNvPr id="979" name="Google Shape;979;p104">
            <a:extLst xmlns:a="http://schemas.openxmlformats.org/drawingml/2006/main">
              <a:ext uri="{FF2B5EF4-FFF2-40B4-BE49-F238E27FC236}">
                <a16:creationId xmlns:a16="http://schemas.microsoft.com/office/drawing/2014/main" id="{0C7DB82F-E436-4CB0-9604-58FFD3D3FE28}"/>
              </a:ext>
            </a:extLst>
          </p:cNvPr>
          <p:cNvSpPr>
            <a:spLocks xmlns:a="http://schemas.openxmlformats.org/drawingml/2006/main" noGrp="1"/>
          </p:cNvSpPr>
          <p:nvPr/>
        </p:nvSpPr>
        <p:spPr>
          <a:xfrm xmlns:a="http://schemas.openxmlformats.org/drawingml/2006/main">
            <a:off x="3511550" y="1621780"/>
            <a:ext cx="2476500"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80" name="Google Shape;980;p104">
            <a:extLst xmlns:a="http://schemas.openxmlformats.org/drawingml/2006/main">
              <a:ext uri="{FF2B5EF4-FFF2-40B4-BE49-F238E27FC236}">
                <a16:creationId xmlns:a16="http://schemas.microsoft.com/office/drawing/2014/main" id="{5A06276F-0300-408F-ACDA-F3A961D0040F}"/>
              </a:ext>
            </a:extLst>
          </p:cNvPr>
          <p:cNvSpPr>
            <a:spLocks xmlns:a="http://schemas.openxmlformats.org/drawingml/2006/main" noGrp="1"/>
          </p:cNvSpPr>
          <p:nvPr/>
        </p:nvSpPr>
        <p:spPr>
          <a:xfrm xmlns:a="http://schemas.openxmlformats.org/drawingml/2006/main">
            <a:off x="3771900" y="1882130"/>
            <a:ext cx="2014474"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B4481A"/>
              </a:buClr>
              <a:buSzPts val="4400"/>
              <a:buFont typeface="IBM Plex Sans"/>
              <a:buNone/>
            </a:pPr>
            <a:r>
              <a:rPr sz="4400" b="1" i="0" u="none" strike="noStrike" cap="none">
                <a:solidFill>
                  <a:srgbClr val="B4481A"/>
                </a:solidFill>
                <a:latin typeface="IBM Plex Sans"/>
                <a:ea typeface="IBM Plex Sans"/>
                <a:cs typeface="IBM Plex Sans"/>
              </a:rPr>
              <a:t>18.5M</a:t>
            </a:r>
            <a:endParaRPr sz="4400" b="0" i="0" u="none" strike="noStrike" cap="none">
              <a:solidFill>
                <a:schemeClr val="dk1"/>
              </a:solidFill>
              <a:latin typeface="IBM Plex Sans"/>
              <a:ea typeface="IBM Plex Sans"/>
              <a:cs typeface="IBM Plex Sans"/>
            </a:endParaRPr>
          </a:p>
        </p:txBody>
      </p:sp>
      <p:sp>
        <p:nvSpPr>
          <p:cNvPr id="981" name="Google Shape;981;p104">
            <a:extLst xmlns:a="http://schemas.openxmlformats.org/drawingml/2006/main">
              <a:ext uri="{FF2B5EF4-FFF2-40B4-BE49-F238E27FC236}">
                <a16:creationId xmlns:a16="http://schemas.microsoft.com/office/drawing/2014/main" id="{AEC21933-0363-4B73-9F5E-B6315351613C}"/>
              </a:ext>
            </a:extLst>
          </p:cNvPr>
          <p:cNvSpPr>
            <a:spLocks xmlns:a="http://schemas.openxmlformats.org/drawingml/2006/main" noGrp="1"/>
          </p:cNvSpPr>
          <p:nvPr/>
        </p:nvSpPr>
        <p:spPr>
          <a:xfrm xmlns:a="http://schemas.openxmlformats.org/drawingml/2006/main">
            <a:off x="3771900" y="2572990"/>
            <a:ext cx="2014474" cy="745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trainable LoRA weights, about 1.2% of the model</a:t>
            </a:r>
            <a:endParaRPr sz="1400" b="0" i="0" u="none" strike="noStrike" cap="none">
              <a:solidFill>
                <a:schemeClr val="dk1"/>
              </a:solidFill>
              <a:latin typeface="IBM Plex Sans"/>
              <a:ea typeface="IBM Plex Sans"/>
              <a:cs typeface="IBM Plex Sans"/>
            </a:endParaRPr>
          </a:p>
        </p:txBody>
      </p:sp>
      <p:sp>
        <p:nvSpPr>
          <p:cNvPr id="982" name="Google Shape;982;p104">
            <a:extLst xmlns:a="http://schemas.openxmlformats.org/drawingml/2006/main">
              <a:ext uri="{FF2B5EF4-FFF2-40B4-BE49-F238E27FC236}">
                <a16:creationId xmlns:a16="http://schemas.microsoft.com/office/drawing/2014/main" id="{2C0643DD-F257-43AC-B89E-4A9C806FAB70}"/>
              </a:ext>
            </a:extLst>
          </p:cNvPr>
          <p:cNvSpPr>
            <a:spLocks xmlns:a="http://schemas.openxmlformats.org/drawingml/2006/main" noGrp="1"/>
          </p:cNvSpPr>
          <p:nvPr/>
        </p:nvSpPr>
        <p:spPr>
          <a:xfrm xmlns:a="http://schemas.openxmlformats.org/drawingml/2006/main">
            <a:off x="6203950" y="1621780"/>
            <a:ext cx="2476500"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83" name="Google Shape;983;p104">
            <a:extLst xmlns:a="http://schemas.openxmlformats.org/drawingml/2006/main">
              <a:ext uri="{FF2B5EF4-FFF2-40B4-BE49-F238E27FC236}">
                <a16:creationId xmlns:a16="http://schemas.microsoft.com/office/drawing/2014/main" id="{2CA3CB97-82EA-4C3D-9EFF-7064274CF113}"/>
              </a:ext>
            </a:extLst>
          </p:cNvPr>
          <p:cNvSpPr>
            <a:spLocks xmlns:a="http://schemas.openxmlformats.org/drawingml/2006/main" noGrp="1"/>
          </p:cNvSpPr>
          <p:nvPr/>
        </p:nvSpPr>
        <p:spPr>
          <a:xfrm xmlns:a="http://schemas.openxmlformats.org/drawingml/2006/main">
            <a:off x="6464300" y="1882130"/>
            <a:ext cx="2014474"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6202E"/>
              </a:buClr>
              <a:buSzPts val="4400"/>
              <a:buFont typeface="IBM Plex Sans"/>
              <a:buNone/>
            </a:pPr>
            <a:r>
              <a:rPr sz="4400" b="1" i="0" u="none" strike="noStrike" cap="none">
                <a:solidFill>
                  <a:srgbClr val="16202E"/>
                </a:solidFill>
                <a:latin typeface="IBM Plex Sans"/>
                <a:ea typeface="IBM Plex Sans"/>
                <a:cs typeface="IBM Plex Sans"/>
              </a:rPr>
              <a:t>20</a:t>
            </a:r>
            <a:endParaRPr sz="4400" b="0" i="0" u="none" strike="noStrike" cap="none">
              <a:solidFill>
                <a:schemeClr val="dk1"/>
              </a:solidFill>
              <a:latin typeface="IBM Plex Sans"/>
              <a:ea typeface="IBM Plex Sans"/>
              <a:cs typeface="IBM Plex Sans"/>
            </a:endParaRPr>
          </a:p>
        </p:txBody>
      </p:sp>
      <p:sp>
        <p:nvSpPr>
          <p:cNvPr id="984" name="Google Shape;984;p104">
            <a:extLst xmlns:a="http://schemas.openxmlformats.org/drawingml/2006/main">
              <a:ext uri="{FF2B5EF4-FFF2-40B4-BE49-F238E27FC236}">
                <a16:creationId xmlns:a16="http://schemas.microsoft.com/office/drawing/2014/main" id="{1D858DDA-6E67-4F4E-8F1F-4D559FB8AE96}"/>
              </a:ext>
            </a:extLst>
          </p:cNvPr>
          <p:cNvSpPr>
            <a:spLocks xmlns:a="http://schemas.openxmlformats.org/drawingml/2006/main" noGrp="1"/>
          </p:cNvSpPr>
          <p:nvPr/>
        </p:nvSpPr>
        <p:spPr>
          <a:xfrm xmlns:a="http://schemas.openxmlformats.org/drawingml/2006/main">
            <a:off x="6464300" y="2572990"/>
            <a:ext cx="2014474" cy="745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optimizer steps per epoch (156 examples ÷ batch 8)</a:t>
            </a:r>
            <a:endParaRPr sz="1400" b="0" i="0" u="none" strike="noStrike" cap="none">
              <a:solidFill>
                <a:schemeClr val="dk1"/>
              </a:solidFill>
              <a:latin typeface="IBM Plex Sans"/>
              <a:ea typeface="IBM Plex Sans"/>
              <a:cs typeface="IBM Plex Sans"/>
            </a:endParaRPr>
          </a:p>
        </p:txBody>
      </p:sp>
      <p:sp>
        <p:nvSpPr>
          <p:cNvPr id="985" name="Google Shape;985;p104">
            <a:extLst xmlns:a="http://schemas.openxmlformats.org/drawingml/2006/main">
              <a:ext uri="{FF2B5EF4-FFF2-40B4-BE49-F238E27FC236}">
                <a16:creationId xmlns:a16="http://schemas.microsoft.com/office/drawing/2014/main" id="{528D1047-74FA-41A8-9E42-B720FE07B01E}"/>
              </a:ext>
            </a:extLst>
          </p:cNvPr>
          <p:cNvSpPr>
            <a:spLocks xmlns:a="http://schemas.openxmlformats.org/drawingml/2006/main" noGrp="1"/>
          </p:cNvSpPr>
          <p:nvPr/>
        </p:nvSpPr>
        <p:spPr>
          <a:xfrm xmlns:a="http://schemas.openxmlformats.org/drawingml/2006/main">
            <a:off x="8896350" y="1621780"/>
            <a:ext cx="2476500"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986" name="Google Shape;986;p104">
            <a:extLst xmlns:a="http://schemas.openxmlformats.org/drawingml/2006/main">
              <a:ext uri="{FF2B5EF4-FFF2-40B4-BE49-F238E27FC236}">
                <a16:creationId xmlns:a16="http://schemas.microsoft.com/office/drawing/2014/main" id="{7727717A-D571-48B0-9F88-3A83D0E28F5F}"/>
              </a:ext>
            </a:extLst>
          </p:cNvPr>
          <p:cNvSpPr>
            <a:spLocks xmlns:a="http://schemas.openxmlformats.org/drawingml/2006/main" noGrp="1"/>
          </p:cNvSpPr>
          <p:nvPr/>
        </p:nvSpPr>
        <p:spPr>
          <a:xfrm xmlns:a="http://schemas.openxmlformats.org/drawingml/2006/main">
            <a:off x="9156700" y="1882130"/>
            <a:ext cx="2014474"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6202E"/>
              </a:buClr>
              <a:buSzPts val="4400"/>
              <a:buFont typeface="IBM Plex Sans"/>
              <a:buNone/>
            </a:pPr>
            <a:r>
              <a:rPr sz="4400" b="1" i="0" u="none" strike="noStrike" cap="none">
                <a:solidFill>
                  <a:srgbClr val="16202E"/>
                </a:solidFill>
                <a:latin typeface="IBM Plex Sans"/>
                <a:ea typeface="IBM Plex Sans"/>
                <a:cs typeface="IBM Plex Sans"/>
              </a:rPr>
              <a:t>74 MB</a:t>
            </a:r>
            <a:endParaRPr sz="4400" b="0" i="0" u="none" strike="noStrike" cap="none">
              <a:solidFill>
                <a:schemeClr val="dk1"/>
              </a:solidFill>
              <a:latin typeface="IBM Plex Sans"/>
              <a:ea typeface="IBM Plex Sans"/>
              <a:cs typeface="IBM Plex Sans"/>
            </a:endParaRPr>
          </a:p>
        </p:txBody>
      </p:sp>
      <p:sp>
        <p:nvSpPr>
          <p:cNvPr id="987" name="Google Shape;987;p104">
            <a:extLst xmlns:a="http://schemas.openxmlformats.org/drawingml/2006/main">
              <a:ext uri="{FF2B5EF4-FFF2-40B4-BE49-F238E27FC236}">
                <a16:creationId xmlns:a16="http://schemas.microsoft.com/office/drawing/2014/main" id="{7DEAFDF3-377F-451D-A698-553341C65217}"/>
              </a:ext>
            </a:extLst>
          </p:cNvPr>
          <p:cNvSpPr>
            <a:spLocks xmlns:a="http://schemas.openxmlformats.org/drawingml/2006/main" noGrp="1"/>
          </p:cNvSpPr>
          <p:nvPr/>
        </p:nvSpPr>
        <p:spPr>
          <a:xfrm xmlns:a="http://schemas.openxmlformats.org/drawingml/2006/main">
            <a:off x="9156700" y="2572990"/>
            <a:ext cx="2014474"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adapter file on disk, vs about 3 GB for the base</a:t>
            </a:r>
            <a:endParaRPr sz="1400" b="0" i="0" u="none" strike="noStrike" cap="none">
              <a:solidFill>
                <a:schemeClr val="dk1"/>
              </a:solidFill>
              <a:latin typeface="IBM Plex Sans"/>
              <a:ea typeface="IBM Plex Sans"/>
              <a:cs typeface="IBM Plex Sans"/>
            </a:endParaRPr>
          </a:p>
        </p:txBody>
      </p:sp>
      <p:graphicFrame>
        <p:nvGraphicFramePr>
          <p:cNvPr id="988" name="Google Shape;988;p104">
            <a:extLst xmlns:a="http://schemas.openxmlformats.org/drawingml/2006/main">
              <a:ext uri="{FF2B5EF4-FFF2-40B4-BE49-F238E27FC236}">
                <a16:creationId xmlns:a16="http://schemas.microsoft.com/office/drawing/2014/main" id="{283DC4AA-8B2C-4BE3-993A-799E93F47FF5}"/>
              </a:ext>
            </a:extLst>
          </p:cNvPr>
          <p:cNvGraphicFramePr/>
          <p:nvPr/>
        </p:nvGraphicFramePr>
        <p:xfrm>
          <a:off xmlns:a="http://schemas.openxmlformats.org/drawingml/2006/main" x="825500" y="3928021"/>
          <a:ext xmlns:a="http://schemas.openxmlformats.org/drawingml/2006/main" cx="3000000" cy="3000000"/>
        </p:xfrm>
        <a:graphic xmlns:a="http://schemas.openxmlformats.org/drawingml/2006/main">
          <a:graphicData uri="http://schemas.openxmlformats.org/drawingml/2006/table">
            <a:tbl>
              <a:tblPr>
                <a:tableStyleId>{8E558FB5-0500-4F46-969F-79940C156687}</a:tableStyleId>
              </a:tblPr>
              <a:tblGrid>
                <a:gridCol w="2638425"/>
                <a:gridCol w="2638425"/>
                <a:gridCol w="2638425"/>
                <a:gridCol w="2638425"/>
              </a:tblGrid>
              <a:tr h="359325">
                <a:tc>
                  <a:txBody>
                    <a:bodyPr/>
                    <a:lstStyle/>
                    <a:p>
                      <a:pPr marL="0" marR="0" lvl="0" indent="0" algn="l">
                        <a:lnSpc>
                          <a:spcPct val="140000"/>
                        </a:lnSpc>
                        <a:spcBef>
                          <a:spcPts val="0"/>
                        </a:spcBef>
                        <a:spcAft>
                          <a:spcPts val="0"/>
                        </a:spcAft>
                        <a:buClr>
                          <a:srgbClr val="16202E"/>
                        </a:buClr>
                        <a:buSzPts val="1300"/>
                        <a:buFont typeface="IBM Plex Sans"/>
                        <a:buNone/>
                      </a:pPr>
                      <a:r>
                        <a:rPr sz="1300" b="1" u="none" strike="noStrike" cap="none">
                          <a:solidFill>
                            <a:srgbClr val="16202E"/>
                          </a:solidFill>
                          <a:latin typeface="IBM Plex Sans"/>
                          <a:ea typeface="IBM Plex Sans"/>
                          <a:cs typeface="IBM Plex Sans"/>
                        </a:rPr>
                        <a:t>LoRA</a:t>
                      </a:r>
                      <a:endParaRPr sz="1300" u="none" strike="noStrike" cap="none">
                        <a:latin typeface="IBM Plex Sans"/>
                        <a:ea typeface="IBM Plex Sans"/>
                        <a:cs typeface="IBM Plex Sans"/>
                      </a:endParaRPr>
                    </a:p>
                  </a:txBody>
                  <a:tcPr marL="57775" marR="57775" marT="57775" marB="57775">
                    <a:lnL w="12700" cmpd="sng">
                      <a:solidFill>
                        <a:srgbClr val="C4C4BF"/>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l">
                        <a:lnSpc>
                          <a:spcPct val="140000"/>
                        </a:lnSpc>
                        <a:spcBef>
                          <a:spcPts val="0"/>
                        </a:spcBef>
                        <a:spcAft>
                          <a:spcPts val="0"/>
                        </a:spcAft>
                        <a:buClr>
                          <a:srgbClr val="16202E"/>
                        </a:buClr>
                        <a:buSzPts val="1300"/>
                        <a:buFont typeface="IBM Plex Sans"/>
                        <a:buNone/>
                      </a:pPr>
                      <a:r>
                        <a:rPr sz="1300" b="1" u="none" strike="noStrike" cap="none">
                          <a:solidFill>
                            <a:srgbClr val="16202E"/>
                          </a:solidFill>
                          <a:latin typeface="IBM Plex Sans"/>
                          <a:ea typeface="IBM Plex Sans"/>
                          <a:cs typeface="IBM Plex Sans"/>
                        </a:rPr>
                        <a:t>Targets</a:t>
                      </a:r>
                      <a:endParaRPr sz="1300" u="none" strike="noStrike" cap="none">
                        <a:latin typeface="IBM Plex Sans"/>
                        <a:ea typeface="IBM Plex Sans"/>
                        <a:cs typeface="IBM Plex Sans"/>
                      </a:endParaRPr>
                    </a:p>
                  </a:txBody>
                  <a:tcPr marL="57775" marR="57775" marT="57775" marB="577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l">
                        <a:lnSpc>
                          <a:spcPct val="140000"/>
                        </a:lnSpc>
                        <a:spcBef>
                          <a:spcPts val="0"/>
                        </a:spcBef>
                        <a:spcAft>
                          <a:spcPts val="0"/>
                        </a:spcAft>
                        <a:buClr>
                          <a:srgbClr val="16202E"/>
                        </a:buClr>
                        <a:buSzPts val="1300"/>
                        <a:buFont typeface="IBM Plex Sans"/>
                        <a:buNone/>
                      </a:pPr>
                      <a:r>
                        <a:rPr sz="1300" b="1" u="none" strike="noStrike" cap="none">
                          <a:solidFill>
                            <a:srgbClr val="16202E"/>
                          </a:solidFill>
                          <a:latin typeface="IBM Plex Sans"/>
                          <a:ea typeface="IBM Plex Sans"/>
                          <a:cs typeface="IBM Plex Sans"/>
                        </a:rPr>
                        <a:t>Optimizer</a:t>
                      </a:r>
                      <a:endParaRPr sz="1300" u="none" strike="noStrike" cap="none">
                        <a:latin typeface="IBM Plex Sans"/>
                        <a:ea typeface="IBM Plex Sans"/>
                        <a:cs typeface="IBM Plex Sans"/>
                      </a:endParaRPr>
                    </a:p>
                  </a:txBody>
                  <a:tcPr marL="57775" marR="57775" marT="57775" marB="577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l">
                        <a:lnSpc>
                          <a:spcPct val="140000"/>
                        </a:lnSpc>
                        <a:spcBef>
                          <a:spcPts val="0"/>
                        </a:spcBef>
                        <a:spcAft>
                          <a:spcPts val="0"/>
                        </a:spcAft>
                        <a:buClr>
                          <a:srgbClr val="16202E"/>
                        </a:buClr>
                        <a:buSzPts val="1300"/>
                        <a:buFont typeface="IBM Plex Sans"/>
                        <a:buNone/>
                      </a:pPr>
                      <a:r>
                        <a:rPr sz="1300" b="1" u="none" strike="noStrike" cap="none">
                          <a:solidFill>
                            <a:srgbClr val="16202E"/>
                          </a:solidFill>
                          <a:latin typeface="IBM Plex Sans"/>
                          <a:ea typeface="IBM Plex Sans"/>
                          <a:cs typeface="IBM Plex Sans"/>
                        </a:rPr>
                        <a:t>Selection</a:t>
                      </a:r>
                      <a:endParaRPr sz="1300" u="none" strike="noStrike" cap="none">
                        <a:latin typeface="IBM Plex Sans"/>
                        <a:ea typeface="IBM Plex Sans"/>
                        <a:cs typeface="IBM Plex Sans"/>
                      </a:endParaRPr>
                    </a:p>
                  </a:txBody>
                  <a:tcPr marL="57775" marR="57775" marT="57775" marB="577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r>
              <a:tr h="359325">
                <a:tc>
                  <a:txBody>
                    <a:bodyPr/>
                    <a:lstStyle/>
                    <a:p>
                      <a:pPr marL="0" marR="0" lvl="0" indent="0" algn="l">
                        <a:lnSpc>
                          <a:spcPct val="140000"/>
                        </a:lnSpc>
                        <a:spcBef>
                          <a:spcPts val="0"/>
                        </a:spcBef>
                        <a:spcAft>
                          <a:spcPts val="0"/>
                        </a:spcAft>
                        <a:buClr>
                          <a:srgbClr val="16202E"/>
                        </a:buClr>
                        <a:buSzPts val="1300"/>
                        <a:buFont typeface="IBM Plex Sans"/>
                        <a:buNone/>
                      </a:pPr>
                      <a:r>
                        <a:rPr sz="1300" u="none" strike="noStrike" cap="none">
                          <a:solidFill>
                            <a:srgbClr val="16202E"/>
                          </a:solidFill>
                          <a:latin typeface="IBM Plex Sans"/>
                          <a:ea typeface="IBM Plex Sans"/>
                          <a:cs typeface="IBM Plex Sans"/>
                        </a:rPr>
                        <a:t>rank 16, alpha 32, dropout 0.05</a:t>
                      </a:r>
                      <a:endParaRPr sz="1300" u="none" strike="noStrike" cap="none">
                        <a:latin typeface="IBM Plex Sans"/>
                        <a:ea typeface="IBM Plex Sans"/>
                        <a:cs typeface="IBM Plex Sans"/>
                      </a:endParaRPr>
                    </a:p>
                  </a:txBody>
                  <a:tcPr marL="57775" marR="57775" marT="57775" marB="577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l">
                        <a:lnSpc>
                          <a:spcPct val="140000"/>
                        </a:lnSpc>
                        <a:spcBef>
                          <a:spcPts val="0"/>
                        </a:spcBef>
                        <a:spcAft>
                          <a:spcPts val="0"/>
                        </a:spcAft>
                        <a:buClr>
                          <a:srgbClr val="16202E"/>
                        </a:buClr>
                        <a:buSzPts val="1300"/>
                        <a:buFont typeface="IBM Plex Sans"/>
                        <a:buNone/>
                      </a:pPr>
                      <a:r>
                        <a:rPr sz="1300" u="none" strike="noStrike" cap="none">
                          <a:solidFill>
                            <a:srgbClr val="16202E"/>
                          </a:solidFill>
                          <a:latin typeface="IBM Plex Sans"/>
                          <a:ea typeface="IBM Plex Sans"/>
                          <a:cs typeface="IBM Plex Sans"/>
                        </a:rPr>
                        <a:t>q, k, v, o, gate, up, down</a:t>
                      </a:r>
                      <a:endParaRPr sz="1300" u="none" strike="noStrike" cap="none">
                        <a:latin typeface="IBM Plex Sans"/>
                        <a:ea typeface="IBM Plex Sans"/>
                        <a:cs typeface="IBM Plex Sans"/>
                      </a:endParaRPr>
                    </a:p>
                  </a:txBody>
                  <a:tcPr marL="57775" marR="57775" marT="57775" marB="577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l">
                        <a:lnSpc>
                          <a:spcPct val="140000"/>
                        </a:lnSpc>
                        <a:spcBef>
                          <a:spcPts val="0"/>
                        </a:spcBef>
                        <a:spcAft>
                          <a:spcPts val="0"/>
                        </a:spcAft>
                        <a:buClr>
                          <a:srgbClr val="16202E"/>
                        </a:buClr>
                        <a:buSzPts val="1300"/>
                        <a:buFont typeface="IBM Plex Sans"/>
                        <a:buNone/>
                      </a:pPr>
                      <a:r>
                        <a:rPr sz="1300" u="none" strike="noStrike" cap="none">
                          <a:solidFill>
                            <a:srgbClr val="16202E"/>
                          </a:solidFill>
                          <a:latin typeface="IBM Plex Sans"/>
                          <a:ea typeface="IBM Plex Sans"/>
                          <a:cs typeface="IBM Plex Sans"/>
                        </a:rPr>
                        <a:t>AdamW 2e‑4, warmup + cosine</a:t>
                      </a:r>
                      <a:endParaRPr sz="1300" u="none" strike="noStrike" cap="none">
                        <a:latin typeface="IBM Plex Sans"/>
                        <a:ea typeface="IBM Plex Sans"/>
                        <a:cs typeface="IBM Plex Sans"/>
                      </a:endParaRPr>
                    </a:p>
                  </a:txBody>
                  <a:tcPr marL="57775" marR="57775" marT="57775" marB="577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l">
                        <a:lnSpc>
                          <a:spcPct val="140000"/>
                        </a:lnSpc>
                        <a:spcBef>
                          <a:spcPts val="0"/>
                        </a:spcBef>
                        <a:spcAft>
                          <a:spcPts val="0"/>
                        </a:spcAft>
                        <a:buClr>
                          <a:srgbClr val="16202E"/>
                        </a:buClr>
                        <a:buSzPts val="1300"/>
                        <a:buFont typeface="IBM Plex Sans"/>
                        <a:buNone/>
                      </a:pPr>
                      <a:r>
                        <a:rPr sz="1300" u="none" strike="noStrike" cap="none">
                          <a:solidFill>
                            <a:srgbClr val="16202E"/>
                          </a:solidFill>
                          <a:latin typeface="IBM Plex Sans"/>
                          <a:ea typeface="IBM Plex Sans"/>
                          <a:cs typeface="IBM Plex Sans"/>
                        </a:rPr>
                        <a:t>lowest validation loss</a:t>
                      </a:r>
                      <a:endParaRPr sz="1300" u="none" strike="noStrike" cap="none">
                        <a:latin typeface="IBM Plex Sans"/>
                        <a:ea typeface="IBM Plex Sans"/>
                        <a:cs typeface="IBM Plex Sans"/>
                      </a:endParaRPr>
                    </a:p>
                  </a:txBody>
                  <a:tcPr marL="57775" marR="57775" marT="57775" marB="577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r>
            </a:tbl>
          </a:graphicData>
        </a:graphic>
      </p:graphicFrame>
      <p:sp>
        <p:nvSpPr>
          <p:cNvPr id="989" name="Google Shape;989;p104">
            <a:extLst xmlns:a="http://schemas.openxmlformats.org/drawingml/2006/main">
              <a:ext uri="{FF2B5EF4-FFF2-40B4-BE49-F238E27FC236}">
                <a16:creationId xmlns:a16="http://schemas.microsoft.com/office/drawing/2014/main" id="{504FCE95-BBC8-4128-BA1E-181C2B6FEDA9}"/>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Adapter size measured from adapter_model.safetensors (fp32); base size is the bf16 checkpoint</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784823270"/>
      </p:ext>
    </p:extLst>
  </p:cSld>
</p:sld>
</file>

<file path=ppt/slides/slide12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95" name="Google Shape;995;p105">
            <a:extLst xmlns:a="http://schemas.openxmlformats.org/drawingml/2006/main">
              <a:ext uri="{FF2B5EF4-FFF2-40B4-BE49-F238E27FC236}">
                <a16:creationId xmlns:a16="http://schemas.microsoft.com/office/drawing/2014/main" id="{4D86FF60-2AD6-4FC9-9803-DED9F31FB50A}"/>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On the Mac: 4 h 41 min, one finished epoch</a:t>
            </a:r>
            <a:endParaRPr sz="3200"/>
          </a:p>
        </p:txBody>
      </p:sp>
      <p:pic>
        <p:nvPicPr>
          <p:cNvPr id="996" name="Google Shape;996;p105">
            <a:extLst xmlns:a="http://schemas.openxmlformats.org/drawingml/2006/main">
              <a:ext uri="{FF2B5EF4-FFF2-40B4-BE49-F238E27FC236}">
                <a16:creationId xmlns:a16="http://schemas.microsoft.com/office/drawing/2014/main" id="{13CD3A80-3449-482B-A3C3-1AC00E06A6B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68bd42d8ce4414">
            <a:alphaModFix/>
          </a:blip>
          <a:srcRect xmlns:a="http://schemas.openxmlformats.org/drawingml/2006/main" l="0" t="0" r="0" b="0"/>
          <a:stretch xmlns:a="http://schemas.openxmlformats.org/drawingml/2006/main"/>
        </p:blipFill>
        <p:spPr>
          <a:xfrm xmlns:a="http://schemas.openxmlformats.org/drawingml/2006/main">
            <a:off x="812800" y="1920230"/>
            <a:ext cx="203200" cy="203200"/>
          </a:xfrm>
          <a:prstGeom xmlns:a="http://schemas.openxmlformats.org/drawingml/2006/main" prst="rect">
            <a:avLst/>
          </a:prstGeom>
          <a:ln xmlns:a="http://schemas.openxmlformats.org/drawingml/2006/main">
            <a:noFill/>
          </a:ln>
        </p:spPr>
      </p:pic>
      <p:sp>
        <p:nvSpPr>
          <p:cNvPr id="997" name="Google Shape;997;p105">
            <a:extLst xmlns:a="http://schemas.openxmlformats.org/drawingml/2006/main">
              <a:ext uri="{FF2B5EF4-FFF2-40B4-BE49-F238E27FC236}">
                <a16:creationId xmlns:a16="http://schemas.microsoft.com/office/drawing/2014/main" id="{E14A787F-1664-4B58-A5C2-BBBBCC7D20AB}"/>
              </a:ext>
            </a:extLst>
          </p:cNvPr>
          <p:cNvSpPr>
            <a:spLocks xmlns:a="http://schemas.openxmlformats.org/drawingml/2006/main" noGrp="1"/>
          </p:cNvSpPr>
          <p:nvPr/>
        </p:nvSpPr>
        <p:spPr>
          <a:xfrm xmlns:a="http://schemas.openxmlformats.org/drawingml/2006/main">
            <a:off x="812800" y="2199630"/>
            <a:ext cx="2563876" cy="309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600"/>
              <a:buFont typeface="JetBrains Mono"/>
              <a:buNone/>
            </a:pPr>
            <a:r>
              <a:rPr sz="1600" b="1" i="0" u="none" strike="noStrike" cap="none">
                <a:solidFill>
                  <a:srgbClr val="16202E"/>
                </a:solidFill>
                <a:latin typeface="JetBrains Mono"/>
                <a:ea typeface="JetBrains Mono"/>
                <a:cs typeface="JetBrains Mono"/>
              </a:rPr>
              <a:t>02:53</a:t>
            </a:r>
            <a:endParaRPr sz="1600" b="0" i="0" u="none" strike="noStrike" cap="none">
              <a:solidFill>
                <a:schemeClr val="dk1"/>
              </a:solidFill>
              <a:latin typeface="IBM Plex Sans"/>
              <a:ea typeface="IBM Plex Sans"/>
              <a:cs typeface="IBM Plex Sans"/>
            </a:endParaRPr>
          </a:p>
        </p:txBody>
      </p:sp>
      <p:sp>
        <p:nvSpPr>
          <p:cNvPr id="998" name="Google Shape;998;p105">
            <a:extLst xmlns:a="http://schemas.openxmlformats.org/drawingml/2006/main">
              <a:ext uri="{FF2B5EF4-FFF2-40B4-BE49-F238E27FC236}">
                <a16:creationId xmlns:a16="http://schemas.microsoft.com/office/drawing/2014/main" id="{5EB915A3-822C-4217-87B3-3A7C893AEDD4}"/>
              </a:ext>
            </a:extLst>
          </p:cNvPr>
          <p:cNvSpPr>
            <a:spLocks xmlns:a="http://schemas.openxmlformats.org/drawingml/2006/main" noGrp="1"/>
          </p:cNvSpPr>
          <p:nvPr/>
        </p:nvSpPr>
        <p:spPr>
          <a:xfrm xmlns:a="http://schemas.openxmlformats.org/drawingml/2006/main">
            <a:off x="812800" y="2560290"/>
            <a:ext cx="2563876"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Start on an M1 Pro, 32 GB, fp32 on the GPU (MPS)</a:t>
            </a:r>
            <a:endParaRPr sz="1400" b="0" i="0" u="none" strike="noStrike" cap="none">
              <a:solidFill>
                <a:schemeClr val="dk1"/>
              </a:solidFill>
              <a:latin typeface="IBM Plex Sans"/>
              <a:ea typeface="IBM Plex Sans"/>
              <a:cs typeface="IBM Plex Sans"/>
            </a:endParaRPr>
          </a:p>
        </p:txBody>
      </p:sp>
      <p:pic>
        <p:nvPicPr>
          <p:cNvPr id="999" name="Google Shape;999;p105">
            <a:extLst xmlns:a="http://schemas.openxmlformats.org/drawingml/2006/main">
              <a:ext uri="{FF2B5EF4-FFF2-40B4-BE49-F238E27FC236}">
                <a16:creationId xmlns:a16="http://schemas.microsoft.com/office/drawing/2014/main" id="{DF95134E-9753-4410-91F0-0B9A634690E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68bd42d8ce4414">
            <a:alphaModFix/>
          </a:blip>
          <a:srcRect xmlns:a="http://schemas.openxmlformats.org/drawingml/2006/main" l="0" t="0" r="0" b="0"/>
          <a:stretch xmlns:a="http://schemas.openxmlformats.org/drawingml/2006/main"/>
        </p:blipFill>
        <p:spPr>
          <a:xfrm xmlns:a="http://schemas.openxmlformats.org/drawingml/2006/main">
            <a:off x="3505200" y="1920230"/>
            <a:ext cx="203200" cy="203200"/>
          </a:xfrm>
          <a:prstGeom xmlns:a="http://schemas.openxmlformats.org/drawingml/2006/main" prst="rect">
            <a:avLst/>
          </a:prstGeom>
          <a:ln xmlns:a="http://schemas.openxmlformats.org/drawingml/2006/main">
            <a:noFill/>
          </a:ln>
        </p:spPr>
      </p:pic>
      <p:sp>
        <p:nvSpPr>
          <p:cNvPr id="1000" name="Google Shape;1000;p105">
            <a:extLst xmlns:a="http://schemas.openxmlformats.org/drawingml/2006/main">
              <a:ext uri="{FF2B5EF4-FFF2-40B4-BE49-F238E27FC236}">
                <a16:creationId xmlns:a16="http://schemas.microsoft.com/office/drawing/2014/main" id="{B6F03360-81C7-42AF-AB50-992C3E9848A0}"/>
              </a:ext>
            </a:extLst>
          </p:cNvPr>
          <p:cNvSpPr>
            <a:spLocks xmlns:a="http://schemas.openxmlformats.org/drawingml/2006/main" noGrp="1"/>
          </p:cNvSpPr>
          <p:nvPr/>
        </p:nvSpPr>
        <p:spPr>
          <a:xfrm xmlns:a="http://schemas.openxmlformats.org/drawingml/2006/main">
            <a:off x="3505200" y="2199630"/>
            <a:ext cx="2563876" cy="309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600"/>
              <a:buFont typeface="JetBrains Mono"/>
              <a:buNone/>
            </a:pPr>
            <a:r>
              <a:rPr sz="1600" b="1" i="0" u="none" strike="noStrike" cap="none">
                <a:solidFill>
                  <a:srgbClr val="16202E"/>
                </a:solidFill>
                <a:latin typeface="JetBrains Mono"/>
                <a:ea typeface="JetBrains Mono"/>
                <a:cs typeface="JetBrains Mono"/>
              </a:rPr>
              <a:t>03:57</a:t>
            </a:r>
            <a:endParaRPr sz="1600" b="0" i="0" u="none" strike="noStrike" cap="none">
              <a:solidFill>
                <a:schemeClr val="dk1"/>
              </a:solidFill>
              <a:latin typeface="IBM Plex Sans"/>
              <a:ea typeface="IBM Plex Sans"/>
              <a:cs typeface="IBM Plex Sans"/>
            </a:endParaRPr>
          </a:p>
        </p:txBody>
      </p:sp>
      <p:sp>
        <p:nvSpPr>
          <p:cNvPr id="1001" name="Google Shape;1001;p105">
            <a:extLst xmlns:a="http://schemas.openxmlformats.org/drawingml/2006/main">
              <a:ext uri="{FF2B5EF4-FFF2-40B4-BE49-F238E27FC236}">
                <a16:creationId xmlns:a16="http://schemas.microsoft.com/office/drawing/2014/main" id="{87710146-F1F5-4C7D-B2D0-3B3333531B24}"/>
              </a:ext>
            </a:extLst>
          </p:cNvPr>
          <p:cNvSpPr>
            <a:spLocks xmlns:a="http://schemas.openxmlformats.org/drawingml/2006/main" noGrp="1"/>
          </p:cNvSpPr>
          <p:nvPr/>
        </p:nvSpPr>
        <p:spPr>
          <a:xfrm xmlns:a="http://schemas.openxmlformats.org/drawingml/2006/main">
            <a:off x="3505200" y="2560290"/>
            <a:ext cx="2563876" cy="745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Epoch 1 done in 56 min. Validation loss 0.626 → 0.517; adapter saved</a:t>
            </a:r>
            <a:endParaRPr sz="1400" b="0" i="0" u="none" strike="noStrike" cap="none">
              <a:solidFill>
                <a:schemeClr val="dk1"/>
              </a:solidFill>
              <a:latin typeface="IBM Plex Sans"/>
              <a:ea typeface="IBM Plex Sans"/>
              <a:cs typeface="IBM Plex Sans"/>
            </a:endParaRPr>
          </a:p>
        </p:txBody>
      </p:sp>
      <p:pic>
        <p:nvPicPr>
          <p:cNvPr id="1002" name="Google Shape;1002;p105">
            <a:extLst xmlns:a="http://schemas.openxmlformats.org/drawingml/2006/main">
              <a:ext uri="{FF2B5EF4-FFF2-40B4-BE49-F238E27FC236}">
                <a16:creationId xmlns:a16="http://schemas.microsoft.com/office/drawing/2014/main" id="{69F3E3C5-2B0B-43FF-A8A7-F8A21F2170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0fce606556746cd">
            <a:alphaModFix/>
          </a:blip>
          <a:srcRect xmlns:a="http://schemas.openxmlformats.org/drawingml/2006/main" l="0" t="0" r="0" b="0"/>
          <a:stretch xmlns:a="http://schemas.openxmlformats.org/drawingml/2006/main"/>
        </p:blipFill>
        <p:spPr>
          <a:xfrm xmlns:a="http://schemas.openxmlformats.org/drawingml/2006/main">
            <a:off x="6197600" y="1920230"/>
            <a:ext cx="203200" cy="203200"/>
          </a:xfrm>
          <a:prstGeom xmlns:a="http://schemas.openxmlformats.org/drawingml/2006/main" prst="rect">
            <a:avLst/>
          </a:prstGeom>
          <a:ln xmlns:a="http://schemas.openxmlformats.org/drawingml/2006/main">
            <a:noFill/>
          </a:ln>
        </p:spPr>
      </p:pic>
      <p:sp>
        <p:nvSpPr>
          <p:cNvPr id="1003" name="Google Shape;1003;p105">
            <a:extLst xmlns:a="http://schemas.openxmlformats.org/drawingml/2006/main">
              <a:ext uri="{FF2B5EF4-FFF2-40B4-BE49-F238E27FC236}">
                <a16:creationId xmlns:a16="http://schemas.microsoft.com/office/drawing/2014/main" id="{EBAA2DD8-A9A8-43D9-8531-C9E80652497C}"/>
              </a:ext>
            </a:extLst>
          </p:cNvPr>
          <p:cNvSpPr>
            <a:spLocks xmlns:a="http://schemas.openxmlformats.org/drawingml/2006/main" noGrp="1"/>
          </p:cNvSpPr>
          <p:nvPr/>
        </p:nvSpPr>
        <p:spPr>
          <a:xfrm xmlns:a="http://schemas.openxmlformats.org/drawingml/2006/main">
            <a:off x="6197600" y="2199630"/>
            <a:ext cx="2563876" cy="309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600"/>
              <a:buFont typeface="JetBrains Mono"/>
              <a:buNone/>
            </a:pPr>
            <a:r>
              <a:rPr sz="1600" b="1" i="0" u="none" strike="noStrike" cap="none">
                <a:solidFill>
                  <a:srgbClr val="16202E"/>
                </a:solidFill>
                <a:latin typeface="JetBrains Mono"/>
                <a:ea typeface="JetBrains Mono"/>
                <a:cs typeface="JetBrains Mono"/>
              </a:rPr>
              <a:t>06:39</a:t>
            </a:r>
            <a:endParaRPr sz="1600" b="0" i="0" u="none" strike="noStrike" cap="none">
              <a:solidFill>
                <a:schemeClr val="dk1"/>
              </a:solidFill>
              <a:latin typeface="IBM Plex Sans"/>
              <a:ea typeface="IBM Plex Sans"/>
              <a:cs typeface="IBM Plex Sans"/>
            </a:endParaRPr>
          </a:p>
        </p:txBody>
      </p:sp>
      <p:sp>
        <p:nvSpPr>
          <p:cNvPr id="1004" name="Google Shape;1004;p105">
            <a:extLst xmlns:a="http://schemas.openxmlformats.org/drawingml/2006/main">
              <a:ext uri="{FF2B5EF4-FFF2-40B4-BE49-F238E27FC236}">
                <a16:creationId xmlns:a16="http://schemas.microsoft.com/office/drawing/2014/main" id="{7F6C89F2-0FD0-41BB-B3BB-B0A4136AD18F}"/>
              </a:ext>
            </a:extLst>
          </p:cNvPr>
          <p:cNvSpPr>
            <a:spLocks xmlns:a="http://schemas.openxmlformats.org/drawingml/2006/main" noGrp="1"/>
          </p:cNvSpPr>
          <p:nvPr/>
        </p:nvSpPr>
        <p:spPr>
          <a:xfrm xmlns:a="http://schemas.openxmlformats.org/drawingml/2006/main">
            <a:off x="6197600" y="2560290"/>
            <a:ext cx="2563876" cy="745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Battery at 1%: the Mac hibernates for 12 min, epoch 2 still unfinished</a:t>
            </a:r>
            <a:endParaRPr sz="1400" b="0" i="0" u="none" strike="noStrike" cap="none">
              <a:solidFill>
                <a:schemeClr val="dk1"/>
              </a:solidFill>
              <a:latin typeface="IBM Plex Sans"/>
              <a:ea typeface="IBM Plex Sans"/>
              <a:cs typeface="IBM Plex Sans"/>
            </a:endParaRPr>
          </a:p>
        </p:txBody>
      </p:sp>
      <p:pic>
        <p:nvPicPr>
          <p:cNvPr id="1005" name="Google Shape;1005;p105">
            <a:extLst xmlns:a="http://schemas.openxmlformats.org/drawingml/2006/main">
              <a:ext uri="{FF2B5EF4-FFF2-40B4-BE49-F238E27FC236}">
                <a16:creationId xmlns:a16="http://schemas.microsoft.com/office/drawing/2014/main" id="{2FC5E255-1CDA-47BF-85AB-B9A9236A413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ba56ac2c1c46aa">
            <a:alphaModFix/>
          </a:blip>
          <a:srcRect xmlns:a="http://schemas.openxmlformats.org/drawingml/2006/main" l="0" t="0" r="0" b="0"/>
          <a:stretch xmlns:a="http://schemas.openxmlformats.org/drawingml/2006/main"/>
        </p:blipFill>
        <p:spPr>
          <a:xfrm xmlns:a="http://schemas.openxmlformats.org/drawingml/2006/main">
            <a:off x="8890000" y="1920230"/>
            <a:ext cx="203200" cy="203200"/>
          </a:xfrm>
          <a:prstGeom xmlns:a="http://schemas.openxmlformats.org/drawingml/2006/main" prst="rect">
            <a:avLst/>
          </a:prstGeom>
          <a:ln xmlns:a="http://schemas.openxmlformats.org/drawingml/2006/main">
            <a:noFill/>
          </a:ln>
        </p:spPr>
      </p:pic>
      <p:sp>
        <p:nvSpPr>
          <p:cNvPr id="1006" name="Google Shape;1006;p105">
            <a:extLst xmlns:a="http://schemas.openxmlformats.org/drawingml/2006/main">
              <a:ext uri="{FF2B5EF4-FFF2-40B4-BE49-F238E27FC236}">
                <a16:creationId xmlns:a16="http://schemas.microsoft.com/office/drawing/2014/main" id="{674E71B2-1F7A-413C-A892-9A99C4D8FD2A}"/>
              </a:ext>
            </a:extLst>
          </p:cNvPr>
          <p:cNvSpPr>
            <a:spLocks xmlns:a="http://schemas.openxmlformats.org/drawingml/2006/main" noGrp="1"/>
          </p:cNvSpPr>
          <p:nvPr/>
        </p:nvSpPr>
        <p:spPr>
          <a:xfrm xmlns:a="http://schemas.openxmlformats.org/drawingml/2006/main">
            <a:off x="8890000" y="2199630"/>
            <a:ext cx="2563876" cy="3098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600"/>
              <a:buFont typeface="JetBrains Mono"/>
              <a:buNone/>
            </a:pPr>
            <a:r>
              <a:rPr sz="1600" b="1" i="0" u="none" strike="noStrike" cap="none">
                <a:solidFill>
                  <a:srgbClr val="16202E"/>
                </a:solidFill>
                <a:latin typeface="JetBrains Mono"/>
                <a:ea typeface="JetBrains Mono"/>
                <a:cs typeface="JetBrains Mono"/>
              </a:rPr>
              <a:t>07:34</a:t>
            </a:r>
            <a:endParaRPr sz="1600" b="0" i="0" u="none" strike="noStrike" cap="none">
              <a:solidFill>
                <a:schemeClr val="dk1"/>
              </a:solidFill>
              <a:latin typeface="IBM Plex Sans"/>
              <a:ea typeface="IBM Plex Sans"/>
              <a:cs typeface="IBM Plex Sans"/>
            </a:endParaRPr>
          </a:p>
        </p:txBody>
      </p:sp>
      <p:sp>
        <p:nvSpPr>
          <p:cNvPr id="1007" name="Google Shape;1007;p105">
            <a:extLst xmlns:a="http://schemas.openxmlformats.org/drawingml/2006/main">
              <a:ext uri="{FF2B5EF4-FFF2-40B4-BE49-F238E27FC236}">
                <a16:creationId xmlns:a16="http://schemas.microsoft.com/office/drawing/2014/main" id="{27758EAD-61A3-4AAF-BAAD-AE457E02F4A0}"/>
              </a:ext>
            </a:extLst>
          </p:cNvPr>
          <p:cNvSpPr>
            <a:spLocks xmlns:a="http://schemas.openxmlformats.org/drawingml/2006/main" noGrp="1"/>
          </p:cNvSpPr>
          <p:nvPr/>
        </p:nvSpPr>
        <p:spPr>
          <a:xfrm xmlns:a="http://schemas.openxmlformats.org/drawingml/2006/main">
            <a:off x="8890000" y="2560290"/>
            <a:ext cx="2563876"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Stopped. Full run moves to a Colab GPU</a:t>
            </a:r>
            <a:endParaRPr sz="1400" b="0" i="0" u="none" strike="noStrike" cap="none">
              <a:solidFill>
                <a:schemeClr val="dk1"/>
              </a:solidFill>
              <a:latin typeface="IBM Plex Sans"/>
              <a:ea typeface="IBM Plex Sans"/>
              <a:cs typeface="IBM Plex Sans"/>
            </a:endParaRPr>
          </a:p>
        </p:txBody>
      </p:sp>
      <p:pic>
        <p:nvPicPr>
          <p:cNvPr id="1008" name="Google Shape;1008;p105">
            <a:extLst xmlns:a="http://schemas.openxmlformats.org/drawingml/2006/main">
              <a:ext uri="{FF2B5EF4-FFF2-40B4-BE49-F238E27FC236}">
                <a16:creationId xmlns:a16="http://schemas.microsoft.com/office/drawing/2014/main" id="{595700D1-09BA-490F-ADF4-35C181D641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94fe95c7d8445a9">
            <a:alphaModFix/>
          </a:blip>
          <a:srcRect xmlns:a="http://schemas.openxmlformats.org/drawingml/2006/main" l="0" t="0" r="0" b="0"/>
          <a:stretch xmlns:a="http://schemas.openxmlformats.org/drawingml/2006/main"/>
        </p:blipFill>
        <p:spPr>
          <a:xfrm xmlns:a="http://schemas.openxmlformats.org/drawingml/2006/main">
            <a:off x="812800" y="1717030"/>
            <a:ext cx="10566400" cy="50800"/>
          </a:xfrm>
          <a:prstGeom xmlns:a="http://schemas.openxmlformats.org/drawingml/2006/main" prst="rect">
            <a:avLst/>
          </a:prstGeom>
          <a:ln xmlns:a="http://schemas.openxmlformats.org/drawingml/2006/main">
            <a:noFill/>
          </a:ln>
        </p:spPr>
      </p:pic>
      <p:sp>
        <p:nvSpPr>
          <p:cNvPr id="1009" name="Google Shape;1009;p105">
            <a:extLst xmlns:a="http://schemas.openxmlformats.org/drawingml/2006/main">
              <a:ext uri="{FF2B5EF4-FFF2-40B4-BE49-F238E27FC236}">
                <a16:creationId xmlns:a16="http://schemas.microsoft.com/office/drawing/2014/main" id="{866CB3AD-7A50-42A1-8575-CAC9345679B0}"/>
              </a:ext>
            </a:extLst>
          </p:cNvPr>
          <p:cNvSpPr>
            <a:spLocks xmlns:a="http://schemas.openxmlformats.org/drawingml/2006/main" noGrp="1"/>
          </p:cNvSpPr>
          <p:nvPr/>
        </p:nvSpPr>
        <p:spPr>
          <a:xfrm xmlns:a="http://schemas.openxmlformats.org/drawingml/2006/main">
            <a:off x="819150" y="3642271"/>
            <a:ext cx="3373934" cy="1165771"/>
          </a:xfrm>
          <a:prstGeom xmlns:a="http://schemas.openxmlformats.org/drawingml/2006/main" prst="roundRect">
            <a:avLst>
              <a:gd name="adj" fmla="val 10349"/>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174200" tIns="174200" rIns="85550" bIns="14880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400"/>
              <a:buFont typeface="IBM Plex Sans"/>
              <a:buNone/>
            </a:pPr>
            <a:r>
              <a:rPr sz="1400" b="1" i="0" u="none" strike="noStrike" cap="none">
                <a:solidFill>
                  <a:srgbClr val="16202E"/>
                </a:solidFill>
                <a:latin typeface="IBM Plex Sans"/>
                <a:ea typeface="IBM Plex Sans"/>
                <a:cs typeface="IBM Plex Sans"/>
              </a:rPr>
              <a:t>No bf16 on M1.</a:t>
            </a:r>
            <a:r>
              <a:rPr sz="1400" b="0" i="0" u="none" strike="noStrike" cap="none">
                <a:solidFill>
                  <a:srgbClr val="16202E"/>
                </a:solidFill>
                <a:latin typeface="IBM Plex Sans"/>
                <a:ea typeface="IBM Plex Sans"/>
                <a:cs typeface="IBM Plex Sans"/>
              </a:rPr>
              <a:t> fp32 doubles memory and compute compared with a bf16 GPU.</a:t>
            </a:r>
            <a:endParaRPr sz="1400" b="0" i="0" u="none" strike="noStrike" cap="none">
              <a:solidFill>
                <a:schemeClr val="dk1"/>
              </a:solidFill>
              <a:latin typeface="IBM Plex Sans"/>
              <a:ea typeface="IBM Plex Sans"/>
              <a:cs typeface="IBM Plex Sans"/>
            </a:endParaRPr>
          </a:p>
        </p:txBody>
      </p:sp>
      <p:sp>
        <p:nvSpPr>
          <p:cNvPr id="1010" name="Google Shape;1010;p105">
            <a:extLst xmlns:a="http://schemas.openxmlformats.org/drawingml/2006/main">
              <a:ext uri="{FF2B5EF4-FFF2-40B4-BE49-F238E27FC236}">
                <a16:creationId xmlns:a16="http://schemas.microsoft.com/office/drawing/2014/main" id="{4B68CF0A-906F-422B-BFD7-63FC9CBB4F2B}"/>
              </a:ext>
            </a:extLst>
          </p:cNvPr>
          <p:cNvSpPr>
            <a:spLocks xmlns:a="http://schemas.openxmlformats.org/drawingml/2006/main" noGrp="1"/>
          </p:cNvSpPr>
          <p:nvPr/>
        </p:nvSpPr>
        <p:spPr>
          <a:xfrm xmlns:a="http://schemas.openxmlformats.org/drawingml/2006/main">
            <a:off x="4408984" y="3642271"/>
            <a:ext cx="3373983" cy="1165771"/>
          </a:xfrm>
          <a:prstGeom xmlns:a="http://schemas.openxmlformats.org/drawingml/2006/main" prst="roundRect">
            <a:avLst>
              <a:gd name="adj" fmla="val 10349"/>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174200" tIns="174200" rIns="85550" bIns="17420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400"/>
              <a:buFont typeface="IBM Plex Sans"/>
              <a:buNone/>
            </a:pPr>
            <a:r>
              <a:rPr sz="1400" b="1" i="0" u="none" strike="noStrike" cap="none">
                <a:solidFill>
                  <a:srgbClr val="16202E"/>
                </a:solidFill>
                <a:latin typeface="IBM Plex Sans"/>
                <a:ea typeface="IBM Plex Sans"/>
                <a:cs typeface="IBM Plex Sans"/>
              </a:rPr>
              <a:t>Ran on battery.</a:t>
            </a:r>
            <a:r>
              <a:rPr sz="1400" b="0" i="0" u="none" strike="noStrike" cap="none">
                <a:solidFill>
                  <a:srgbClr val="16202E"/>
                </a:solidFill>
                <a:latin typeface="IBM Plex Sans"/>
                <a:ea typeface="IBM Plex Sans"/>
                <a:cs typeface="IBM Plex Sans"/>
              </a:rPr>
              <a:t> macOS throttled the job, then hibernated it.</a:t>
            </a:r>
            <a:endParaRPr sz="1400" b="0" i="0" u="none" strike="noStrike" cap="none">
              <a:solidFill>
                <a:schemeClr val="dk1"/>
              </a:solidFill>
              <a:latin typeface="IBM Plex Sans"/>
              <a:ea typeface="IBM Plex Sans"/>
              <a:cs typeface="IBM Plex Sans"/>
            </a:endParaRPr>
          </a:p>
        </p:txBody>
      </p:sp>
      <p:sp>
        <p:nvSpPr>
          <p:cNvPr id="1011" name="Google Shape;1011;p105">
            <a:extLst xmlns:a="http://schemas.openxmlformats.org/drawingml/2006/main">
              <a:ext uri="{FF2B5EF4-FFF2-40B4-BE49-F238E27FC236}">
                <a16:creationId xmlns:a16="http://schemas.microsoft.com/office/drawing/2014/main" id="{C610FF76-6EC3-4BB3-A639-A7E9A0E3B5E2}"/>
              </a:ext>
            </a:extLst>
          </p:cNvPr>
          <p:cNvSpPr>
            <a:spLocks xmlns:a="http://schemas.openxmlformats.org/drawingml/2006/main" noGrp="1"/>
          </p:cNvSpPr>
          <p:nvPr/>
        </p:nvSpPr>
        <p:spPr>
          <a:xfrm xmlns:a="http://schemas.openxmlformats.org/drawingml/2006/main">
            <a:off x="7998867" y="3642271"/>
            <a:ext cx="3373983" cy="1165771"/>
          </a:xfrm>
          <a:prstGeom xmlns:a="http://schemas.openxmlformats.org/drawingml/2006/main" prst="roundRect">
            <a:avLst>
              <a:gd name="adj" fmla="val 10349"/>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174200" tIns="174200" rIns="85550" bIns="17420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400"/>
              <a:buFont typeface="IBM Plex Sans"/>
              <a:buNone/>
            </a:pPr>
            <a:r>
              <a:rPr sz="1400" b="1" i="0" u="none" strike="noStrike" cap="none">
                <a:solidFill>
                  <a:srgbClr val="16202E"/>
                </a:solidFill>
                <a:latin typeface="IBM Plex Sans"/>
                <a:ea typeface="IBM Plex Sans"/>
                <a:cs typeface="IBM Plex Sans"/>
              </a:rPr>
              <a:t>Memory pressure.</a:t>
            </a:r>
            <a:r>
              <a:rPr sz="1400" b="0" i="0" u="none" strike="noStrike" cap="none">
                <a:solidFill>
                  <a:srgbClr val="16202E"/>
                </a:solidFill>
                <a:latin typeface="IBM Plex Sans"/>
                <a:ea typeface="IBM Plex Sans"/>
                <a:cs typeface="IBM Plex Sans"/>
              </a:rPr>
              <a:t> 15.8 of 17 GB swap in use slowed every step.</a:t>
            </a:r>
            <a:endParaRPr sz="1400" b="0" i="0" u="none" strike="noStrike" cap="none">
              <a:solidFill>
                <a:schemeClr val="dk1"/>
              </a:solidFill>
              <a:latin typeface="IBM Plex Sans"/>
              <a:ea typeface="IBM Plex Sans"/>
              <a:cs typeface="IBM Plex Sans"/>
            </a:endParaRPr>
          </a:p>
        </p:txBody>
      </p:sp>
      <p:sp>
        <p:nvSpPr>
          <p:cNvPr id="1012" name="Google Shape;1012;p105">
            <a:extLst xmlns:a="http://schemas.openxmlformats.org/drawingml/2006/main">
              <a:ext uri="{FF2B5EF4-FFF2-40B4-BE49-F238E27FC236}">
                <a16:creationId xmlns:a16="http://schemas.microsoft.com/office/drawing/2014/main" id="{0D91BB47-BAEA-4F51-B12F-FBB83949C0B3}"/>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Times are local (PDT), 21 Oct 2026, from the training log and macOS power log</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534145636"/>
      </p:ext>
    </p:extLst>
  </p:cSld>
</p:sld>
</file>

<file path=ppt/slides/slide12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18" name="Google Shape;1018;p106">
            <a:extLst xmlns:a="http://schemas.openxmlformats.org/drawingml/2006/main">
              <a:ext uri="{FF2B5EF4-FFF2-40B4-BE49-F238E27FC236}">
                <a16:creationId xmlns:a16="http://schemas.microsoft.com/office/drawing/2014/main" id="{470267B6-4AE6-4C79-ABAA-4CB83809E67A}"/>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On a Colab A100: all 3 epochs in 3.5 minutes</a:t>
            </a:r>
            <a:endParaRPr sz="3200"/>
          </a:p>
        </p:txBody>
      </p:sp>
      <p:sp>
        <p:nvSpPr>
          <p:cNvPr id="1019" name="Google Shape;1019;p106">
            <a:extLst xmlns:a="http://schemas.openxmlformats.org/drawingml/2006/main">
              <a:ext uri="{FF2B5EF4-FFF2-40B4-BE49-F238E27FC236}">
                <a16:creationId xmlns:a16="http://schemas.microsoft.com/office/drawing/2014/main" id="{46A61E4E-BD08-48D9-A30F-3003E2746CD2}"/>
              </a:ext>
            </a:extLst>
          </p:cNvPr>
          <p:cNvSpPr>
            <a:spLocks xmlns:a="http://schemas.openxmlformats.org/drawingml/2006/main" noGrp="1"/>
          </p:cNvSpPr>
          <p:nvPr/>
        </p:nvSpPr>
        <p:spPr>
          <a:xfrm xmlns:a="http://schemas.openxmlformats.org/drawingml/2006/main">
            <a:off x="819150" y="1621780"/>
            <a:ext cx="3373934"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20" name="Google Shape;1020;p106">
            <a:extLst xmlns:a="http://schemas.openxmlformats.org/drawingml/2006/main">
              <a:ext uri="{FF2B5EF4-FFF2-40B4-BE49-F238E27FC236}">
                <a16:creationId xmlns:a16="http://schemas.microsoft.com/office/drawing/2014/main" id="{EE673FEC-FD23-46F4-985C-DC7402F836F6}"/>
              </a:ext>
            </a:extLst>
          </p:cNvPr>
          <p:cNvSpPr>
            <a:spLocks xmlns:a="http://schemas.openxmlformats.org/drawingml/2006/main" noGrp="1"/>
          </p:cNvSpPr>
          <p:nvPr/>
        </p:nvSpPr>
        <p:spPr>
          <a:xfrm xmlns:a="http://schemas.openxmlformats.org/drawingml/2006/main">
            <a:off x="1079500" y="1882130"/>
            <a:ext cx="2938831"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6202E"/>
              </a:buClr>
              <a:buSzPts val="4400"/>
              <a:buFont typeface="IBM Plex Sans"/>
              <a:buNone/>
            </a:pPr>
            <a:r>
              <a:rPr sz="4400" b="1" i="0" u="none" strike="noStrike" cap="none">
                <a:solidFill>
                  <a:srgbClr val="16202E"/>
                </a:solidFill>
                <a:latin typeface="IBM Plex Sans"/>
                <a:ea typeface="IBM Plex Sans"/>
                <a:cs typeface="IBM Plex Sans"/>
              </a:rPr>
              <a:t>56 min</a:t>
            </a:r>
            <a:endParaRPr sz="4400" b="0" i="0" u="none" strike="noStrike" cap="none">
              <a:solidFill>
                <a:schemeClr val="dk1"/>
              </a:solidFill>
              <a:latin typeface="IBM Plex Sans"/>
              <a:ea typeface="IBM Plex Sans"/>
              <a:cs typeface="IBM Plex Sans"/>
            </a:endParaRPr>
          </a:p>
        </p:txBody>
      </p:sp>
      <p:sp>
        <p:nvSpPr>
          <p:cNvPr id="1021" name="Google Shape;1021;p106">
            <a:extLst xmlns:a="http://schemas.openxmlformats.org/drawingml/2006/main">
              <a:ext uri="{FF2B5EF4-FFF2-40B4-BE49-F238E27FC236}">
                <a16:creationId xmlns:a16="http://schemas.microsoft.com/office/drawing/2014/main" id="{5FB4ADAE-0316-47AA-8CAB-6F61D9DDB716}"/>
              </a:ext>
            </a:extLst>
          </p:cNvPr>
          <p:cNvSpPr>
            <a:spLocks xmlns:a="http://schemas.openxmlformats.org/drawingml/2006/main" noGrp="1"/>
          </p:cNvSpPr>
          <p:nvPr/>
        </p:nvSpPr>
        <p:spPr>
          <a:xfrm xmlns:a="http://schemas.openxmlformats.org/drawingml/2006/main">
            <a:off x="1079500" y="2572990"/>
            <a:ext cx="2938831"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one epoch on the M1 Pro, fp32 on MPS</a:t>
            </a:r>
            <a:endParaRPr sz="1400" b="0" i="0" u="none" strike="noStrike" cap="none">
              <a:solidFill>
                <a:schemeClr val="dk1"/>
              </a:solidFill>
              <a:latin typeface="IBM Plex Sans"/>
              <a:ea typeface="IBM Plex Sans"/>
              <a:cs typeface="IBM Plex Sans"/>
            </a:endParaRPr>
          </a:p>
        </p:txBody>
      </p:sp>
      <p:sp>
        <p:nvSpPr>
          <p:cNvPr id="1022" name="Google Shape;1022;p106">
            <a:extLst xmlns:a="http://schemas.openxmlformats.org/drawingml/2006/main">
              <a:ext uri="{FF2B5EF4-FFF2-40B4-BE49-F238E27FC236}">
                <a16:creationId xmlns:a16="http://schemas.microsoft.com/office/drawing/2014/main" id="{E49D3976-29DD-4C0B-B482-C3A4AD5A7762}"/>
              </a:ext>
            </a:extLst>
          </p:cNvPr>
          <p:cNvSpPr>
            <a:spLocks xmlns:a="http://schemas.openxmlformats.org/drawingml/2006/main" noGrp="1"/>
          </p:cNvSpPr>
          <p:nvPr/>
        </p:nvSpPr>
        <p:spPr>
          <a:xfrm xmlns:a="http://schemas.openxmlformats.org/drawingml/2006/main">
            <a:off x="4408984" y="1621780"/>
            <a:ext cx="3373983"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23" name="Google Shape;1023;p106">
            <a:extLst xmlns:a="http://schemas.openxmlformats.org/drawingml/2006/main">
              <a:ext uri="{FF2B5EF4-FFF2-40B4-BE49-F238E27FC236}">
                <a16:creationId xmlns:a16="http://schemas.microsoft.com/office/drawing/2014/main" id="{3AFB2466-10CF-4A12-B699-87EB03D58583}"/>
              </a:ext>
            </a:extLst>
          </p:cNvPr>
          <p:cNvSpPr>
            <a:spLocks xmlns:a="http://schemas.openxmlformats.org/drawingml/2006/main" noGrp="1"/>
          </p:cNvSpPr>
          <p:nvPr/>
        </p:nvSpPr>
        <p:spPr>
          <a:xfrm xmlns:a="http://schemas.openxmlformats.org/drawingml/2006/main">
            <a:off x="4669334" y="1882130"/>
            <a:ext cx="2938882"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B4481A"/>
              </a:buClr>
              <a:buSzPts val="4400"/>
              <a:buFont typeface="IBM Plex Sans"/>
              <a:buNone/>
            </a:pPr>
            <a:r>
              <a:rPr sz="4400" b="1" i="0" u="none" strike="noStrike" cap="none">
                <a:solidFill>
                  <a:srgbClr val="B4481A"/>
                </a:solidFill>
                <a:latin typeface="IBM Plex Sans"/>
                <a:ea typeface="IBM Plex Sans"/>
                <a:cs typeface="IBM Plex Sans"/>
              </a:rPr>
              <a:t>71 s</a:t>
            </a:r>
            <a:endParaRPr sz="4400" b="0" i="0" u="none" strike="noStrike" cap="none">
              <a:solidFill>
                <a:schemeClr val="dk1"/>
              </a:solidFill>
              <a:latin typeface="IBM Plex Sans"/>
              <a:ea typeface="IBM Plex Sans"/>
              <a:cs typeface="IBM Plex Sans"/>
            </a:endParaRPr>
          </a:p>
        </p:txBody>
      </p:sp>
      <p:sp>
        <p:nvSpPr>
          <p:cNvPr id="1024" name="Google Shape;1024;p106">
            <a:extLst xmlns:a="http://schemas.openxmlformats.org/drawingml/2006/main">
              <a:ext uri="{FF2B5EF4-FFF2-40B4-BE49-F238E27FC236}">
                <a16:creationId xmlns:a16="http://schemas.microsoft.com/office/drawing/2014/main" id="{57F3937D-D4A6-4448-AFAA-EDF9404D7C7E}"/>
              </a:ext>
            </a:extLst>
          </p:cNvPr>
          <p:cNvSpPr>
            <a:spLocks xmlns:a="http://schemas.openxmlformats.org/drawingml/2006/main" noGrp="1"/>
          </p:cNvSpPr>
          <p:nvPr/>
        </p:nvSpPr>
        <p:spPr>
          <a:xfrm xmlns:a="http://schemas.openxmlformats.org/drawingml/2006/main">
            <a:off x="4669334" y="2572990"/>
            <a:ext cx="2938882" cy="745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one epoch on an A100‑SXM4‑40GB, bf16, validation included</a:t>
            </a:r>
            <a:endParaRPr sz="1400" b="0" i="0" u="none" strike="noStrike" cap="none">
              <a:solidFill>
                <a:schemeClr val="dk1"/>
              </a:solidFill>
              <a:latin typeface="IBM Plex Sans"/>
              <a:ea typeface="IBM Plex Sans"/>
              <a:cs typeface="IBM Plex Sans"/>
            </a:endParaRPr>
          </a:p>
        </p:txBody>
      </p:sp>
      <p:sp>
        <p:nvSpPr>
          <p:cNvPr id="1025" name="Google Shape;1025;p106">
            <a:extLst xmlns:a="http://schemas.openxmlformats.org/drawingml/2006/main">
              <a:ext uri="{FF2B5EF4-FFF2-40B4-BE49-F238E27FC236}">
                <a16:creationId xmlns:a16="http://schemas.microsoft.com/office/drawing/2014/main" id="{933EA712-6D09-4A73-A31B-96EA632EE91C}"/>
              </a:ext>
            </a:extLst>
          </p:cNvPr>
          <p:cNvSpPr>
            <a:spLocks xmlns:a="http://schemas.openxmlformats.org/drawingml/2006/main" noGrp="1"/>
          </p:cNvSpPr>
          <p:nvPr/>
        </p:nvSpPr>
        <p:spPr>
          <a:xfrm xmlns:a="http://schemas.openxmlformats.org/drawingml/2006/main">
            <a:off x="7998867" y="1621780"/>
            <a:ext cx="3373983" cy="1931591"/>
          </a:xfrm>
          <a:prstGeom xmlns:a="http://schemas.openxmlformats.org/drawingml/2006/main" prst="roundRect">
            <a:avLst>
              <a:gd name="adj" fmla="val 6246"/>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26" name="Google Shape;1026;p106">
            <a:extLst xmlns:a="http://schemas.openxmlformats.org/drawingml/2006/main">
              <a:ext uri="{FF2B5EF4-FFF2-40B4-BE49-F238E27FC236}">
                <a16:creationId xmlns:a16="http://schemas.microsoft.com/office/drawing/2014/main" id="{1995E123-AF86-4015-93EA-7E78CF5B3DA6}"/>
              </a:ext>
            </a:extLst>
          </p:cNvPr>
          <p:cNvSpPr>
            <a:spLocks xmlns:a="http://schemas.openxmlformats.org/drawingml/2006/main" noGrp="1"/>
          </p:cNvSpPr>
          <p:nvPr/>
        </p:nvSpPr>
        <p:spPr>
          <a:xfrm xmlns:a="http://schemas.openxmlformats.org/drawingml/2006/main">
            <a:off x="8259217" y="1882130"/>
            <a:ext cx="2938882" cy="6400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6202E"/>
              </a:buClr>
              <a:buSzPts val="4400"/>
              <a:buFont typeface="IBM Plex Sans"/>
              <a:buNone/>
            </a:pPr>
            <a:r>
              <a:rPr sz="4400" b="1" i="0" u="none" strike="noStrike" cap="none">
                <a:solidFill>
                  <a:srgbClr val="16202E"/>
                </a:solidFill>
                <a:latin typeface="IBM Plex Sans"/>
                <a:ea typeface="IBM Plex Sans"/>
                <a:cs typeface="IBM Plex Sans"/>
              </a:rPr>
              <a:t>≈47×</a:t>
            </a:r>
            <a:endParaRPr sz="4400" b="0" i="0" u="none" strike="noStrike" cap="none">
              <a:solidFill>
                <a:schemeClr val="dk1"/>
              </a:solidFill>
              <a:latin typeface="IBM Plex Sans"/>
              <a:ea typeface="IBM Plex Sans"/>
              <a:cs typeface="IBM Plex Sans"/>
            </a:endParaRPr>
          </a:p>
        </p:txBody>
      </p:sp>
      <p:sp>
        <p:nvSpPr>
          <p:cNvPr id="1027" name="Google Shape;1027;p106">
            <a:extLst xmlns:a="http://schemas.openxmlformats.org/drawingml/2006/main">
              <a:ext uri="{FF2B5EF4-FFF2-40B4-BE49-F238E27FC236}">
                <a16:creationId xmlns:a16="http://schemas.microsoft.com/office/drawing/2014/main" id="{36903BA6-06EA-441E-9BB0-F15DE4530BF5}"/>
              </a:ext>
            </a:extLst>
          </p:cNvPr>
          <p:cNvSpPr>
            <a:spLocks xmlns:a="http://schemas.openxmlformats.org/drawingml/2006/main" noGrp="1"/>
          </p:cNvSpPr>
          <p:nvPr/>
        </p:nvSpPr>
        <p:spPr>
          <a:xfrm xmlns:a="http://schemas.openxmlformats.org/drawingml/2006/main">
            <a:off x="8259217" y="2572990"/>
            <a:ext cx="2938882" cy="5054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5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faster per epoch, same code and data</a:t>
            </a:r>
            <a:endParaRPr sz="1400" b="0" i="0" u="none" strike="noStrike" cap="none">
              <a:solidFill>
                <a:schemeClr val="dk1"/>
              </a:solidFill>
              <a:latin typeface="IBM Plex Sans"/>
              <a:ea typeface="IBM Plex Sans"/>
              <a:cs typeface="IBM Plex Sans"/>
            </a:endParaRPr>
          </a:p>
        </p:txBody>
      </p:sp>
      <p:graphicFrame>
        <p:nvGraphicFramePr>
          <p:cNvPr id="1028" name="Google Shape;1028;p106">
            <a:extLst xmlns:a="http://schemas.openxmlformats.org/drawingml/2006/main">
              <a:ext uri="{FF2B5EF4-FFF2-40B4-BE49-F238E27FC236}">
                <a16:creationId xmlns:a16="http://schemas.microsoft.com/office/drawing/2014/main" id="{06174A93-45E3-4647-A810-B646468DB30A}"/>
              </a:ext>
            </a:extLst>
          </p:cNvPr>
          <p:cNvGraphicFramePr/>
          <p:nvPr/>
        </p:nvGraphicFramePr>
        <p:xfrm>
          <a:off xmlns:a="http://schemas.openxmlformats.org/drawingml/2006/main" x="825500" y="3928021"/>
          <a:ext xmlns:a="http://schemas.openxmlformats.org/drawingml/2006/main" cx="3000000" cy="3000000"/>
        </p:xfrm>
        <a:graphic xmlns:a="http://schemas.openxmlformats.org/drawingml/2006/main">
          <a:graphicData uri="http://schemas.openxmlformats.org/drawingml/2006/table">
            <a:tbl>
              <a:tblPr>
                <a:tableStyleId>{8E558FB5-0500-4F46-969F-79940C156687}</a:tableStyleId>
              </a:tblPr>
              <a:tblGrid>
                <a:gridCol w="4221475"/>
                <a:gridCol w="2110750"/>
                <a:gridCol w="4221475"/>
              </a:tblGrid>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Colab stage</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Time</a:t>
                      </a:r>
                      <a:endParaRPr sz="1400" u="none" strike="noStrike" cap="none">
                        <a:latin typeface="IBM Plex Sans"/>
                        <a:ea typeface="IBM Plex Sans"/>
                        <a:cs typeface="IBM Plex Sans"/>
                      </a:endParaRPr>
                    </a:p>
                  </a:txBody>
                  <a:tcPr marL="62225" marR="62225" marT="62225" marB="6222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l">
                        <a:lnSpc>
                          <a:spcPct val="140000"/>
                        </a:lnSpc>
                        <a:spcBef>
                          <a:spcPts val="0"/>
                        </a:spcBef>
                        <a:spcAft>
                          <a:spcPts val="0"/>
                        </a:spcAft>
                        <a:buClr>
                          <a:srgbClr val="16202E"/>
                        </a:buClr>
                        <a:buSzPts val="1400"/>
                        <a:buFont typeface="IBM Plex Sans"/>
                        <a:buNone/>
                      </a:pPr>
                      <a:r>
                        <a:rPr sz="1400" b="1" u="none" strike="noStrike" cap="none">
                          <a:solidFill>
                            <a:srgbClr val="16202E"/>
                          </a:solidFill>
                          <a:latin typeface="IBM Plex Sans"/>
                          <a:ea typeface="IBM Plex Sans"/>
                          <a:cs typeface="IBM Plex Sans"/>
                        </a:rPr>
                        <a:t>Output</a:t>
                      </a:r>
                      <a:endParaRPr sz="1400" u="none" strike="noStrike" cap="none">
                        <a:latin typeface="IBM Plex Sans"/>
                        <a:ea typeface="IBM Plex Sans"/>
                        <a:cs typeface="IBM Plex Sans"/>
                      </a:endParaRPr>
                    </a:p>
                  </a:txBody>
                  <a:tcPr marL="62225" marR="62225" marT="62225" marB="6222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Training: 60 steps, 7 validation passes</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3.5 min</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train_log.jsonl, best adapter</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r>
              <a:tr h="386000">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Eval: 82 examples × 2 models</a:t>
                      </a:r>
                      <a:endParaRPr sz="1400" u="none" strike="noStrike" cap="none">
                        <a:latin typeface="IBM Plex Sans"/>
                        <a:ea typeface="IBM Plex Sans"/>
                        <a:cs typeface="IBM Plex Sans"/>
                      </a:endParaRPr>
                    </a:p>
                  </a:txBody>
                  <a:tcPr marL="62225" marR="62225" marT="62225" marB="6222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≈23 min</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l">
                        <a:lnSpc>
                          <a:spcPct val="140000"/>
                        </a:lnSpc>
                        <a:spcBef>
                          <a:spcPts val="0"/>
                        </a:spcBef>
                        <a:spcAft>
                          <a:spcPts val="0"/>
                        </a:spcAft>
                        <a:buClr>
                          <a:srgbClr val="16202E"/>
                        </a:buClr>
                        <a:buSzPts val="1400"/>
                        <a:buFont typeface="IBM Plex Sans"/>
                        <a:buNone/>
                      </a:pPr>
                      <a:r>
                        <a:rPr sz="1400" u="none" strike="noStrike" cap="none">
                          <a:solidFill>
                            <a:srgbClr val="16202E"/>
                          </a:solidFill>
                          <a:latin typeface="IBM Plex Sans"/>
                          <a:ea typeface="IBM Plex Sans"/>
                          <a:cs typeface="IBM Plex Sans"/>
                        </a:rPr>
                        <a:t>generator_comparison.json</a:t>
                      </a:r>
                      <a:endParaRPr sz="1400" u="none" strike="noStrike" cap="none">
                        <a:latin typeface="IBM Plex Sans"/>
                        <a:ea typeface="IBM Plex Sans"/>
                        <a:cs typeface="IBM Plex Sans"/>
                      </a:endParaRPr>
                    </a:p>
                  </a:txBody>
                  <a:tcPr marL="62225" marR="62225" marT="62225" marB="6222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bl>
          </a:graphicData>
        </a:graphic>
      </p:graphicFrame>
      <p:sp>
        <p:nvSpPr>
          <p:cNvPr id="1029" name="Google Shape;1029;p106">
            <a:extLst xmlns:a="http://schemas.openxmlformats.org/drawingml/2006/main">
              <a:ext uri="{FF2B5EF4-FFF2-40B4-BE49-F238E27FC236}">
                <a16:creationId xmlns:a16="http://schemas.microsoft.com/office/drawing/2014/main" id="{547CEAC6-DC5B-4D06-8176-65A89A051A88}"/>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Training time from train_log.jsonl (elapsed_s = 212); eval time from result file timestamps</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665757859"/>
      </p:ext>
    </p:extLst>
  </p:cSld>
</p:sld>
</file>

<file path=ppt/slides/slide12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35" name="Google Shape;1035;p107">
            <a:extLst xmlns:a="http://schemas.openxmlformats.org/drawingml/2006/main">
              <a:ext uri="{FF2B5EF4-FFF2-40B4-BE49-F238E27FC236}">
                <a16:creationId xmlns:a16="http://schemas.microsoft.com/office/drawing/2014/main" id="{73E5E578-EE58-4ABD-9486-4D34D2AC4C0F}"/>
              </a:ext>
            </a:extLst>
          </p:cNvPr>
          <p:cNvSpPr>
            <a:spLocks xmlns:a="http://schemas.openxmlformats.org/drawingml/2006/main" noGrp="1"/>
          </p:cNvSpPr>
          <p:nvPr>
            <p:ph type="title" idx="0"/>
          </p:nvPr>
        </p:nvSpPr>
        <p:spPr>
          <a:xfrm xmlns:a="http://schemas.openxmlformats.org/drawingml/2006/main">
            <a:off x="812800" y="812800"/>
            <a:ext cx="10883392" cy="919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Validation loss bottoms out after one epoch, then climbs</a:t>
            </a:r>
            <a:endParaRPr sz="3200"/>
          </a:p>
        </p:txBody>
      </p:sp>
      <p:cxnSp>
        <p:nvCxnSpPr>
          <p:cNvPr id="1036" name="Google Shape;1036;p107">
            <a:extLst xmlns:a="http://schemas.openxmlformats.org/drawingml/2006/main">
              <a:ext uri="{FF2B5EF4-FFF2-40B4-BE49-F238E27FC236}">
                <a16:creationId xmlns:a16="http://schemas.microsoft.com/office/drawing/2014/main" id="{6799A8EC-0DAB-4AA3-9944-19637262CAF3}"/>
              </a:ext>
            </a:extLst>
          </p:cNvPr>
          <p:cNvCxnSpPr/>
          <p:nvPr/>
        </p:nvCxnSpPr>
        <p:spPr>
          <a:xfrm xmlns:a="http://schemas.openxmlformats.org/drawingml/2006/main">
            <a:off x="812800" y="5253434"/>
            <a:ext cx="6096000" cy="0"/>
          </a:xfrm>
          <a:prstGeom xmlns:a="http://schemas.openxmlformats.org/drawingml/2006/main" prst="straightConnector1">
            <a:avLst/>
          </a:prstGeom>
          <a:ln xmlns:a="http://schemas.openxmlformats.org/drawingml/2006/main" w="19050" cap="flat">
            <a:solidFill>
              <a:srgbClr val="C9C3B5"/>
            </a:solidFill>
            <a:prstDash val="solid"/>
            <a:round/>
            <a:headEnd type="none" w="sm" len="sm"/>
            <a:tailEnd type="none" w="sm" len="sm"/>
          </a:ln>
        </p:spPr>
      </p:cxnSp>
      <p:sp>
        <p:nvSpPr>
          <p:cNvPr id="1037" name="Google Shape;1037;p107">
            <a:extLst xmlns:a="http://schemas.openxmlformats.org/drawingml/2006/main">
              <a:ext uri="{FF2B5EF4-FFF2-40B4-BE49-F238E27FC236}">
                <a16:creationId xmlns:a16="http://schemas.microsoft.com/office/drawing/2014/main" id="{61872BBC-0441-4701-835F-942ACB505F8F}"/>
              </a:ext>
            </a:extLst>
          </p:cNvPr>
          <p:cNvSpPr>
            <a:spLocks xmlns:a="http://schemas.openxmlformats.org/drawingml/2006/main" noGrp="1"/>
          </p:cNvSpPr>
          <p:nvPr/>
        </p:nvSpPr>
        <p:spPr>
          <a:xfrm xmlns:a="http://schemas.openxmlformats.org/drawingml/2006/main">
            <a:off x="1300480" y="178573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0.627</a:t>
            </a:r>
            <a:endParaRPr sz="1200" b="0" i="0" u="none" strike="noStrike" cap="none">
              <a:solidFill>
                <a:schemeClr val="dk1"/>
              </a:solidFill>
              <a:latin typeface="IBM Plex Sans"/>
              <a:ea typeface="IBM Plex Sans"/>
              <a:cs typeface="IBM Plex Sans"/>
            </a:endParaRPr>
          </a:p>
        </p:txBody>
      </p:sp>
      <p:sp>
        <p:nvSpPr>
          <p:cNvPr id="1038" name="Google Shape;1038;p107">
            <a:extLst xmlns:a="http://schemas.openxmlformats.org/drawingml/2006/main">
              <a:ext uri="{FF2B5EF4-FFF2-40B4-BE49-F238E27FC236}">
                <a16:creationId xmlns:a16="http://schemas.microsoft.com/office/drawing/2014/main" id="{B3A3B529-EDCA-489D-944F-BA84ABBA206A}"/>
              </a:ext>
            </a:extLst>
          </p:cNvPr>
          <p:cNvSpPr>
            <a:spLocks xmlns:a="http://schemas.openxmlformats.org/drawingml/2006/main" noGrp="1"/>
          </p:cNvSpPr>
          <p:nvPr/>
        </p:nvSpPr>
        <p:spPr>
          <a:xfrm xmlns:a="http://schemas.openxmlformats.org/drawingml/2006/main">
            <a:off x="1270000" y="2062559"/>
            <a:ext cx="609600" cy="3181350"/>
          </a:xfrm>
          <a:custGeom xmlns:a="http://schemas.openxmlformats.org/drawingml/2006/main">
            <a:rect l="l" t="t" r="r" b="b"/>
            <a:pathLst>
              <a:path w="609600" h="3181350">
                <a:moveTo>
                  <a:pt x="50800" y="0"/>
                </a:moveTo>
                <a:lnTo>
                  <a:pt x="558800" y="0"/>
                </a:lnTo>
                <a:cubicBezTo>
                  <a:pt x="572273" y="0"/>
                  <a:pt x="585194" y="5352"/>
                  <a:pt x="594721" y="14879"/>
                </a:cubicBezTo>
                <a:cubicBezTo>
                  <a:pt x="604248" y="24406"/>
                  <a:pt x="609600" y="37327"/>
                  <a:pt x="609600" y="50800"/>
                </a:cubicBezTo>
                <a:lnTo>
                  <a:pt x="609600" y="3181350"/>
                </a:lnTo>
                <a:lnTo>
                  <a:pt x="0" y="318135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39" name="Google Shape;1039;p107">
            <a:extLst xmlns:a="http://schemas.openxmlformats.org/drawingml/2006/main">
              <a:ext uri="{FF2B5EF4-FFF2-40B4-BE49-F238E27FC236}">
                <a16:creationId xmlns:a16="http://schemas.microsoft.com/office/drawing/2014/main" id="{24789F35-D446-491F-AE1F-AE4A075F52AB}"/>
              </a:ext>
            </a:extLst>
          </p:cNvPr>
          <p:cNvSpPr>
            <a:spLocks xmlns:a="http://schemas.openxmlformats.org/drawingml/2006/main" noGrp="1"/>
          </p:cNvSpPr>
          <p:nvPr/>
        </p:nvSpPr>
        <p:spPr>
          <a:xfrm xmlns:a="http://schemas.openxmlformats.org/drawingml/2006/main">
            <a:off x="2062480" y="224928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0.535</a:t>
            </a:r>
            <a:endParaRPr sz="1200" b="0" i="0" u="none" strike="noStrike" cap="none">
              <a:solidFill>
                <a:schemeClr val="dk1"/>
              </a:solidFill>
              <a:latin typeface="IBM Plex Sans"/>
              <a:ea typeface="IBM Plex Sans"/>
              <a:cs typeface="IBM Plex Sans"/>
            </a:endParaRPr>
          </a:p>
        </p:txBody>
      </p:sp>
      <p:sp>
        <p:nvSpPr>
          <p:cNvPr id="1040" name="Google Shape;1040;p107">
            <a:extLst xmlns:a="http://schemas.openxmlformats.org/drawingml/2006/main">
              <a:ext uri="{FF2B5EF4-FFF2-40B4-BE49-F238E27FC236}">
                <a16:creationId xmlns:a16="http://schemas.microsoft.com/office/drawing/2014/main" id="{9EC7DF6B-7D4C-43DB-B684-6CC27FD6C3C1}"/>
              </a:ext>
            </a:extLst>
          </p:cNvPr>
          <p:cNvSpPr>
            <a:spLocks xmlns:a="http://schemas.openxmlformats.org/drawingml/2006/main" noGrp="1"/>
          </p:cNvSpPr>
          <p:nvPr/>
        </p:nvSpPr>
        <p:spPr>
          <a:xfrm xmlns:a="http://schemas.openxmlformats.org/drawingml/2006/main">
            <a:off x="2032000" y="2526109"/>
            <a:ext cx="609600" cy="2717800"/>
          </a:xfrm>
          <a:custGeom xmlns:a="http://schemas.openxmlformats.org/drawingml/2006/main">
            <a:rect l="l" t="t" r="r" b="b"/>
            <a:pathLst>
              <a:path w="609600" h="2717800">
                <a:moveTo>
                  <a:pt x="50800" y="0"/>
                </a:moveTo>
                <a:lnTo>
                  <a:pt x="558800" y="0"/>
                </a:lnTo>
                <a:cubicBezTo>
                  <a:pt x="572273" y="0"/>
                  <a:pt x="585194" y="5352"/>
                  <a:pt x="594721" y="14879"/>
                </a:cubicBezTo>
                <a:cubicBezTo>
                  <a:pt x="604248" y="24406"/>
                  <a:pt x="609600" y="37327"/>
                  <a:pt x="609600" y="50800"/>
                </a:cubicBezTo>
                <a:lnTo>
                  <a:pt x="609600" y="2717800"/>
                </a:lnTo>
                <a:lnTo>
                  <a:pt x="0" y="271780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41" name="Google Shape;1041;p107">
            <a:extLst xmlns:a="http://schemas.openxmlformats.org/drawingml/2006/main">
              <a:ext uri="{FF2B5EF4-FFF2-40B4-BE49-F238E27FC236}">
                <a16:creationId xmlns:a16="http://schemas.microsoft.com/office/drawing/2014/main" id="{A8E76A59-C97A-46F4-B28F-CE1514ED65A3}"/>
              </a:ext>
            </a:extLst>
          </p:cNvPr>
          <p:cNvSpPr>
            <a:spLocks xmlns:a="http://schemas.openxmlformats.org/drawingml/2006/main" noGrp="1"/>
          </p:cNvSpPr>
          <p:nvPr/>
        </p:nvSpPr>
        <p:spPr>
          <a:xfrm xmlns:a="http://schemas.openxmlformats.org/drawingml/2006/main">
            <a:off x="2824480" y="233818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B4481A"/>
              </a:buClr>
              <a:buSzPts val="1200"/>
              <a:buFont typeface="JetBrains Mono"/>
              <a:buNone/>
            </a:pPr>
            <a:r>
              <a:rPr sz="1200" b="1" i="0" u="none" strike="noStrike" cap="none">
                <a:solidFill>
                  <a:srgbClr val="B4481A"/>
                </a:solidFill>
                <a:latin typeface="JetBrains Mono"/>
                <a:ea typeface="JetBrains Mono"/>
                <a:cs typeface="JetBrains Mono"/>
              </a:rPr>
              <a:t>0.517</a:t>
            </a:r>
            <a:endParaRPr sz="1200" b="0" i="0" u="none" strike="noStrike" cap="none">
              <a:solidFill>
                <a:schemeClr val="dk1"/>
              </a:solidFill>
              <a:latin typeface="IBM Plex Sans"/>
              <a:ea typeface="IBM Plex Sans"/>
              <a:cs typeface="IBM Plex Sans"/>
            </a:endParaRPr>
          </a:p>
        </p:txBody>
      </p:sp>
      <p:sp>
        <p:nvSpPr>
          <p:cNvPr id="1042" name="Google Shape;1042;p107">
            <a:extLst xmlns:a="http://schemas.openxmlformats.org/drawingml/2006/main">
              <a:ext uri="{FF2B5EF4-FFF2-40B4-BE49-F238E27FC236}">
                <a16:creationId xmlns:a16="http://schemas.microsoft.com/office/drawing/2014/main" id="{FF08993F-4334-4ACD-BA3F-AA2C3605B24E}"/>
              </a:ext>
            </a:extLst>
          </p:cNvPr>
          <p:cNvSpPr>
            <a:spLocks xmlns:a="http://schemas.openxmlformats.org/drawingml/2006/main" noGrp="1"/>
          </p:cNvSpPr>
          <p:nvPr/>
        </p:nvSpPr>
        <p:spPr>
          <a:xfrm xmlns:a="http://schemas.openxmlformats.org/drawingml/2006/main">
            <a:off x="2794000" y="2615009"/>
            <a:ext cx="609600" cy="2628900"/>
          </a:xfrm>
          <a:custGeom xmlns:a="http://schemas.openxmlformats.org/drawingml/2006/main">
            <a:rect l="l" t="t" r="r" b="b"/>
            <a:pathLst>
              <a:path w="609600" h="2628900">
                <a:moveTo>
                  <a:pt x="50800" y="0"/>
                </a:moveTo>
                <a:lnTo>
                  <a:pt x="558800" y="0"/>
                </a:lnTo>
                <a:cubicBezTo>
                  <a:pt x="572273" y="0"/>
                  <a:pt x="585194" y="5352"/>
                  <a:pt x="594721" y="14879"/>
                </a:cubicBezTo>
                <a:cubicBezTo>
                  <a:pt x="604248" y="24406"/>
                  <a:pt x="609600" y="37327"/>
                  <a:pt x="609600" y="50800"/>
                </a:cubicBezTo>
                <a:lnTo>
                  <a:pt x="609600" y="2628900"/>
                </a:lnTo>
                <a:lnTo>
                  <a:pt x="0" y="2628900"/>
                </a:lnTo>
                <a:lnTo>
                  <a:pt x="0" y="50800"/>
                </a:lnTo>
                <a:cubicBezTo>
                  <a:pt x="0" y="22744"/>
                  <a:pt x="22744" y="0"/>
                  <a:pt x="50800" y="0"/>
                </a:cubicBezTo>
                <a:close/>
              </a:path>
            </a:pathLst>
          </a:custGeom>
          <a:solidFill xmlns:a="http://schemas.openxmlformats.org/drawingml/2006/main">
            <a:srgbClr val="D9622B"/>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43" name="Google Shape;1043;p107">
            <a:extLst xmlns:a="http://schemas.openxmlformats.org/drawingml/2006/main">
              <a:ext uri="{FF2B5EF4-FFF2-40B4-BE49-F238E27FC236}">
                <a16:creationId xmlns:a16="http://schemas.microsoft.com/office/drawing/2014/main" id="{67B3F5DA-56D2-42B9-A8BF-9AFE1F099B7D}"/>
              </a:ext>
            </a:extLst>
          </p:cNvPr>
          <p:cNvSpPr>
            <a:spLocks xmlns:a="http://schemas.openxmlformats.org/drawingml/2006/main" noGrp="1"/>
          </p:cNvSpPr>
          <p:nvPr/>
        </p:nvSpPr>
        <p:spPr>
          <a:xfrm xmlns:a="http://schemas.openxmlformats.org/drawingml/2006/main">
            <a:off x="3586480" y="221753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0.541</a:t>
            </a:r>
            <a:endParaRPr sz="1200" b="0" i="0" u="none" strike="noStrike" cap="none">
              <a:solidFill>
                <a:schemeClr val="dk1"/>
              </a:solidFill>
              <a:latin typeface="IBM Plex Sans"/>
              <a:ea typeface="IBM Plex Sans"/>
              <a:cs typeface="IBM Plex Sans"/>
            </a:endParaRPr>
          </a:p>
        </p:txBody>
      </p:sp>
      <p:sp>
        <p:nvSpPr>
          <p:cNvPr id="1044" name="Google Shape;1044;p107">
            <a:extLst xmlns:a="http://schemas.openxmlformats.org/drawingml/2006/main">
              <a:ext uri="{FF2B5EF4-FFF2-40B4-BE49-F238E27FC236}">
                <a16:creationId xmlns:a16="http://schemas.microsoft.com/office/drawing/2014/main" id="{BD423DCA-7C18-466C-A0E8-BB6E8FF1B032}"/>
              </a:ext>
            </a:extLst>
          </p:cNvPr>
          <p:cNvSpPr>
            <a:spLocks xmlns:a="http://schemas.openxmlformats.org/drawingml/2006/main" noGrp="1"/>
          </p:cNvSpPr>
          <p:nvPr/>
        </p:nvSpPr>
        <p:spPr>
          <a:xfrm xmlns:a="http://schemas.openxmlformats.org/drawingml/2006/main">
            <a:off x="3556000" y="2494359"/>
            <a:ext cx="609600" cy="2749550"/>
          </a:xfrm>
          <a:custGeom xmlns:a="http://schemas.openxmlformats.org/drawingml/2006/main">
            <a:rect l="l" t="t" r="r" b="b"/>
            <a:pathLst>
              <a:path w="609600" h="2749550">
                <a:moveTo>
                  <a:pt x="50800" y="0"/>
                </a:moveTo>
                <a:lnTo>
                  <a:pt x="558800" y="0"/>
                </a:lnTo>
                <a:cubicBezTo>
                  <a:pt x="572273" y="0"/>
                  <a:pt x="585194" y="5352"/>
                  <a:pt x="594721" y="14879"/>
                </a:cubicBezTo>
                <a:cubicBezTo>
                  <a:pt x="604248" y="24406"/>
                  <a:pt x="609600" y="37327"/>
                  <a:pt x="609600" y="50800"/>
                </a:cubicBezTo>
                <a:lnTo>
                  <a:pt x="609600" y="2749550"/>
                </a:lnTo>
                <a:lnTo>
                  <a:pt x="0" y="274955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45" name="Google Shape;1045;p107">
            <a:extLst xmlns:a="http://schemas.openxmlformats.org/drawingml/2006/main">
              <a:ext uri="{FF2B5EF4-FFF2-40B4-BE49-F238E27FC236}">
                <a16:creationId xmlns:a16="http://schemas.microsoft.com/office/drawing/2014/main" id="{5943D13D-685A-4B16-A0D4-CB18AF0229C2}"/>
              </a:ext>
            </a:extLst>
          </p:cNvPr>
          <p:cNvSpPr>
            <a:spLocks xmlns:a="http://schemas.openxmlformats.org/drawingml/2006/main" noGrp="1"/>
          </p:cNvSpPr>
          <p:nvPr/>
        </p:nvSpPr>
        <p:spPr>
          <a:xfrm xmlns:a="http://schemas.openxmlformats.org/drawingml/2006/main">
            <a:off x="4348480" y="203973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0.576</a:t>
            </a:r>
            <a:endParaRPr sz="1200" b="0" i="0" u="none" strike="noStrike" cap="none">
              <a:solidFill>
                <a:schemeClr val="dk1"/>
              </a:solidFill>
              <a:latin typeface="IBM Plex Sans"/>
              <a:ea typeface="IBM Plex Sans"/>
              <a:cs typeface="IBM Plex Sans"/>
            </a:endParaRPr>
          </a:p>
        </p:txBody>
      </p:sp>
      <p:sp>
        <p:nvSpPr>
          <p:cNvPr id="1046" name="Google Shape;1046;p107">
            <a:extLst xmlns:a="http://schemas.openxmlformats.org/drawingml/2006/main">
              <a:ext uri="{FF2B5EF4-FFF2-40B4-BE49-F238E27FC236}">
                <a16:creationId xmlns:a16="http://schemas.microsoft.com/office/drawing/2014/main" id="{9905A565-99D8-44D1-B9EE-FD9D2DC9283D}"/>
              </a:ext>
            </a:extLst>
          </p:cNvPr>
          <p:cNvSpPr>
            <a:spLocks xmlns:a="http://schemas.openxmlformats.org/drawingml/2006/main" noGrp="1"/>
          </p:cNvSpPr>
          <p:nvPr/>
        </p:nvSpPr>
        <p:spPr>
          <a:xfrm xmlns:a="http://schemas.openxmlformats.org/drawingml/2006/main">
            <a:off x="4318000" y="2316559"/>
            <a:ext cx="609600" cy="2927350"/>
          </a:xfrm>
          <a:custGeom xmlns:a="http://schemas.openxmlformats.org/drawingml/2006/main">
            <a:rect l="l" t="t" r="r" b="b"/>
            <a:pathLst>
              <a:path w="609600" h="2927350">
                <a:moveTo>
                  <a:pt x="50800" y="0"/>
                </a:moveTo>
                <a:lnTo>
                  <a:pt x="558800" y="0"/>
                </a:lnTo>
                <a:cubicBezTo>
                  <a:pt x="572273" y="0"/>
                  <a:pt x="585194" y="5352"/>
                  <a:pt x="594721" y="14879"/>
                </a:cubicBezTo>
                <a:cubicBezTo>
                  <a:pt x="604248" y="24406"/>
                  <a:pt x="609600" y="37327"/>
                  <a:pt x="609600" y="50800"/>
                </a:cubicBezTo>
                <a:lnTo>
                  <a:pt x="609600" y="2927350"/>
                </a:lnTo>
                <a:lnTo>
                  <a:pt x="0" y="292735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47" name="Google Shape;1047;p107">
            <a:extLst xmlns:a="http://schemas.openxmlformats.org/drawingml/2006/main">
              <a:ext uri="{FF2B5EF4-FFF2-40B4-BE49-F238E27FC236}">
                <a16:creationId xmlns:a16="http://schemas.microsoft.com/office/drawing/2014/main" id="{F0DC130B-4945-479B-903A-498214502A60}"/>
              </a:ext>
            </a:extLst>
          </p:cNvPr>
          <p:cNvSpPr>
            <a:spLocks xmlns:a="http://schemas.openxmlformats.org/drawingml/2006/main" noGrp="1"/>
          </p:cNvSpPr>
          <p:nvPr/>
        </p:nvSpPr>
        <p:spPr>
          <a:xfrm xmlns:a="http://schemas.openxmlformats.org/drawingml/2006/main">
            <a:off x="5110480" y="191273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0.601</a:t>
            </a:r>
            <a:endParaRPr sz="1200" b="0" i="0" u="none" strike="noStrike" cap="none">
              <a:solidFill>
                <a:schemeClr val="dk1"/>
              </a:solidFill>
              <a:latin typeface="IBM Plex Sans"/>
              <a:ea typeface="IBM Plex Sans"/>
              <a:cs typeface="IBM Plex Sans"/>
            </a:endParaRPr>
          </a:p>
        </p:txBody>
      </p:sp>
      <p:sp>
        <p:nvSpPr>
          <p:cNvPr id="1048" name="Google Shape;1048;p107">
            <a:extLst xmlns:a="http://schemas.openxmlformats.org/drawingml/2006/main">
              <a:ext uri="{FF2B5EF4-FFF2-40B4-BE49-F238E27FC236}">
                <a16:creationId xmlns:a16="http://schemas.microsoft.com/office/drawing/2014/main" id="{A1F45D9F-E5EF-4FBA-8A5C-4552B5E8620F}"/>
              </a:ext>
            </a:extLst>
          </p:cNvPr>
          <p:cNvSpPr>
            <a:spLocks xmlns:a="http://schemas.openxmlformats.org/drawingml/2006/main" noGrp="1"/>
          </p:cNvSpPr>
          <p:nvPr/>
        </p:nvSpPr>
        <p:spPr>
          <a:xfrm xmlns:a="http://schemas.openxmlformats.org/drawingml/2006/main">
            <a:off x="5080000" y="2189559"/>
            <a:ext cx="609600" cy="3054350"/>
          </a:xfrm>
          <a:custGeom xmlns:a="http://schemas.openxmlformats.org/drawingml/2006/main">
            <a:rect l="l" t="t" r="r" b="b"/>
            <a:pathLst>
              <a:path w="609600" h="3054350">
                <a:moveTo>
                  <a:pt x="50800" y="0"/>
                </a:moveTo>
                <a:lnTo>
                  <a:pt x="558800" y="0"/>
                </a:lnTo>
                <a:cubicBezTo>
                  <a:pt x="572273" y="0"/>
                  <a:pt x="585194" y="5352"/>
                  <a:pt x="594721" y="14879"/>
                </a:cubicBezTo>
                <a:cubicBezTo>
                  <a:pt x="604248" y="24406"/>
                  <a:pt x="609600" y="37327"/>
                  <a:pt x="609600" y="50800"/>
                </a:cubicBezTo>
                <a:lnTo>
                  <a:pt x="609600" y="3054350"/>
                </a:lnTo>
                <a:lnTo>
                  <a:pt x="0" y="305435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49" name="Google Shape;1049;p107">
            <a:extLst xmlns:a="http://schemas.openxmlformats.org/drawingml/2006/main">
              <a:ext uri="{FF2B5EF4-FFF2-40B4-BE49-F238E27FC236}">
                <a16:creationId xmlns:a16="http://schemas.microsoft.com/office/drawing/2014/main" id="{04606627-4772-46DD-AF92-F6400DD67FA5}"/>
              </a:ext>
            </a:extLst>
          </p:cNvPr>
          <p:cNvSpPr>
            <a:spLocks xmlns:a="http://schemas.openxmlformats.org/drawingml/2006/main" noGrp="1"/>
          </p:cNvSpPr>
          <p:nvPr/>
        </p:nvSpPr>
        <p:spPr>
          <a:xfrm xmlns:a="http://schemas.openxmlformats.org/drawingml/2006/main">
            <a:off x="5872480" y="1880989"/>
            <a:ext cx="54864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16202E"/>
              </a:buClr>
              <a:buSzPts val="1200"/>
              <a:buFont typeface="JetBrains Mono"/>
              <a:buNone/>
            </a:pPr>
            <a:r>
              <a:rPr sz="1200" b="0" i="0" u="none" strike="noStrike" cap="none">
                <a:solidFill>
                  <a:srgbClr val="16202E"/>
                </a:solidFill>
                <a:latin typeface="JetBrains Mono"/>
                <a:ea typeface="JetBrains Mono"/>
                <a:cs typeface="JetBrains Mono"/>
              </a:rPr>
              <a:t>0.607</a:t>
            </a:r>
            <a:endParaRPr sz="1200" b="0" i="0" u="none" strike="noStrike" cap="none">
              <a:solidFill>
                <a:schemeClr val="dk1"/>
              </a:solidFill>
              <a:latin typeface="IBM Plex Sans"/>
              <a:ea typeface="IBM Plex Sans"/>
              <a:cs typeface="IBM Plex Sans"/>
            </a:endParaRPr>
          </a:p>
        </p:txBody>
      </p:sp>
      <p:sp>
        <p:nvSpPr>
          <p:cNvPr id="1050" name="Google Shape;1050;p107">
            <a:extLst xmlns:a="http://schemas.openxmlformats.org/drawingml/2006/main">
              <a:ext uri="{FF2B5EF4-FFF2-40B4-BE49-F238E27FC236}">
                <a16:creationId xmlns:a16="http://schemas.microsoft.com/office/drawing/2014/main" id="{FFB2E2B3-F7FF-4368-B85E-77B7B100B6C7}"/>
              </a:ext>
            </a:extLst>
          </p:cNvPr>
          <p:cNvSpPr>
            <a:spLocks xmlns:a="http://schemas.openxmlformats.org/drawingml/2006/main" noGrp="1"/>
          </p:cNvSpPr>
          <p:nvPr/>
        </p:nvSpPr>
        <p:spPr>
          <a:xfrm xmlns:a="http://schemas.openxmlformats.org/drawingml/2006/main">
            <a:off x="5842000" y="2157809"/>
            <a:ext cx="609600" cy="3086100"/>
          </a:xfrm>
          <a:custGeom xmlns:a="http://schemas.openxmlformats.org/drawingml/2006/main">
            <a:rect l="l" t="t" r="r" b="b"/>
            <a:pathLst>
              <a:path w="609600" h="3086100">
                <a:moveTo>
                  <a:pt x="50800" y="0"/>
                </a:moveTo>
                <a:lnTo>
                  <a:pt x="558800" y="0"/>
                </a:lnTo>
                <a:cubicBezTo>
                  <a:pt x="572273" y="0"/>
                  <a:pt x="585194" y="5352"/>
                  <a:pt x="594721" y="14879"/>
                </a:cubicBezTo>
                <a:cubicBezTo>
                  <a:pt x="604248" y="24406"/>
                  <a:pt x="609600" y="37327"/>
                  <a:pt x="609600" y="50800"/>
                </a:cubicBezTo>
                <a:lnTo>
                  <a:pt x="609600" y="3086100"/>
                </a:lnTo>
                <a:lnTo>
                  <a:pt x="0" y="3086100"/>
                </a:lnTo>
                <a:lnTo>
                  <a:pt x="0" y="50800"/>
                </a:lnTo>
                <a:cubicBezTo>
                  <a:pt x="0" y="22744"/>
                  <a:pt x="22744" y="0"/>
                  <a:pt x="50800" y="0"/>
                </a:cubicBezTo>
                <a:close/>
              </a:path>
            </a:pathLst>
          </a:custGeom>
          <a:solidFill xmlns:a="http://schemas.openxmlformats.org/drawingml/2006/main">
            <a:srgbClr val="C9C3B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51" name="Google Shape;1051;p107">
            <a:extLst xmlns:a="http://schemas.openxmlformats.org/drawingml/2006/main">
              <a:ext uri="{FF2B5EF4-FFF2-40B4-BE49-F238E27FC236}">
                <a16:creationId xmlns:a16="http://schemas.microsoft.com/office/drawing/2014/main" id="{8A68B4CA-0E84-48CE-8F9C-6B0789EBA1C7}"/>
              </a:ext>
            </a:extLst>
          </p:cNvPr>
          <p:cNvSpPr>
            <a:spLocks xmlns:a="http://schemas.openxmlformats.org/drawingml/2006/main" noGrp="1"/>
          </p:cNvSpPr>
          <p:nvPr/>
        </p:nvSpPr>
        <p:spPr>
          <a:xfrm xmlns:a="http://schemas.openxmlformats.org/drawingml/2006/main">
            <a:off x="1244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0</a:t>
            </a:r>
            <a:endParaRPr sz="1200" b="0" i="0" u="none" strike="noStrike" cap="none">
              <a:solidFill>
                <a:schemeClr val="dk1"/>
              </a:solidFill>
              <a:latin typeface="IBM Plex Sans"/>
              <a:ea typeface="IBM Plex Sans"/>
              <a:cs typeface="IBM Plex Sans"/>
            </a:endParaRPr>
          </a:p>
        </p:txBody>
      </p:sp>
      <p:sp>
        <p:nvSpPr>
          <p:cNvPr id="1052" name="Google Shape;1052;p107">
            <a:extLst xmlns:a="http://schemas.openxmlformats.org/drawingml/2006/main">
              <a:ext uri="{FF2B5EF4-FFF2-40B4-BE49-F238E27FC236}">
                <a16:creationId xmlns:a16="http://schemas.microsoft.com/office/drawing/2014/main" id="{9A6A1F4C-E71C-44E5-8EB3-F27340251129}"/>
              </a:ext>
            </a:extLst>
          </p:cNvPr>
          <p:cNvSpPr>
            <a:spLocks xmlns:a="http://schemas.openxmlformats.org/drawingml/2006/main" noGrp="1"/>
          </p:cNvSpPr>
          <p:nvPr/>
        </p:nvSpPr>
        <p:spPr>
          <a:xfrm xmlns:a="http://schemas.openxmlformats.org/drawingml/2006/main">
            <a:off x="2006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0.5</a:t>
            </a:r>
            <a:endParaRPr sz="1200" b="0" i="0" u="none" strike="noStrike" cap="none">
              <a:solidFill>
                <a:schemeClr val="dk1"/>
              </a:solidFill>
              <a:latin typeface="IBM Plex Sans"/>
              <a:ea typeface="IBM Plex Sans"/>
              <a:cs typeface="IBM Plex Sans"/>
            </a:endParaRPr>
          </a:p>
        </p:txBody>
      </p:sp>
      <p:sp>
        <p:nvSpPr>
          <p:cNvPr id="1053" name="Google Shape;1053;p107">
            <a:extLst xmlns:a="http://schemas.openxmlformats.org/drawingml/2006/main">
              <a:ext uri="{FF2B5EF4-FFF2-40B4-BE49-F238E27FC236}">
                <a16:creationId xmlns:a16="http://schemas.microsoft.com/office/drawing/2014/main" id="{CB872D7F-B4AF-4648-A48A-2A0B5BE6B171}"/>
              </a:ext>
            </a:extLst>
          </p:cNvPr>
          <p:cNvSpPr>
            <a:spLocks xmlns:a="http://schemas.openxmlformats.org/drawingml/2006/main" noGrp="1"/>
          </p:cNvSpPr>
          <p:nvPr/>
        </p:nvSpPr>
        <p:spPr>
          <a:xfrm xmlns:a="http://schemas.openxmlformats.org/drawingml/2006/main">
            <a:off x="2768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B4481A"/>
              </a:buClr>
              <a:buSzPts val="1200"/>
              <a:buFont typeface="IBM Plex Sans"/>
              <a:buNone/>
            </a:pPr>
            <a:r>
              <a:rPr sz="1200" b="1" i="0" u="none" strike="noStrike" cap="none">
                <a:solidFill>
                  <a:srgbClr val="B4481A"/>
                </a:solidFill>
                <a:latin typeface="IBM Plex Sans"/>
                <a:ea typeface="IBM Plex Sans"/>
                <a:cs typeface="IBM Plex Sans"/>
              </a:rPr>
              <a:t>1</a:t>
            </a:r>
            <a:endParaRPr sz="1200" b="0" i="0" u="none" strike="noStrike" cap="none">
              <a:solidFill>
                <a:schemeClr val="dk1"/>
              </a:solidFill>
              <a:latin typeface="IBM Plex Sans"/>
              <a:ea typeface="IBM Plex Sans"/>
              <a:cs typeface="IBM Plex Sans"/>
            </a:endParaRPr>
          </a:p>
        </p:txBody>
      </p:sp>
      <p:sp>
        <p:nvSpPr>
          <p:cNvPr id="1054" name="Google Shape;1054;p107">
            <a:extLst xmlns:a="http://schemas.openxmlformats.org/drawingml/2006/main">
              <a:ext uri="{FF2B5EF4-FFF2-40B4-BE49-F238E27FC236}">
                <a16:creationId xmlns:a16="http://schemas.microsoft.com/office/drawing/2014/main" id="{4CE1D33B-6467-4EF0-B06E-4FB2098CA125}"/>
              </a:ext>
            </a:extLst>
          </p:cNvPr>
          <p:cNvSpPr>
            <a:spLocks xmlns:a="http://schemas.openxmlformats.org/drawingml/2006/main" noGrp="1"/>
          </p:cNvSpPr>
          <p:nvPr/>
        </p:nvSpPr>
        <p:spPr>
          <a:xfrm xmlns:a="http://schemas.openxmlformats.org/drawingml/2006/main">
            <a:off x="3530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1.5</a:t>
            </a:r>
            <a:endParaRPr sz="1200" b="0" i="0" u="none" strike="noStrike" cap="none">
              <a:solidFill>
                <a:schemeClr val="dk1"/>
              </a:solidFill>
              <a:latin typeface="IBM Plex Sans"/>
              <a:ea typeface="IBM Plex Sans"/>
              <a:cs typeface="IBM Plex Sans"/>
            </a:endParaRPr>
          </a:p>
        </p:txBody>
      </p:sp>
      <p:sp>
        <p:nvSpPr>
          <p:cNvPr id="1055" name="Google Shape;1055;p107">
            <a:extLst xmlns:a="http://schemas.openxmlformats.org/drawingml/2006/main">
              <a:ext uri="{FF2B5EF4-FFF2-40B4-BE49-F238E27FC236}">
                <a16:creationId xmlns:a16="http://schemas.microsoft.com/office/drawing/2014/main" id="{6F255DE5-D880-42D7-83FF-83F562D77ABE}"/>
              </a:ext>
            </a:extLst>
          </p:cNvPr>
          <p:cNvSpPr>
            <a:spLocks xmlns:a="http://schemas.openxmlformats.org/drawingml/2006/main" noGrp="1"/>
          </p:cNvSpPr>
          <p:nvPr/>
        </p:nvSpPr>
        <p:spPr>
          <a:xfrm xmlns:a="http://schemas.openxmlformats.org/drawingml/2006/main">
            <a:off x="4292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2</a:t>
            </a:r>
            <a:endParaRPr sz="1200" b="0" i="0" u="none" strike="noStrike" cap="none">
              <a:solidFill>
                <a:schemeClr val="dk1"/>
              </a:solidFill>
              <a:latin typeface="IBM Plex Sans"/>
              <a:ea typeface="IBM Plex Sans"/>
              <a:cs typeface="IBM Plex Sans"/>
            </a:endParaRPr>
          </a:p>
        </p:txBody>
      </p:sp>
      <p:sp>
        <p:nvSpPr>
          <p:cNvPr id="1056" name="Google Shape;1056;p107">
            <a:extLst xmlns:a="http://schemas.openxmlformats.org/drawingml/2006/main">
              <a:ext uri="{FF2B5EF4-FFF2-40B4-BE49-F238E27FC236}">
                <a16:creationId xmlns:a16="http://schemas.microsoft.com/office/drawing/2014/main" id="{594A7060-055E-43C6-8C8E-E046209C6C83}"/>
              </a:ext>
            </a:extLst>
          </p:cNvPr>
          <p:cNvSpPr>
            <a:spLocks xmlns:a="http://schemas.openxmlformats.org/drawingml/2006/main" noGrp="1"/>
          </p:cNvSpPr>
          <p:nvPr/>
        </p:nvSpPr>
        <p:spPr>
          <a:xfrm xmlns:a="http://schemas.openxmlformats.org/drawingml/2006/main">
            <a:off x="5054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2.5</a:t>
            </a:r>
            <a:endParaRPr sz="1200" b="0" i="0" u="none" strike="noStrike" cap="none">
              <a:solidFill>
                <a:schemeClr val="dk1"/>
              </a:solidFill>
              <a:latin typeface="IBM Plex Sans"/>
              <a:ea typeface="IBM Plex Sans"/>
              <a:cs typeface="IBM Plex Sans"/>
            </a:endParaRPr>
          </a:p>
        </p:txBody>
      </p:sp>
      <p:sp>
        <p:nvSpPr>
          <p:cNvPr id="1057" name="Google Shape;1057;p107">
            <a:extLst xmlns:a="http://schemas.openxmlformats.org/drawingml/2006/main">
              <a:ext uri="{FF2B5EF4-FFF2-40B4-BE49-F238E27FC236}">
                <a16:creationId xmlns:a16="http://schemas.microsoft.com/office/drawing/2014/main" id="{285774BC-9CC8-4C28-B7E2-B2219DE90865}"/>
              </a:ext>
            </a:extLst>
          </p:cNvPr>
          <p:cNvSpPr>
            <a:spLocks xmlns:a="http://schemas.openxmlformats.org/drawingml/2006/main" noGrp="1"/>
          </p:cNvSpPr>
          <p:nvPr/>
        </p:nvSpPr>
        <p:spPr>
          <a:xfrm xmlns:a="http://schemas.openxmlformats.org/drawingml/2006/main">
            <a:off x="5816600" y="5339159"/>
            <a:ext cx="66040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3</a:t>
            </a:r>
            <a:endParaRPr sz="1200" b="0" i="0" u="none" strike="noStrike" cap="none">
              <a:solidFill>
                <a:schemeClr val="dk1"/>
              </a:solidFill>
              <a:latin typeface="IBM Plex Sans"/>
              <a:ea typeface="IBM Plex Sans"/>
              <a:cs typeface="IBM Plex Sans"/>
            </a:endParaRPr>
          </a:p>
        </p:txBody>
      </p:sp>
      <p:sp>
        <p:nvSpPr>
          <p:cNvPr id="1058" name="Google Shape;1058;p107">
            <a:extLst xmlns:a="http://schemas.openxmlformats.org/drawingml/2006/main">
              <a:ext uri="{FF2B5EF4-FFF2-40B4-BE49-F238E27FC236}">
                <a16:creationId xmlns:a16="http://schemas.microsoft.com/office/drawing/2014/main" id="{5E538EFB-BE64-42F6-836D-7D068C7A43B5}"/>
              </a:ext>
            </a:extLst>
          </p:cNvPr>
          <p:cNvSpPr>
            <a:spLocks xmlns:a="http://schemas.openxmlformats.org/drawingml/2006/main" noGrp="1"/>
          </p:cNvSpPr>
          <p:nvPr/>
        </p:nvSpPr>
        <p:spPr>
          <a:xfrm xmlns:a="http://schemas.openxmlformats.org/drawingml/2006/main">
            <a:off x="721360" y="5628680"/>
            <a:ext cx="6278880"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40000"/>
              </a:lnSpc>
              <a:spcBef>
                <a:spcPts val="0"/>
              </a:spcBef>
              <a:spcAft>
                <a:spcPts val="0"/>
              </a:spcAft>
              <a:buClr>
                <a:srgbClr val="4A5568"/>
              </a:buClr>
              <a:buSzPts val="1200"/>
              <a:buFont typeface="IBM Plex Sans"/>
              <a:buNone/>
            </a:pPr>
            <a:r>
              <a:rPr sz="1200" b="0" i="0" u="none" strike="noStrike" cap="none">
                <a:solidFill>
                  <a:srgbClr val="4A5568"/>
                </a:solidFill>
                <a:latin typeface="IBM Plex Sans"/>
                <a:ea typeface="IBM Plex Sans"/>
                <a:cs typeface="IBM Plex Sans"/>
              </a:rPr>
              <a:t>epoch</a:t>
            </a:r>
            <a:endParaRPr sz="1200" b="0" i="0" u="none" strike="noStrike" cap="none">
              <a:solidFill>
                <a:schemeClr val="dk1"/>
              </a:solidFill>
              <a:latin typeface="IBM Plex Sans"/>
              <a:ea typeface="IBM Plex Sans"/>
              <a:cs typeface="IBM Plex Sans"/>
            </a:endParaRPr>
          </a:p>
        </p:txBody>
      </p:sp>
      <p:sp>
        <p:nvSpPr>
          <p:cNvPr id="1059" name="Google Shape;1059;p107">
            <a:extLst xmlns:a="http://schemas.openxmlformats.org/drawingml/2006/main">
              <a:ext uri="{FF2B5EF4-FFF2-40B4-BE49-F238E27FC236}">
                <a16:creationId xmlns:a16="http://schemas.microsoft.com/office/drawing/2014/main" id="{6CC56F77-9727-4178-BA09-A17642B62291}"/>
              </a:ext>
            </a:extLst>
          </p:cNvPr>
          <p:cNvSpPr>
            <a:spLocks xmlns:a="http://schemas.openxmlformats.org/drawingml/2006/main" noGrp="1"/>
          </p:cNvSpPr>
          <p:nvPr/>
        </p:nvSpPr>
        <p:spPr>
          <a:xfrm xmlns:a="http://schemas.openxmlformats.org/drawingml/2006/main">
            <a:off x="7315200" y="3009900"/>
            <a:ext cx="4185920" cy="55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4481A"/>
              </a:buClr>
              <a:buSzPts val="1500"/>
              <a:buFont typeface="IBM Plex Sans"/>
              <a:buNone/>
            </a:pPr>
            <a:r>
              <a:rPr sz="1500" b="1" i="0" u="none" strike="noStrike" cap="none">
                <a:solidFill>
                  <a:srgbClr val="B4481A"/>
                </a:solidFill>
                <a:latin typeface="IBM Plex Sans"/>
                <a:ea typeface="IBM Plex Sans"/>
                <a:cs typeface="IBM Plex Sans"/>
              </a:rPr>
              <a:t>Best at epoch 1 (step 20):</a:t>
            </a:r>
            <a:r>
              <a:rPr sz="1500" b="0" i="0" u="none" strike="noStrike" cap="none">
                <a:solidFill>
                  <a:srgbClr val="4A5568"/>
                </a:solidFill>
                <a:latin typeface="IBM Plex Sans"/>
                <a:ea typeface="IBM Plex Sans"/>
                <a:cs typeface="IBM Plex Sans"/>
              </a:rPr>
              <a:t> 0.517, down 17% from 0.627 before training.</a:t>
            </a:r>
            <a:endParaRPr sz="1500" b="0" i="0" u="none" strike="noStrike" cap="none">
              <a:solidFill>
                <a:schemeClr val="dk1"/>
              </a:solidFill>
              <a:latin typeface="IBM Plex Sans"/>
              <a:ea typeface="IBM Plex Sans"/>
              <a:cs typeface="IBM Plex Sans"/>
            </a:endParaRPr>
          </a:p>
        </p:txBody>
      </p:sp>
      <p:sp>
        <p:nvSpPr>
          <p:cNvPr id="1060" name="Google Shape;1060;p107">
            <a:extLst xmlns:a="http://schemas.openxmlformats.org/drawingml/2006/main">
              <a:ext uri="{FF2B5EF4-FFF2-40B4-BE49-F238E27FC236}">
                <a16:creationId xmlns:a16="http://schemas.microsoft.com/office/drawing/2014/main" id="{65FC053D-D607-4F77-A5F0-FF3753488AEA}"/>
              </a:ext>
            </a:extLst>
          </p:cNvPr>
          <p:cNvSpPr>
            <a:spLocks xmlns:a="http://schemas.openxmlformats.org/drawingml/2006/main" noGrp="1"/>
          </p:cNvSpPr>
          <p:nvPr/>
        </p:nvSpPr>
        <p:spPr>
          <a:xfrm xmlns:a="http://schemas.openxmlformats.org/drawingml/2006/main">
            <a:off x="7315200" y="3721100"/>
            <a:ext cx="4185920" cy="82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500"/>
              <a:buFont typeface="IBM Plex Sans"/>
              <a:buNone/>
            </a:pPr>
            <a:r>
              <a:rPr sz="1500" b="1" i="0" u="none" strike="noStrike" cap="none">
                <a:solidFill>
                  <a:srgbClr val="16202E"/>
                </a:solidFill>
                <a:latin typeface="IBM Plex Sans"/>
                <a:ea typeface="IBM Plex Sans"/>
                <a:cs typeface="IBM Plex Sans"/>
              </a:rPr>
              <a:t>Epochs 2–3:</a:t>
            </a:r>
            <a:r>
              <a:rPr sz="1500" b="0" i="0" u="none" strike="noStrike" cap="none">
                <a:solidFill>
                  <a:srgbClr val="4A5568"/>
                </a:solidFill>
                <a:latin typeface="IBM Plex Sans"/>
                <a:ea typeface="IBM Plex Sans"/>
                <a:cs typeface="IBM Plex Sans"/>
              </a:rPr>
              <a:t> validation loss climbs back to 0.607 while train loss keeps falling to about 0.11.</a:t>
            </a:r>
            <a:endParaRPr sz="1500" b="0" i="0" u="none" strike="noStrike" cap="none">
              <a:solidFill>
                <a:schemeClr val="dk1"/>
              </a:solidFill>
              <a:latin typeface="IBM Plex Sans"/>
              <a:ea typeface="IBM Plex Sans"/>
              <a:cs typeface="IBM Plex Sans"/>
            </a:endParaRPr>
          </a:p>
        </p:txBody>
      </p:sp>
      <p:sp>
        <p:nvSpPr>
          <p:cNvPr id="1061" name="Google Shape;1061;p107">
            <a:extLst xmlns:a="http://schemas.openxmlformats.org/drawingml/2006/main">
              <a:ext uri="{FF2B5EF4-FFF2-40B4-BE49-F238E27FC236}">
                <a16:creationId xmlns:a16="http://schemas.microsoft.com/office/drawing/2014/main" id="{A7E75FAB-B0C9-4028-A917-00D00B5E9131}"/>
              </a:ext>
            </a:extLst>
          </p:cNvPr>
          <p:cNvSpPr>
            <a:spLocks xmlns:a="http://schemas.openxmlformats.org/drawingml/2006/main" noGrp="1"/>
          </p:cNvSpPr>
          <p:nvPr/>
        </p:nvSpPr>
        <p:spPr>
          <a:xfrm xmlns:a="http://schemas.openxmlformats.org/drawingml/2006/main">
            <a:off x="7315200" y="4699000"/>
            <a:ext cx="4185920" cy="55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16202E"/>
              </a:buClr>
              <a:buSzPts val="1500"/>
              <a:buFont typeface="IBM Plex Sans"/>
              <a:buNone/>
            </a:pPr>
            <a:r>
              <a:rPr sz="1500" b="1" i="0" u="none" strike="noStrike" cap="none">
                <a:solidFill>
                  <a:srgbClr val="16202E"/>
                </a:solidFill>
                <a:latin typeface="IBM Plex Sans"/>
                <a:ea typeface="IBM Plex Sans"/>
                <a:cs typeface="IBM Plex Sans"/>
              </a:rPr>
              <a:t>Kept:</a:t>
            </a:r>
            <a:r>
              <a:rPr sz="1500" b="0" i="0" u="none" strike="noStrike" cap="none">
                <a:solidFill>
                  <a:srgbClr val="4A5568"/>
                </a:solidFill>
                <a:latin typeface="IBM Plex Sans"/>
                <a:ea typeface="IBM Plex Sans"/>
                <a:cs typeface="IBM Plex Sans"/>
              </a:rPr>
              <a:t> only the epoch‑1 adapter, so the later epochs never reach the eval.</a:t>
            </a:r>
            <a:endParaRPr sz="1500" b="0" i="0" u="none" strike="noStrike" cap="none">
              <a:solidFill>
                <a:schemeClr val="dk1"/>
              </a:solidFill>
              <a:latin typeface="IBM Plex Sans"/>
              <a:ea typeface="IBM Plex Sans"/>
              <a:cs typeface="IBM Plex Sans"/>
            </a:endParaRPr>
          </a:p>
        </p:txBody>
      </p:sp>
      <p:sp>
        <p:nvSpPr>
          <p:cNvPr id="1062" name="Google Shape;1062;p107">
            <a:extLst xmlns:a="http://schemas.openxmlformats.org/drawingml/2006/main">
              <a:ext uri="{FF2B5EF4-FFF2-40B4-BE49-F238E27FC236}">
                <a16:creationId xmlns:a16="http://schemas.microsoft.com/office/drawing/2014/main" id="{E812E9C5-4DB9-4D4C-8C44-FD87199140C8}"/>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Validation = 24 questions × 2 formats from guide sections never trained on · Colab A100 run · bars start at zero</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11323124"/>
      </p:ext>
    </p:extLst>
  </p:cSld>
</p:sld>
</file>

<file path=ppt/slides/slide124.xml><?xml version="1.0" encoding="utf-8"?>
<p:sld xmlns:p="http://schemas.openxmlformats.org/presentationml/2006/main">
  <p:cSld>
    <p:bg>
      <p:bgPr>
        <a:solidFill xmlns:a="http://schemas.openxmlformats.org/drawingml/2006/main">
          <a:srgbClr val="16202E"/>
        </a:solidFill>
      </p:bgPr>
    </p:bg>
    <p:spTree>
      <p:nvGrpSpPr>
        <p:cNvPr id="1" name=""/>
        <p:cNvGrpSpPr/>
        <p:nvPr/>
      </p:nvGrpSpPr>
      <p:grpSpPr>
        <a:xfrm xmlns:a="http://schemas.openxmlformats.org/drawingml/2006/main"/>
      </p:grpSpPr>
      <p:sp>
        <p:nvSpPr>
          <p:cNvPr id="1068" name="Google Shape;1068;p108">
            <a:extLst xmlns:a="http://schemas.openxmlformats.org/drawingml/2006/main">
              <a:ext uri="{FF2B5EF4-FFF2-40B4-BE49-F238E27FC236}">
                <a16:creationId xmlns:a16="http://schemas.microsoft.com/office/drawing/2014/main" id="{BF860380-E81A-4670-A62D-F384E2663D1C}"/>
              </a:ext>
            </a:extLst>
          </p:cNvPr>
          <p:cNvSpPr>
            <a:spLocks xmlns:a="http://schemas.openxmlformats.org/drawingml/2006/main" noGrp="1"/>
          </p:cNvSpPr>
          <p:nvPr>
            <p:ph type="title" idx="0"/>
          </p:nvPr>
        </p:nvSpPr>
        <p:spPr>
          <a:xfrm xmlns:a="http://schemas.openxmlformats.org/drawingml/2006/main">
            <a:off x="812800" y="812800"/>
            <a:ext cx="10883392" cy="919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F3F1EA"/>
              </a:buClr>
              <a:buSzPts val="3200"/>
              <a:buFont typeface="IBM Plex Sans"/>
              <a:buNone/>
            </a:pPr>
            <a:r>
              <a:rPr sz="3200" b="1" i="0">
                <a:solidFill>
                  <a:srgbClr val="F3F1EA"/>
                </a:solidFill>
                <a:latin typeface="IBM Plex Sans"/>
                <a:ea typeface="IBM Plex Sans"/>
                <a:cs typeface="IBM Plex Sans"/>
              </a:rPr>
              <a:t>Is it overfit? Yes after epoch 1, and the kept adapter avoids it</a:t>
            </a:r>
            <a:endParaRPr sz="3200"/>
          </a:p>
        </p:txBody>
      </p:sp>
      <p:sp>
        <p:nvSpPr>
          <p:cNvPr id="1069" name="Google Shape;1069;p108">
            <a:extLst xmlns:a="http://schemas.openxmlformats.org/drawingml/2006/main">
              <a:ext uri="{FF2B5EF4-FFF2-40B4-BE49-F238E27FC236}">
                <a16:creationId xmlns:a16="http://schemas.microsoft.com/office/drawing/2014/main" id="{B4A0F21B-6526-40AD-A17D-90652EBDB626}"/>
              </a:ext>
            </a:extLst>
          </p:cNvPr>
          <p:cNvSpPr>
            <a:spLocks xmlns:a="http://schemas.openxmlformats.org/drawingml/2006/main" noGrp="1"/>
          </p:cNvSpPr>
          <p:nvPr/>
        </p:nvSpPr>
        <p:spPr>
          <a:xfrm xmlns:a="http://schemas.openxmlformats.org/drawingml/2006/main">
            <a:off x="812800" y="2011660"/>
            <a:ext cx="3352800" cy="3830340"/>
          </a:xfrm>
          <a:prstGeom xmlns:a="http://schemas.openxmlformats.org/drawingml/2006/main" prst="roundRect">
            <a:avLst>
              <a:gd name="adj" fmla="val 3788"/>
            </a:avLst>
          </a:prstGeom>
          <a:solidFill xmlns:a="http://schemas.openxmlformats.org/drawingml/2006/main">
            <a:srgbClr val="1F2B3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70" name="Google Shape;1070;p108">
            <a:extLst xmlns:a="http://schemas.openxmlformats.org/drawingml/2006/main">
              <a:ext uri="{FF2B5EF4-FFF2-40B4-BE49-F238E27FC236}">
                <a16:creationId xmlns:a16="http://schemas.microsoft.com/office/drawing/2014/main" id="{CD6B8AB8-1E7B-4FEF-8F1A-A81A57A1B75C}"/>
              </a:ext>
            </a:extLst>
          </p:cNvPr>
          <p:cNvSpPr>
            <a:spLocks xmlns:a="http://schemas.openxmlformats.org/drawingml/2006/main" noGrp="1"/>
          </p:cNvSpPr>
          <p:nvPr/>
        </p:nvSpPr>
        <p:spPr>
          <a:xfrm xmlns:a="http://schemas.openxmlformats.org/drawingml/2006/main">
            <a:off x="1066800" y="2265660"/>
            <a:ext cx="2930144"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F08A5D"/>
              </a:buClr>
              <a:buSzPts val="1200"/>
              <a:buFont typeface="JetBrains Mono"/>
              <a:buNone/>
            </a:pPr>
            <a:r>
              <a:rPr sz="1200" b="0" i="0" u="none" strike="noStrike" cap="none">
                <a:solidFill>
                  <a:srgbClr val="F08A5D"/>
                </a:solidFill>
                <a:latin typeface="JetBrains Mono"/>
                <a:ea typeface="JetBrains Mono"/>
                <a:cs typeface="JetBrains Mono"/>
              </a:rPr>
              <a:t>EPOCH 3</a:t>
            </a:r>
            <a:endParaRPr sz="1200" b="0" i="0" u="none" strike="noStrike" cap="none">
              <a:solidFill>
                <a:schemeClr val="dk1"/>
              </a:solidFill>
              <a:latin typeface="IBM Plex Sans"/>
              <a:ea typeface="IBM Plex Sans"/>
              <a:cs typeface="IBM Plex Sans"/>
            </a:endParaRPr>
          </a:p>
        </p:txBody>
      </p:sp>
      <p:sp>
        <p:nvSpPr>
          <p:cNvPr id="1071" name="Google Shape;1071;p108">
            <a:extLst xmlns:a="http://schemas.openxmlformats.org/drawingml/2006/main">
              <a:ext uri="{FF2B5EF4-FFF2-40B4-BE49-F238E27FC236}">
                <a16:creationId xmlns:a16="http://schemas.microsoft.com/office/drawing/2014/main" id="{4D5BA6D4-DA4D-4EEA-A082-F93690D8A43F}"/>
              </a:ext>
            </a:extLst>
          </p:cNvPr>
          <p:cNvSpPr>
            <a:spLocks xmlns:a="http://schemas.openxmlformats.org/drawingml/2006/main" noGrp="1"/>
          </p:cNvSpPr>
          <p:nvPr/>
        </p:nvSpPr>
        <p:spPr>
          <a:xfrm xmlns:a="http://schemas.openxmlformats.org/drawingml/2006/main">
            <a:off x="1066800" y="2605980"/>
            <a:ext cx="2930144" cy="7517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0000"/>
              </a:lnSpc>
              <a:spcBef>
                <a:spcPts val="0"/>
              </a:spcBef>
              <a:spcAft>
                <a:spcPts val="0"/>
              </a:spcAft>
              <a:buClr>
                <a:srgbClr val="F3F1EA"/>
              </a:buClr>
              <a:buSzPts val="2200"/>
              <a:buFont typeface="JetBrains Mono"/>
              <a:buNone/>
            </a:pPr>
            <a:r>
              <a:rPr sz="2200" b="1" i="0" u="none" strike="noStrike" cap="none">
                <a:solidFill>
                  <a:srgbClr val="F3F1EA"/>
                </a:solidFill>
                <a:latin typeface="JetBrains Mono"/>
                <a:ea typeface="JetBrains Mono"/>
                <a:cs typeface="JetBrains Mono"/>
              </a:rPr>
              <a:t>train ≈0.11</a:t>
            </a:r>
            <a:endParaRPr sz="2200" b="0" i="0" u="none" strike="noStrike" cap="none">
              <a:solidFill>
                <a:schemeClr val="dk1"/>
              </a:solidFill>
              <a:latin typeface="IBM Plex Sans"/>
              <a:ea typeface="IBM Plex Sans"/>
              <a:cs typeface="IBM Plex Sans"/>
            </a:endParaRPr>
          </a:p>
          <a:p xmlns:a="http://schemas.openxmlformats.org/drawingml/2006/main">
            <a:pPr marL="0" marR="0" lvl="0" indent="0" algn="l">
              <a:lnSpc>
                <a:spcPct val="130000"/>
              </a:lnSpc>
              <a:spcBef>
                <a:spcPts val="0"/>
              </a:spcBef>
              <a:spcAft>
                <a:spcPts val="0"/>
              </a:spcAft>
              <a:buClr>
                <a:srgbClr val="F3F1EA"/>
              </a:buClr>
              <a:buSzPts val="2200"/>
              <a:buFont typeface="JetBrains Mono"/>
              <a:buNone/>
            </a:pPr>
            <a:r>
              <a:rPr sz="2200" b="1" i="0" u="none" strike="noStrike" cap="none">
                <a:solidFill>
                  <a:srgbClr val="F3F1EA"/>
                </a:solidFill>
                <a:latin typeface="JetBrains Mono"/>
                <a:ea typeface="JetBrains Mono"/>
                <a:cs typeface="JetBrains Mono"/>
              </a:rPr>
              <a:t>val   0.607</a:t>
            </a:r>
            <a:endParaRPr sz="2200" b="0" i="0" u="none" strike="noStrike" cap="none">
              <a:solidFill>
                <a:schemeClr val="dk1"/>
              </a:solidFill>
              <a:latin typeface="IBM Plex Sans"/>
              <a:ea typeface="IBM Plex Sans"/>
              <a:cs typeface="IBM Plex Sans"/>
            </a:endParaRPr>
          </a:p>
        </p:txBody>
      </p:sp>
      <p:sp>
        <p:nvSpPr>
          <p:cNvPr id="1072" name="Google Shape;1072;p108">
            <a:extLst xmlns:a="http://schemas.openxmlformats.org/drawingml/2006/main">
              <a:ext uri="{FF2B5EF4-FFF2-40B4-BE49-F238E27FC236}">
                <a16:creationId xmlns:a16="http://schemas.microsoft.com/office/drawing/2014/main" id="{C179A7E6-60B0-4574-ADFA-5CBF99B5BC82}"/>
              </a:ext>
            </a:extLst>
          </p:cNvPr>
          <p:cNvSpPr>
            <a:spLocks xmlns:a="http://schemas.openxmlformats.org/drawingml/2006/main" noGrp="1"/>
          </p:cNvSpPr>
          <p:nvPr/>
        </p:nvSpPr>
        <p:spPr>
          <a:xfrm xmlns:a="http://schemas.openxmlformats.org/drawingml/2006/main">
            <a:off x="1066800" y="3459361"/>
            <a:ext cx="2930144" cy="10209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9C3D1"/>
              </a:buClr>
              <a:buSzPts val="1400"/>
              <a:buFont typeface="IBM Plex Sans"/>
              <a:buNone/>
            </a:pPr>
            <a:r>
              <a:rPr sz="1400" b="0" i="0" u="none" strike="noStrike" cap="none">
                <a:solidFill>
                  <a:srgbClr val="B9C3D1"/>
                </a:solidFill>
                <a:latin typeface="IBM Plex Sans"/>
                <a:ea typeface="IBM Plex Sans"/>
                <a:cs typeface="IBM Plex Sans"/>
              </a:rPr>
              <a:t>The gap between validation and recent training loss grows from −0.07 to +0.48: the model memorizes the 78 training answers.</a:t>
            </a:r>
            <a:endParaRPr sz="1400" b="0" i="0" u="none" strike="noStrike" cap="none">
              <a:solidFill>
                <a:schemeClr val="dk1"/>
              </a:solidFill>
              <a:latin typeface="IBM Plex Sans"/>
              <a:ea typeface="IBM Plex Sans"/>
              <a:cs typeface="IBM Plex Sans"/>
            </a:endParaRPr>
          </a:p>
        </p:txBody>
      </p:sp>
      <p:sp>
        <p:nvSpPr>
          <p:cNvPr id="1073" name="Google Shape;1073;p108">
            <a:extLst xmlns:a="http://schemas.openxmlformats.org/drawingml/2006/main">
              <a:ext uri="{FF2B5EF4-FFF2-40B4-BE49-F238E27FC236}">
                <a16:creationId xmlns:a16="http://schemas.microsoft.com/office/drawing/2014/main" id="{03653F5A-5073-47AB-A25A-F7909E7A0EC1}"/>
              </a:ext>
            </a:extLst>
          </p:cNvPr>
          <p:cNvSpPr>
            <a:spLocks xmlns:a="http://schemas.openxmlformats.org/drawingml/2006/main" noGrp="1"/>
          </p:cNvSpPr>
          <p:nvPr/>
        </p:nvSpPr>
        <p:spPr>
          <a:xfrm xmlns:a="http://schemas.openxmlformats.org/drawingml/2006/main">
            <a:off x="4419600" y="2011660"/>
            <a:ext cx="3352800" cy="3830340"/>
          </a:xfrm>
          <a:prstGeom xmlns:a="http://schemas.openxmlformats.org/drawingml/2006/main" prst="roundRect">
            <a:avLst>
              <a:gd name="adj" fmla="val 3788"/>
            </a:avLst>
          </a:prstGeom>
          <a:solidFill xmlns:a="http://schemas.openxmlformats.org/drawingml/2006/main">
            <a:srgbClr val="1F2B3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74" name="Google Shape;1074;p108">
            <a:extLst xmlns:a="http://schemas.openxmlformats.org/drawingml/2006/main">
              <a:ext uri="{FF2B5EF4-FFF2-40B4-BE49-F238E27FC236}">
                <a16:creationId xmlns:a16="http://schemas.microsoft.com/office/drawing/2014/main" id="{F1EFFE15-539E-472F-BFD3-08AA2CA58490}"/>
              </a:ext>
            </a:extLst>
          </p:cNvPr>
          <p:cNvSpPr>
            <a:spLocks xmlns:a="http://schemas.openxmlformats.org/drawingml/2006/main" noGrp="1"/>
          </p:cNvSpPr>
          <p:nvPr/>
        </p:nvSpPr>
        <p:spPr>
          <a:xfrm xmlns:a="http://schemas.openxmlformats.org/drawingml/2006/main">
            <a:off x="4673600" y="2265660"/>
            <a:ext cx="2930144"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F08A5D"/>
              </a:buClr>
              <a:buSzPts val="1200"/>
              <a:buFont typeface="JetBrains Mono"/>
              <a:buNone/>
            </a:pPr>
            <a:r>
              <a:rPr sz="1200" b="0" i="0" u="none" strike="noStrike" cap="none">
                <a:solidFill>
                  <a:srgbClr val="F08A5D"/>
                </a:solidFill>
                <a:latin typeface="JetBrains Mono"/>
                <a:ea typeface="JetBrains Mono"/>
                <a:cs typeface="JetBrains Mono"/>
              </a:rPr>
              <a:t>EPOCH 1 (KEPT)</a:t>
            </a:r>
            <a:endParaRPr sz="1200" b="0" i="0" u="none" strike="noStrike" cap="none">
              <a:solidFill>
                <a:schemeClr val="dk1"/>
              </a:solidFill>
              <a:latin typeface="IBM Plex Sans"/>
              <a:ea typeface="IBM Plex Sans"/>
              <a:cs typeface="IBM Plex Sans"/>
            </a:endParaRPr>
          </a:p>
        </p:txBody>
      </p:sp>
      <p:sp>
        <p:nvSpPr>
          <p:cNvPr id="1075" name="Google Shape;1075;p108">
            <a:extLst xmlns:a="http://schemas.openxmlformats.org/drawingml/2006/main">
              <a:ext uri="{FF2B5EF4-FFF2-40B4-BE49-F238E27FC236}">
                <a16:creationId xmlns:a16="http://schemas.microsoft.com/office/drawing/2014/main" id="{910182A6-16D3-4130-9A10-391255962A9C}"/>
              </a:ext>
            </a:extLst>
          </p:cNvPr>
          <p:cNvSpPr>
            <a:spLocks xmlns:a="http://schemas.openxmlformats.org/drawingml/2006/main" noGrp="1"/>
          </p:cNvSpPr>
          <p:nvPr/>
        </p:nvSpPr>
        <p:spPr>
          <a:xfrm xmlns:a="http://schemas.openxmlformats.org/drawingml/2006/main">
            <a:off x="4673600" y="2605980"/>
            <a:ext cx="2930144" cy="38859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30000"/>
              </a:lnSpc>
              <a:spcBef>
                <a:spcPts val="0"/>
              </a:spcBef>
              <a:spcAft>
                <a:spcPts val="0"/>
              </a:spcAft>
              <a:buClr>
                <a:srgbClr val="F3F1EA"/>
              </a:buClr>
              <a:buSzPts val="2200"/>
              <a:buFont typeface="JetBrains Mono"/>
              <a:buNone/>
            </a:pPr>
            <a:r>
              <a:rPr sz="2200" b="1" i="0" u="none" strike="noStrike" cap="none">
                <a:solidFill>
                  <a:srgbClr val="F3F1EA"/>
                </a:solidFill>
                <a:latin typeface="JetBrains Mono"/>
                <a:ea typeface="JetBrains Mono"/>
                <a:cs typeface="JetBrains Mono"/>
              </a:rPr>
              <a:t>val 0.517</a:t>
            </a:r>
            <a:endParaRPr sz="2200" b="0" i="0" u="none" strike="noStrike" cap="none">
              <a:solidFill>
                <a:schemeClr val="dk1"/>
              </a:solidFill>
              <a:latin typeface="IBM Plex Sans"/>
              <a:ea typeface="IBM Plex Sans"/>
              <a:cs typeface="IBM Plex Sans"/>
            </a:endParaRPr>
          </a:p>
        </p:txBody>
      </p:sp>
      <p:sp>
        <p:nvSpPr>
          <p:cNvPr id="1076" name="Google Shape;1076;p108">
            <a:extLst xmlns:a="http://schemas.openxmlformats.org/drawingml/2006/main">
              <a:ext uri="{FF2B5EF4-FFF2-40B4-BE49-F238E27FC236}">
                <a16:creationId xmlns:a16="http://schemas.microsoft.com/office/drawing/2014/main" id="{2FFD6A62-8386-4473-83DD-D586A3902811}"/>
              </a:ext>
            </a:extLst>
          </p:cNvPr>
          <p:cNvSpPr>
            <a:spLocks xmlns:a="http://schemas.openxmlformats.org/drawingml/2006/main" noGrp="1"/>
          </p:cNvSpPr>
          <p:nvPr/>
        </p:nvSpPr>
        <p:spPr>
          <a:xfrm xmlns:a="http://schemas.openxmlformats.org/drawingml/2006/main">
            <a:off x="4673600" y="3096171"/>
            <a:ext cx="2930144" cy="10209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B9C3D1"/>
              </a:buClr>
              <a:buSzPts val="1400"/>
              <a:buFont typeface="IBM Plex Sans"/>
              <a:buNone/>
            </a:pPr>
            <a:r>
              <a:rPr sz="1400" b="0" i="0" u="none" strike="noStrike" cap="none">
                <a:solidFill>
                  <a:srgbClr val="B9C3D1"/>
                </a:solidFill>
                <a:latin typeface="IBM Plex Sans"/>
                <a:ea typeface="IBM Plex Sans"/>
                <a:cs typeface="IBM Plex Sans"/>
              </a:rPr>
              <a:t>Lowest validation loss of the run. Best‑checkpoint selection saved this adapter, and it is the one evaluated.</a:t>
            </a:r>
            <a:endParaRPr sz="1400" b="0" i="0" u="none" strike="noStrike" cap="none">
              <a:solidFill>
                <a:schemeClr val="dk1"/>
              </a:solidFill>
              <a:latin typeface="IBM Plex Sans"/>
              <a:ea typeface="IBM Plex Sans"/>
              <a:cs typeface="IBM Plex Sans"/>
            </a:endParaRPr>
          </a:p>
        </p:txBody>
      </p:sp>
      <p:sp>
        <p:nvSpPr>
          <p:cNvPr id="1077" name="Google Shape;1077;p108">
            <a:extLst xmlns:a="http://schemas.openxmlformats.org/drawingml/2006/main">
              <a:ext uri="{FF2B5EF4-FFF2-40B4-BE49-F238E27FC236}">
                <a16:creationId xmlns:a16="http://schemas.microsoft.com/office/drawing/2014/main" id="{4F57AF04-7A77-4E83-AE89-BB14B931F4CC}"/>
              </a:ext>
            </a:extLst>
          </p:cNvPr>
          <p:cNvSpPr>
            <a:spLocks xmlns:a="http://schemas.openxmlformats.org/drawingml/2006/main" noGrp="1"/>
          </p:cNvSpPr>
          <p:nvPr/>
        </p:nvSpPr>
        <p:spPr>
          <a:xfrm xmlns:a="http://schemas.openxmlformats.org/drawingml/2006/main">
            <a:off x="8026400" y="2011660"/>
            <a:ext cx="3352800" cy="3830340"/>
          </a:xfrm>
          <a:prstGeom xmlns:a="http://schemas.openxmlformats.org/drawingml/2006/main" prst="roundRect">
            <a:avLst>
              <a:gd name="adj" fmla="val 3788"/>
            </a:avLst>
          </a:prstGeom>
          <a:solidFill xmlns:a="http://schemas.openxmlformats.org/drawingml/2006/main">
            <a:srgbClr val="1F2B3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78" name="Google Shape;1078;p108">
            <a:extLst xmlns:a="http://schemas.openxmlformats.org/drawingml/2006/main">
              <a:ext uri="{FF2B5EF4-FFF2-40B4-BE49-F238E27FC236}">
                <a16:creationId xmlns:a16="http://schemas.microsoft.com/office/drawing/2014/main" id="{A241C160-B7A4-4470-BB02-AD59C98BA8F4}"/>
              </a:ext>
            </a:extLst>
          </p:cNvPr>
          <p:cNvSpPr>
            <a:spLocks xmlns:a="http://schemas.openxmlformats.org/drawingml/2006/main" noGrp="1"/>
          </p:cNvSpPr>
          <p:nvPr/>
        </p:nvSpPr>
        <p:spPr>
          <a:xfrm xmlns:a="http://schemas.openxmlformats.org/drawingml/2006/main">
            <a:off x="8280400" y="2265660"/>
            <a:ext cx="2930144"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F08A5D"/>
              </a:buClr>
              <a:buSzPts val="1200"/>
              <a:buFont typeface="JetBrains Mono"/>
              <a:buNone/>
            </a:pPr>
            <a:r>
              <a:rPr sz="1200" b="0" i="0" u="none" strike="noStrike" cap="none">
                <a:solidFill>
                  <a:srgbClr val="F08A5D"/>
                </a:solidFill>
                <a:latin typeface="JetBrains Mono"/>
                <a:ea typeface="JetBrains Mono"/>
                <a:cs typeface="JetBrains Mono"/>
              </a:rPr>
              <a:t>UNSEEN DOCUMENT</a:t>
            </a:r>
            <a:endParaRPr sz="1200" b="0" i="0" u="none" strike="noStrike" cap="none">
              <a:solidFill>
                <a:schemeClr val="dk1"/>
              </a:solidFill>
              <a:latin typeface="IBM Plex Sans"/>
              <a:ea typeface="IBM Plex Sans"/>
              <a:cs typeface="IBM Plex Sans"/>
            </a:endParaRPr>
          </a:p>
        </p:txBody>
      </p:sp>
      <p:sp>
        <p:nvSpPr>
          <p:cNvPr id="1079" name="Google Shape;1079;p108">
            <a:extLst xmlns:a="http://schemas.openxmlformats.org/drawingml/2006/main">
              <a:ext uri="{FF2B5EF4-FFF2-40B4-BE49-F238E27FC236}">
                <a16:creationId xmlns:a16="http://schemas.microsoft.com/office/drawing/2014/main" id="{8DD83DCD-EA18-416B-911E-8892A54ADDA8}"/>
              </a:ext>
            </a:extLst>
          </p:cNvPr>
          <p:cNvSpPr>
            <a:spLocks xmlns:a="http://schemas.openxmlformats.org/drawingml/2006/main" noGrp="1"/>
          </p:cNvSpPr>
          <p:nvPr/>
        </p:nvSpPr>
        <p:spPr>
          <a:xfrm xmlns:a="http://schemas.openxmlformats.org/drawingml/2006/main">
            <a:off x="8280400" y="2605980"/>
            <a:ext cx="2930144" cy="7720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D6DCE4"/>
              </a:buClr>
              <a:buSzPts val="1400"/>
              <a:buFont typeface="IBM Plex Sans"/>
              <a:buNone/>
            </a:pPr>
            <a:r>
              <a:rPr sz="1400" b="0" i="0" u="none" strike="noStrike" cap="none">
                <a:solidFill>
                  <a:srgbClr val="D6DCE4"/>
                </a:solidFill>
                <a:latin typeface="IBM Plex Sans"/>
                <a:ea typeface="IBM Plex Sans"/>
                <a:cs typeface="IBM Plex Sans"/>
              </a:rPr>
              <a:t>On the brochure the kept adapter beats the base model: answer F1 +0.06, gold citations +0.12.</a:t>
            </a:r>
            <a:endParaRPr sz="1400" b="0" i="0" u="none" strike="noStrike" cap="none">
              <a:solidFill>
                <a:schemeClr val="dk1"/>
              </a:solidFill>
              <a:latin typeface="IBM Plex Sans"/>
              <a:ea typeface="IBM Plex Sans"/>
              <a:cs typeface="IBM Plex Sans"/>
            </a:endParaRPr>
          </a:p>
        </p:txBody>
      </p:sp>
      <p:sp>
        <p:nvSpPr>
          <p:cNvPr id="1080" name="Google Shape;1080;p108">
            <a:extLst xmlns:a="http://schemas.openxmlformats.org/drawingml/2006/main">
              <a:ext uri="{FF2B5EF4-FFF2-40B4-BE49-F238E27FC236}">
                <a16:creationId xmlns:a16="http://schemas.microsoft.com/office/drawing/2014/main" id="{B8057B30-D00B-4986-AA3A-9B03E1954D7D}"/>
              </a:ext>
            </a:extLst>
          </p:cNvPr>
          <p:cNvSpPr>
            <a:spLocks xmlns:a="http://schemas.openxmlformats.org/drawingml/2006/main" noGrp="1"/>
          </p:cNvSpPr>
          <p:nvPr/>
        </p:nvSpPr>
        <p:spPr>
          <a:xfrm xmlns:a="http://schemas.openxmlformats.org/drawingml/2006/main">
            <a:off x="8280400" y="3479651"/>
            <a:ext cx="2930144"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D6DCE4"/>
              </a:buClr>
              <a:buSzPts val="1400"/>
              <a:buFont typeface="IBM Plex Sans"/>
              <a:buNone/>
            </a:pPr>
            <a:r>
              <a:rPr sz="1400" b="0" i="0" u="none" strike="noStrike" cap="none">
                <a:solidFill>
                  <a:srgbClr val="D6DCE4"/>
                </a:solidFill>
                <a:latin typeface="IBM Plex Sans"/>
                <a:ea typeface="IBM Plex Sans"/>
                <a:cs typeface="IBM Plex Sans"/>
              </a:rPr>
              <a:t>So it generalizes, but the margin is small and part of it is style.</a:t>
            </a:r>
            <a:endParaRPr sz="1400" b="0" i="0" u="none" strike="noStrike" cap="none">
              <a:solidFill>
                <a:schemeClr val="dk1"/>
              </a:solidFill>
              <a:latin typeface="IBM Plex Sans"/>
              <a:ea typeface="IBM Plex Sans"/>
              <a:cs typeface="IBM Plex Sans"/>
            </a:endParaRPr>
          </a:p>
        </p:txBody>
      </p:sp>
      <p:sp>
        <p:nvSpPr>
          <p:cNvPr id="1081" name="Google Shape;1081;p108">
            <a:extLst xmlns:a="http://schemas.openxmlformats.org/drawingml/2006/main">
              <a:ext uri="{FF2B5EF4-FFF2-40B4-BE49-F238E27FC236}">
                <a16:creationId xmlns:a16="http://schemas.microsoft.com/office/drawing/2014/main" id="{C82C4CD9-9070-4DE6-8DE7-673E2CCA633E}"/>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8C98A8"/>
              </a:buClr>
              <a:buSzPts val="1200"/>
              <a:buFont typeface="IBM Plex Sans"/>
              <a:buNone/>
            </a:pPr>
            <a:r>
              <a:rPr sz="1200" b="0" i="0" u="none" strike="noStrike" cap="none">
                <a:solidFill>
                  <a:srgbClr val="8C98A8"/>
                </a:solidFill>
                <a:latin typeface="IBM Plex Sans"/>
                <a:ea typeface="IBM Plex Sans"/>
                <a:cs typeface="IBM Plex Sans"/>
              </a:rPr>
              <a:t>Your 1–2 epoch instinct was right for this data: 20 optimizer steps were enough</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062381748"/>
      </p:ext>
    </p:extLst>
  </p:cSld>
</p:sld>
</file>

<file path=ppt/slides/slide12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087" name="Google Shape;1087;p109">
            <a:extLst xmlns:a="http://schemas.openxmlformats.org/drawingml/2006/main">
              <a:ext uri="{FF2B5EF4-FFF2-40B4-BE49-F238E27FC236}">
                <a16:creationId xmlns:a16="http://schemas.microsoft.com/office/drawing/2014/main" id="{A39D469C-E8B1-49E7-A9BA-8AA8E099DC4C}"/>
              </a:ext>
            </a:extLst>
          </p:cNvPr>
          <p:cNvSpPr>
            <a:spLocks xmlns:a="http://schemas.openxmlformats.org/drawingml/2006/main" noGrp="1"/>
          </p:cNvSpPr>
          <p:nvPr>
            <p:ph type="title" idx="0"/>
          </p:nvPr>
        </p:nvSpPr>
        <p:spPr>
          <a:xfrm xmlns:a="http://schemas.openxmlformats.org/drawingml/2006/main">
            <a:off x="812800" y="812800"/>
            <a:ext cx="11379200" cy="8959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140"/>
              <a:buFont typeface="IBM Plex Sans"/>
              <a:buNone/>
            </a:pPr>
            <a:r>
              <a:rPr sz="3140" b="1" i="0">
                <a:solidFill>
                  <a:srgbClr val="16202E"/>
                </a:solidFill>
                <a:latin typeface="IBM Plex Sans"/>
                <a:ea typeface="IBM Plex Sans"/>
                <a:cs typeface="IBM Plex Sans"/>
              </a:rPr>
              <a:t>On the unseen brochure, the tuned model answers better</a:t>
            </a:r>
            <a:endParaRPr sz="3140"/>
          </a:p>
        </p:txBody>
      </p:sp>
      <p:graphicFrame>
        <p:nvGraphicFramePr>
          <p:cNvPr id="1088" name="Google Shape;1088;p109">
            <a:extLst xmlns:a="http://schemas.openxmlformats.org/drawingml/2006/main">
              <a:ext uri="{FF2B5EF4-FFF2-40B4-BE49-F238E27FC236}">
                <a16:creationId xmlns:a16="http://schemas.microsoft.com/office/drawing/2014/main" id="{0EBE69BC-1FE3-44A2-A9AC-4E7163D2BEBE}"/>
              </a:ext>
            </a:extLst>
          </p:cNvPr>
          <p:cNvGraphicFramePr/>
          <p:nvPr/>
        </p:nvGraphicFramePr>
        <p:xfrm>
          <a:off xmlns:a="http://schemas.openxmlformats.org/drawingml/2006/main" x="825500" y="2000895"/>
          <a:ext xmlns:a="http://schemas.openxmlformats.org/drawingml/2006/main" cx="3000000" cy="3000000"/>
        </p:xfrm>
        <a:graphic xmlns:a="http://schemas.openxmlformats.org/drawingml/2006/main">
          <a:graphicData uri="http://schemas.openxmlformats.org/drawingml/2006/table">
            <a:tbl>
              <a:tblPr>
                <a:tableStyleId>{8E558FB5-0500-4F46-969F-79940C156687}</a:tableStyleId>
              </a:tblPr>
              <a:tblGrid>
                <a:gridCol w="3271650"/>
                <a:gridCol w="1160900"/>
                <a:gridCol w="1371975"/>
                <a:gridCol w="1160900"/>
                <a:gridCol w="2110750"/>
                <a:gridCol w="1477525"/>
              </a:tblGrid>
              <a:tr h="375850">
                <a:tc>
                  <a:txBody>
                    <a:bodyPr/>
                    <a:lstStyle/>
                    <a:p>
                      <a:pPr marL="0" marR="0" lvl="0" indent="0" algn="l">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Metric (41 questions each)</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Base</a:t>
                      </a:r>
                      <a:endParaRPr sz="1361" u="none" strike="noStrike" cap="none">
                        <a:latin typeface="IBM Plex Sans"/>
                        <a:ea typeface="IBM Plex Sans"/>
                        <a:cs typeface="IBM Plex Sans"/>
                      </a:endParaRPr>
                    </a:p>
                  </a:txBody>
                  <a:tcPr marL="60475" marR="60475" marT="60475" marB="604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Tuned</a:t>
                      </a:r>
                      <a:endParaRPr sz="1361" u="none" strike="noStrike" cap="none">
                        <a:latin typeface="IBM Plex Sans"/>
                        <a:ea typeface="IBM Plex Sans"/>
                        <a:cs typeface="IBM Plex Sans"/>
                      </a:endParaRPr>
                    </a:p>
                  </a:txBody>
                  <a:tcPr marL="60475" marR="60475" marT="60475" marB="604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Change</a:t>
                      </a:r>
                      <a:endParaRPr sz="1361" u="none" strike="noStrike" cap="none">
                        <a:latin typeface="IBM Plex Sans"/>
                        <a:ea typeface="IBM Plex Sans"/>
                        <a:cs typeface="IBM Plex Sans"/>
                      </a:endParaRPr>
                    </a:p>
                  </a:txBody>
                  <a:tcPr marL="60475" marR="60475" marT="60475" marB="604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95% CI</a:t>
                      </a:r>
                      <a:endParaRPr sz="1361" u="none" strike="noStrike" cap="none">
                        <a:latin typeface="IBM Plex Sans"/>
                        <a:ea typeface="IBM Plex Sans"/>
                        <a:cs typeface="IBM Plex Sans"/>
                      </a:endParaRPr>
                    </a:p>
                  </a:txBody>
                  <a:tcPr marL="60475" marR="60475" marT="60475" marB="604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b="1" u="none" strike="noStrike" cap="none">
                          <a:solidFill>
                            <a:srgbClr val="16202E"/>
                          </a:solidFill>
                          <a:latin typeface="IBM Plex Sans"/>
                          <a:ea typeface="IBM Plex Sans"/>
                          <a:cs typeface="IBM Plex Sans"/>
                        </a:rPr>
                        <a:t>Better / worse</a:t>
                      </a:r>
                      <a:endParaRPr sz="1361" u="none" strike="noStrike" cap="none">
                        <a:latin typeface="IBM Plex Sans"/>
                        <a:ea typeface="IBM Plex Sans"/>
                        <a:cs typeface="IBM Plex Sans"/>
                      </a:endParaRPr>
                    </a:p>
                  </a:txBody>
                  <a:tcPr marL="60475" marR="60475" marT="60475" marB="60475">
                    <a:lnL w="12700" cmpd="sng">
                      <a:solidFill>
                        <a:srgbClr val="B6B5B1"/>
                      </a:solidFill>
                      <a:prstDash val="solid"/>
                    </a:lnL>
                    <a:lnR w="12700" cmpd="sng">
                      <a:solidFill>
                        <a:srgbClr val="B6B5B1"/>
                      </a:solidFill>
                      <a:prstDash val="solid"/>
                    </a:lnR>
                    <a:lnT w="12700" cmpd="sng">
                      <a:solidFill>
                        <a:srgbClr val="C4C4BF"/>
                      </a:solidFill>
                      <a:prstDash val="solid"/>
                    </a:lnT>
                    <a:lnB w="12700" cmpd="sng">
                      <a:solidFill>
                        <a:srgbClr val="B6B5B1"/>
                      </a:solidFill>
                      <a:prstDash val="solid"/>
                    </a:lnB>
                    <a:solidFill>
                      <a:srgbClr val="E4E3DE"/>
                    </a:solidFill>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Answer F1, direct</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0.51</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0.57</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+0.06</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+0.002 to +0.109</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27 / 14</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6B5B1"/>
                      </a:solidFill>
                      <a:prstDash val="solid"/>
                    </a:lnT>
                    <a:lnB w="12700" cmpd="sng">
                      <a:solidFill>
                        <a:srgbClr val="C4C4BF"/>
                      </a:solidFill>
                      <a:prstDash val="solid"/>
                    </a:lnB>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Answer F1, chain of thought</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0.49</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0.54</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+0.06</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+0.000 to +0.108</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29 / 11</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Cites the gold passage</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0.72</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0.84</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+0.12</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−0.008 to +0.240</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15 / 4</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Quotes found in passages</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0.87</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0.87</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0.00</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−0.104 to +0.097</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7 / 7</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CoT format followed</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1.00</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1.00</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0.00</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C4C4BF"/>
                      </a:solidFill>
                      <a:prstDash val="solid"/>
                    </a:lnR>
                    <a:lnT w="12700" cmpd="sng">
                      <a:solidFill>
                        <a:srgbClr val="BFBCB5"/>
                      </a:solidFill>
                      <a:prstDash val="solid"/>
                    </a:lnT>
                    <a:lnB w="12700" cmpd="sng">
                      <a:solidFill>
                        <a:srgbClr val="C4C4BF"/>
                      </a:solidFill>
                      <a:prstDash val="solid"/>
                    </a:lnB>
                  </a:tcPr>
                </a:tc>
              </a:tr>
              <a:tr h="375900">
                <a:tc>
                  <a:txBody>
                    <a:bodyPr/>
                    <a:lstStyle/>
                    <a:p>
                      <a:pPr marL="0" marR="0" lvl="0" indent="0" algn="l">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Answer length, words</a:t>
                      </a:r>
                      <a:endParaRPr sz="1361" u="none" strike="noStrike" cap="none">
                        <a:latin typeface="IBM Plex Sans"/>
                        <a:ea typeface="IBM Plex Sans"/>
                        <a:cs typeface="IBM Plex Sans"/>
                      </a:endParaRPr>
                    </a:p>
                  </a:txBody>
                  <a:tcPr marL="60475" marR="60475" marT="60475" marB="60475">
                    <a:lnL w="12700" cmpd="sng">
                      <a:solidFill>
                        <a:srgbClr val="C4C4BF"/>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62</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88</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+26</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reference: 107</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c>
                  <a:txBody>
                    <a:bodyPr/>
                    <a:lstStyle/>
                    <a:p>
                      <a:pPr marL="0" marR="0" lvl="0" indent="0" algn="r">
                        <a:lnSpc>
                          <a:spcPct val="139970"/>
                        </a:lnSpc>
                        <a:spcBef>
                          <a:spcPts val="0"/>
                        </a:spcBef>
                        <a:spcAft>
                          <a:spcPts val="0"/>
                        </a:spcAft>
                        <a:buClr>
                          <a:srgbClr val="16202E"/>
                        </a:buClr>
                        <a:buSzPts val="1361"/>
                        <a:buFont typeface="IBM Plex Sans"/>
                        <a:buNone/>
                      </a:pPr>
                      <a:r>
                        <a:rPr sz="1361" u="none" strike="noStrike" cap="none">
                          <a:solidFill>
                            <a:srgbClr val="16202E"/>
                          </a:solidFill>
                          <a:latin typeface="IBM Plex Sans"/>
                          <a:ea typeface="IBM Plex Sans"/>
                          <a:cs typeface="IBM Plex Sans"/>
                        </a:rPr>
                        <a:t>–</a:t>
                      </a:r>
                      <a:endParaRPr sz="1361" u="none" strike="noStrike" cap="none">
                        <a:latin typeface="IBM Plex Sans"/>
                        <a:ea typeface="IBM Plex Sans"/>
                        <a:cs typeface="IBM Plex Sans"/>
                      </a:endParaRPr>
                    </a:p>
                  </a:txBody>
                  <a:tcPr marL="60475" marR="60475" marT="60475" marB="60475">
                    <a:lnL w="12700" cmpd="sng">
                      <a:solidFill>
                        <a:srgbClr val="BFBCB5"/>
                      </a:solidFill>
                      <a:prstDash val="solid"/>
                    </a:lnL>
                    <a:lnR w="12700" cmpd="sng">
                      <a:solidFill>
                        <a:srgbClr val="BFBCB5"/>
                      </a:solidFill>
                      <a:prstDash val="solid"/>
                    </a:lnR>
                    <a:lnT w="12700" cmpd="sng">
                      <a:solidFill>
                        <a:srgbClr val="C4C4BF"/>
                      </a:solidFill>
                      <a:prstDash val="solid"/>
                    </a:lnT>
                    <a:lnB w="12700" cmpd="sng">
                      <a:solidFill>
                        <a:srgbClr val="BFBCB5"/>
                      </a:solidFill>
                      <a:prstDash val="solid"/>
                    </a:lnB>
                    <a:solidFill>
                      <a:srgbClr val="EFECE3"/>
                    </a:solidFill>
                  </a:tcPr>
                </a:tc>
              </a:tr>
            </a:tbl>
          </a:graphicData>
        </a:graphic>
      </p:graphicFrame>
      <p:sp>
        <p:nvSpPr>
          <p:cNvPr id="1089" name="Google Shape;1089;p109">
            <a:extLst xmlns:a="http://schemas.openxmlformats.org/drawingml/2006/main">
              <a:ext uri="{FF2B5EF4-FFF2-40B4-BE49-F238E27FC236}">
                <a16:creationId xmlns:a16="http://schemas.microsoft.com/office/drawing/2014/main" id="{0FFFC4A8-C2EE-4FE0-9F38-FFEF6DC675E9}"/>
              </a:ext>
            </a:extLst>
          </p:cNvPr>
          <p:cNvSpPr>
            <a:spLocks xmlns:a="http://schemas.openxmlformats.org/drawingml/2006/main" noGrp="1"/>
          </p:cNvSpPr>
          <p:nvPr/>
        </p:nvSpPr>
        <p:spPr>
          <a:xfrm xmlns:a="http://schemas.openxmlformats.org/drawingml/2006/main">
            <a:off x="819150" y="4943227"/>
            <a:ext cx="5168900" cy="892423"/>
          </a:xfrm>
          <a:prstGeom xmlns:a="http://schemas.openxmlformats.org/drawingml/2006/main" prst="roundRect">
            <a:avLst>
              <a:gd name="adj" fmla="val 13519"/>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90" name="Google Shape;1090;p109">
            <a:extLst xmlns:a="http://schemas.openxmlformats.org/drawingml/2006/main">
              <a:ext uri="{FF2B5EF4-FFF2-40B4-BE49-F238E27FC236}">
                <a16:creationId xmlns:a16="http://schemas.microsoft.com/office/drawing/2014/main" id="{EFB6AA8F-545A-419B-861C-6F37CF02E0EF}"/>
              </a:ext>
            </a:extLst>
          </p:cNvPr>
          <p:cNvSpPr>
            <a:spLocks xmlns:a="http://schemas.openxmlformats.org/drawingml/2006/main" noGrp="1"/>
          </p:cNvSpPr>
          <p:nvPr/>
        </p:nvSpPr>
        <p:spPr>
          <a:xfrm xmlns:a="http://schemas.openxmlformats.org/drawingml/2006/main">
            <a:off x="1028700" y="5152777"/>
            <a:ext cx="4892294" cy="4987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14"/>
              </a:lnSpc>
              <a:spcBef>
                <a:spcPts val="0"/>
              </a:spcBef>
              <a:spcAft>
                <a:spcPts val="0"/>
              </a:spcAft>
              <a:buClr>
                <a:srgbClr val="16202E"/>
              </a:buClr>
              <a:buSzPts val="1347"/>
              <a:buFont typeface="IBM Plex Sans"/>
              <a:buNone/>
            </a:pPr>
            <a:r>
              <a:rPr sz="1347" b="1" i="0" u="none" strike="noStrike" cap="none">
                <a:solidFill>
                  <a:srgbClr val="16202E"/>
                </a:solidFill>
                <a:latin typeface="IBM Plex Sans"/>
                <a:ea typeface="IBM Plex Sans"/>
                <a:cs typeface="IBM Plex Sans"/>
              </a:rPr>
              <a:t>Real gain:</a:t>
            </a:r>
            <a:r>
              <a:rPr sz="1347" b="0" i="0" u="none" strike="noStrike" cap="none">
                <a:solidFill>
                  <a:srgbClr val="16202E"/>
                </a:solidFill>
                <a:latin typeface="IBM Plex Sans"/>
                <a:ea typeface="IBM Plex Sans"/>
                <a:cs typeface="IBM Plex Sans"/>
              </a:rPr>
              <a:t> better on about two‑thirds of questions, and cites the gold passage over a distractor more often.</a:t>
            </a:r>
            <a:endParaRPr sz="1347" b="0" i="0" u="none" strike="noStrike" cap="none">
              <a:solidFill>
                <a:schemeClr val="dk1"/>
              </a:solidFill>
              <a:latin typeface="IBM Plex Sans"/>
              <a:ea typeface="IBM Plex Sans"/>
              <a:cs typeface="IBM Plex Sans"/>
            </a:endParaRPr>
          </a:p>
        </p:txBody>
      </p:sp>
      <p:sp>
        <p:nvSpPr>
          <p:cNvPr id="1091" name="Google Shape;1091;p109">
            <a:extLst xmlns:a="http://schemas.openxmlformats.org/drawingml/2006/main">
              <a:ext uri="{FF2B5EF4-FFF2-40B4-BE49-F238E27FC236}">
                <a16:creationId xmlns:a16="http://schemas.microsoft.com/office/drawing/2014/main" id="{AB82719F-3F4B-4E93-96C1-AE19A227F20F}"/>
              </a:ext>
            </a:extLst>
          </p:cNvPr>
          <p:cNvSpPr>
            <a:spLocks xmlns:a="http://schemas.openxmlformats.org/drawingml/2006/main" noGrp="1"/>
          </p:cNvSpPr>
          <p:nvPr/>
        </p:nvSpPr>
        <p:spPr>
          <a:xfrm xmlns:a="http://schemas.openxmlformats.org/drawingml/2006/main">
            <a:off x="6203950" y="4943227"/>
            <a:ext cx="5168900" cy="892423"/>
          </a:xfrm>
          <a:prstGeom xmlns:a="http://schemas.openxmlformats.org/drawingml/2006/main" prst="roundRect">
            <a:avLst>
              <a:gd name="adj" fmla="val 13519"/>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092" name="Google Shape;1092;p109">
            <a:extLst xmlns:a="http://schemas.openxmlformats.org/drawingml/2006/main">
              <a:ext uri="{FF2B5EF4-FFF2-40B4-BE49-F238E27FC236}">
                <a16:creationId xmlns:a16="http://schemas.microsoft.com/office/drawing/2014/main" id="{97EC3B3A-B24D-41BF-9FB0-63CF72890BA1}"/>
              </a:ext>
            </a:extLst>
          </p:cNvPr>
          <p:cNvSpPr>
            <a:spLocks xmlns:a="http://schemas.openxmlformats.org/drawingml/2006/main" noGrp="1"/>
          </p:cNvSpPr>
          <p:nvPr/>
        </p:nvSpPr>
        <p:spPr>
          <a:xfrm xmlns:a="http://schemas.openxmlformats.org/drawingml/2006/main">
            <a:off x="6413500" y="5152777"/>
            <a:ext cx="4892294" cy="49872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14"/>
              </a:lnSpc>
              <a:spcBef>
                <a:spcPts val="0"/>
              </a:spcBef>
              <a:spcAft>
                <a:spcPts val="0"/>
              </a:spcAft>
              <a:buClr>
                <a:srgbClr val="16202E"/>
              </a:buClr>
              <a:buSzPts val="1347"/>
              <a:buFont typeface="IBM Plex Sans"/>
              <a:buNone/>
            </a:pPr>
            <a:r>
              <a:rPr sz="1347" b="1" i="0" u="none" strike="noStrike" cap="none">
                <a:solidFill>
                  <a:srgbClr val="16202E"/>
                </a:solidFill>
                <a:latin typeface="IBM Plex Sans"/>
                <a:ea typeface="IBM Plex Sans"/>
                <a:cs typeface="IBM Plex Sans"/>
              </a:rPr>
              <a:t>Read with care:</a:t>
            </a:r>
            <a:r>
              <a:rPr sz="1347" b="0" i="0" u="none" strike="noStrike" cap="none">
                <a:solidFill>
                  <a:srgbClr val="16202E"/>
                </a:solidFill>
                <a:latin typeface="IBM Plex Sans"/>
                <a:ea typeface="IBM Plex Sans"/>
                <a:cs typeface="IBM Plex Sans"/>
              </a:rPr>
              <a:t> the intervals almost touch zero, and longer answers closer to the reference length also raise F1.</a:t>
            </a:r>
            <a:endParaRPr sz="1347" b="0" i="0" u="none" strike="noStrike" cap="none">
              <a:solidFill>
                <a:schemeClr val="dk1"/>
              </a:solidFill>
              <a:latin typeface="IBM Plex Sans"/>
              <a:ea typeface="IBM Plex Sans"/>
              <a:cs typeface="IBM Plex Sans"/>
            </a:endParaRPr>
          </a:p>
        </p:txBody>
      </p:sp>
      <p:sp>
        <p:nvSpPr>
          <p:cNvPr id="1093" name="Google Shape;1093;p109">
            <a:extLst xmlns:a="http://schemas.openxmlformats.org/drawingml/2006/main">
              <a:ext uri="{FF2B5EF4-FFF2-40B4-BE49-F238E27FC236}">
                <a16:creationId xmlns:a16="http://schemas.microsoft.com/office/drawing/2014/main" id="{A9143B6F-C8BF-4F6E-9D8D-22CF557DB7AD}"/>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IBM Plex Sans"/>
              <a:buNone/>
            </a:pPr>
            <a:r>
              <a:rPr sz="1200" b="0" i="0" u="none" strike="noStrike" cap="none">
                <a:solidFill>
                  <a:srgbClr val="6A7280"/>
                </a:solidFill>
                <a:latin typeface="IBM Plex Sans"/>
                <a:ea typeface="IBM Plex Sans"/>
                <a:cs typeface="IBM Plex Sans"/>
              </a:rPr>
              <a:t>Epoch‑1 adapter vs base, same prompts, greedy decoding · paired bootstrap over questions, 5,000 resamples · one training seed</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173466983"/>
      </p:ext>
    </p:extLst>
  </p:cSld>
</p:sld>
</file>

<file path=ppt/slides/slide126.xml><?xml version="1.0" encoding="utf-8"?>
<p:sld xmlns:p="http://schemas.openxmlformats.org/presentationml/2006/main">
  <p:cSld>
    <p:bg>
      <p:bgPr>
        <a:solidFill xmlns:a="http://schemas.openxmlformats.org/drawingml/2006/main">
          <a:srgbClr val="FCFCFB"/>
        </a:solidFill>
      </p:bgPr>
    </p:bg>
    <p:spTree>
      <p:nvGrpSpPr>
        <p:cNvPr id="1" name=""/>
        <p:cNvGrpSpPr/>
        <p:nvPr/>
      </p:nvGrpSpPr>
      <p:grpSpPr>
        <a:xfrm xmlns:a="http://schemas.openxmlformats.org/drawingml/2006/main"/>
      </p:grpSpPr>
      <p:sp>
        <p:nvSpPr>
          <p:cNvPr id="1099" name="Google Shape;1099;p110">
            <a:extLst xmlns:a="http://schemas.openxmlformats.org/drawingml/2006/main">
              <a:ext uri="{FF2B5EF4-FFF2-40B4-BE49-F238E27FC236}">
                <a16:creationId xmlns:a16="http://schemas.microsoft.com/office/drawing/2014/main" id="{588E7F74-9C35-4CA3-B3DD-22EB4494CBEB}"/>
              </a:ext>
            </a:extLst>
          </p:cNvPr>
          <p:cNvSpPr>
            <a:spLocks xmlns:a="http://schemas.openxmlformats.org/drawingml/2006/main" noGrp="1"/>
          </p:cNvSpPr>
          <p:nvPr>
            <p:ph type="title" idx="0"/>
          </p:nvPr>
        </p:nvSpPr>
        <p:spPr>
          <a:xfrm xmlns:a="http://schemas.openxmlformats.org/drawingml/2006/main">
            <a:off x="812800" y="609600"/>
            <a:ext cx="10883392" cy="416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2800"/>
              <a:buFont typeface="IBM Plex Sans"/>
              <a:buNone/>
            </a:pPr>
            <a:r>
              <a:rPr sz="2800" b="1" i="0">
                <a:solidFill>
                  <a:srgbClr val="16202E"/>
                </a:solidFill>
                <a:latin typeface="IBM Plex Sans"/>
                <a:ea typeface="IBM Plex Sans"/>
                <a:cs typeface="IBM Plex Sans"/>
              </a:rPr>
              <a:t>The whole run on one page</a:t>
            </a:r>
            <a:endParaRPr sz="2800"/>
          </a:p>
        </p:txBody>
      </p:sp>
      <p:pic>
        <p:nvPicPr>
          <p:cNvPr id="1100" name="Google Shape;1100;p110">
            <a:extLst xmlns:a="http://schemas.openxmlformats.org/drawingml/2006/main">
              <a:ext uri="{FF2B5EF4-FFF2-40B4-BE49-F238E27FC236}">
                <a16:creationId xmlns:a16="http://schemas.microsoft.com/office/drawing/2014/main" id="{2D554B05-EFFD-471F-A48E-FF728C701D9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381c739ad9842da">
            <a:alphaModFix/>
          </a:blip>
          <a:srcRect xmlns:a="http://schemas.openxmlformats.org/drawingml/2006/main" l="-11176" t="0" r="-11176" b="0"/>
          <a:stretch xmlns:a="http://schemas.openxmlformats.org/drawingml/2006/main"/>
        </p:blipFill>
        <p:spPr>
          <a:xfrm xmlns:a="http://schemas.openxmlformats.org/drawingml/2006/main">
            <a:off x="812800" y="1203920"/>
            <a:ext cx="10566400" cy="4826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49033885"/>
      </p:ext>
    </p:extLst>
  </p:cSld>
</p:sld>
</file>

<file path=ppt/slides/slide127.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106" name="Google Shape;1106;p111">
            <a:extLst xmlns:a="http://schemas.openxmlformats.org/drawingml/2006/main">
              <a:ext uri="{FF2B5EF4-FFF2-40B4-BE49-F238E27FC236}">
                <a16:creationId xmlns:a16="http://schemas.microsoft.com/office/drawing/2014/main" id="{4191AE45-E367-4BF9-A988-9256BF85C644}"/>
              </a:ext>
            </a:extLst>
          </p:cNvPr>
          <p:cNvSpPr>
            <a:spLocks xmlns:a="http://schemas.openxmlformats.org/drawingml/2006/main" noGrp="1"/>
          </p:cNvSpPr>
          <p:nvPr>
            <p:ph type="title" idx="0"/>
          </p:nvPr>
        </p:nvSpPr>
        <p:spPr>
          <a:xfrm xmlns:a="http://schemas.openxmlformats.org/drawingml/2006/main">
            <a:off x="812800" y="812800"/>
            <a:ext cx="10883392" cy="47243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p xmlns:a="http://schemas.openxmlformats.org/drawingml/2006/main">
            <a:pPr marL="0" lvl="0" indent="0" algn="l">
              <a:lnSpc>
                <a:spcPct val="110000"/>
              </a:lnSpc>
              <a:spcBef>
                <a:spcPts val="0"/>
              </a:spcBef>
              <a:spcAft>
                <a:spcPts val="0"/>
              </a:spcAft>
              <a:buClr>
                <a:srgbClr val="16202E"/>
              </a:buClr>
              <a:buSzPts val="3200"/>
              <a:buFont typeface="IBM Plex Sans"/>
              <a:buNone/>
            </a:pPr>
            <a:r>
              <a:rPr sz="3200" b="1" i="0">
                <a:solidFill>
                  <a:srgbClr val="16202E"/>
                </a:solidFill>
                <a:latin typeface="IBM Plex Sans"/>
                <a:ea typeface="IBM Plex Sans"/>
                <a:cs typeface="IBM Plex Sans"/>
              </a:rPr>
              <a:t>What we learned, and what to run next</a:t>
            </a:r>
            <a:endParaRPr sz="3200"/>
          </a:p>
        </p:txBody>
      </p:sp>
      <p:sp>
        <p:nvSpPr>
          <p:cNvPr id="1107" name="Google Shape;1107;p111">
            <a:extLst xmlns:a="http://schemas.openxmlformats.org/drawingml/2006/main">
              <a:ext uri="{FF2B5EF4-FFF2-40B4-BE49-F238E27FC236}">
                <a16:creationId xmlns:a16="http://schemas.microsoft.com/office/drawing/2014/main" id="{792F7734-547D-4233-A688-9E4BBF76D62E}"/>
              </a:ext>
            </a:extLst>
          </p:cNvPr>
          <p:cNvSpPr>
            <a:spLocks xmlns:a="http://schemas.openxmlformats.org/drawingml/2006/main" noGrp="1"/>
          </p:cNvSpPr>
          <p:nvPr/>
        </p:nvSpPr>
        <p:spPr>
          <a:xfrm xmlns:a="http://schemas.openxmlformats.org/drawingml/2006/main">
            <a:off x="819150" y="1570980"/>
            <a:ext cx="5168900" cy="1302941"/>
          </a:xfrm>
          <a:prstGeom xmlns:a="http://schemas.openxmlformats.org/drawingml/2006/main" prst="roundRect">
            <a:avLst>
              <a:gd name="adj" fmla="val 9260"/>
            </a:avLst>
          </a:prstGeom>
          <a:solidFill xmlns:a="http://schemas.openxmlformats.org/drawingml/2006/main">
            <a:srgbClr val="FDFCF9"/>
          </a:solidFill>
          <a:ln xmlns:a="http://schemas.openxmlformats.org/drawingml/2006/main" w="12700" cap="flat" cmpd="sng">
            <a:solidFill>
              <a:srgbClr val="D9622B"/>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08" name="Google Shape;1108;p111">
            <a:extLst xmlns:a="http://schemas.openxmlformats.org/drawingml/2006/main">
              <a:ext uri="{FF2B5EF4-FFF2-40B4-BE49-F238E27FC236}">
                <a16:creationId xmlns:a16="http://schemas.microsoft.com/office/drawing/2014/main" id="{AE8E6769-16BA-41D0-A484-92527131429A}"/>
              </a:ext>
            </a:extLst>
          </p:cNvPr>
          <p:cNvSpPr>
            <a:spLocks xmlns:a="http://schemas.openxmlformats.org/drawingml/2006/main" noGrp="1"/>
          </p:cNvSpPr>
          <p:nvPr/>
        </p:nvSpPr>
        <p:spPr>
          <a:xfrm xmlns:a="http://schemas.openxmlformats.org/drawingml/2006/main">
            <a:off x="1054100" y="1805930"/>
            <a:ext cx="4839970" cy="284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700"/>
              <a:buFont typeface="IBM Plex Sans"/>
              <a:buNone/>
            </a:pPr>
            <a:r>
              <a:rPr sz="1700" b="1" i="0" u="none" strike="noStrike" cap="none">
                <a:solidFill>
                  <a:srgbClr val="16202E"/>
                </a:solidFill>
                <a:latin typeface="IBM Plex Sans"/>
                <a:ea typeface="IBM Plex Sans"/>
                <a:cs typeface="IBM Plex Sans"/>
              </a:rPr>
              <a:t>One epoch is enough here</a:t>
            </a:r>
            <a:endParaRPr sz="1700" b="0" i="0" u="none" strike="noStrike" cap="none">
              <a:solidFill>
                <a:schemeClr val="dk1"/>
              </a:solidFill>
              <a:latin typeface="IBM Plex Sans"/>
              <a:ea typeface="IBM Plex Sans"/>
              <a:cs typeface="IBM Plex Sans"/>
            </a:endParaRPr>
          </a:p>
        </p:txBody>
      </p:sp>
      <p:sp>
        <p:nvSpPr>
          <p:cNvPr id="1109" name="Google Shape;1109;p111">
            <a:extLst xmlns:a="http://schemas.openxmlformats.org/drawingml/2006/main">
              <a:ext uri="{FF2B5EF4-FFF2-40B4-BE49-F238E27FC236}">
                <a16:creationId xmlns:a16="http://schemas.microsoft.com/office/drawing/2014/main" id="{98966AB8-C7DB-41C7-8BC5-34454ACE4B3F}"/>
              </a:ext>
            </a:extLst>
          </p:cNvPr>
          <p:cNvSpPr>
            <a:spLocks xmlns:a="http://schemas.openxmlformats.org/drawingml/2006/main" noGrp="1"/>
          </p:cNvSpPr>
          <p:nvPr/>
        </p:nvSpPr>
        <p:spPr>
          <a:xfrm xmlns:a="http://schemas.openxmlformats.org/drawingml/2006/main">
            <a:off x="1054100" y="2141190"/>
            <a:ext cx="4839970"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With 156 examples, 20 steps reach the best validation loss. Next run: --epochs 1, or --patience 2.</a:t>
            </a:r>
            <a:endParaRPr sz="1400" b="0" i="0" u="none" strike="noStrike" cap="none">
              <a:solidFill>
                <a:schemeClr val="dk1"/>
              </a:solidFill>
              <a:latin typeface="IBM Plex Sans"/>
              <a:ea typeface="IBM Plex Sans"/>
              <a:cs typeface="IBM Plex Sans"/>
            </a:endParaRPr>
          </a:p>
        </p:txBody>
      </p:sp>
      <p:sp>
        <p:nvSpPr>
          <p:cNvPr id="1110" name="Google Shape;1110;p111">
            <a:extLst xmlns:a="http://schemas.openxmlformats.org/drawingml/2006/main">
              <a:ext uri="{FF2B5EF4-FFF2-40B4-BE49-F238E27FC236}">
                <a16:creationId xmlns:a16="http://schemas.microsoft.com/office/drawing/2014/main" id="{4C99FD7D-B94B-44FA-8271-DA12ACD36994}"/>
              </a:ext>
            </a:extLst>
          </p:cNvPr>
          <p:cNvSpPr>
            <a:spLocks xmlns:a="http://schemas.openxmlformats.org/drawingml/2006/main" noGrp="1"/>
          </p:cNvSpPr>
          <p:nvPr/>
        </p:nvSpPr>
        <p:spPr>
          <a:xfrm xmlns:a="http://schemas.openxmlformats.org/drawingml/2006/main">
            <a:off x="6203950" y="1570980"/>
            <a:ext cx="5168900" cy="1302941"/>
          </a:xfrm>
          <a:prstGeom xmlns:a="http://schemas.openxmlformats.org/drawingml/2006/main" prst="roundRect">
            <a:avLst>
              <a:gd name="adj" fmla="val 9260"/>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11" name="Google Shape;1111;p111">
            <a:extLst xmlns:a="http://schemas.openxmlformats.org/drawingml/2006/main">
              <a:ext uri="{FF2B5EF4-FFF2-40B4-BE49-F238E27FC236}">
                <a16:creationId xmlns:a16="http://schemas.microsoft.com/office/drawing/2014/main" id="{B74449F2-9CD2-4580-A7B1-8FF6B23249AA}"/>
              </a:ext>
            </a:extLst>
          </p:cNvPr>
          <p:cNvSpPr>
            <a:spLocks xmlns:a="http://schemas.openxmlformats.org/drawingml/2006/main" noGrp="1"/>
          </p:cNvSpPr>
          <p:nvPr/>
        </p:nvSpPr>
        <p:spPr>
          <a:xfrm xmlns:a="http://schemas.openxmlformats.org/drawingml/2006/main">
            <a:off x="6438900" y="1805930"/>
            <a:ext cx="4839970" cy="284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700"/>
              <a:buFont typeface="IBM Plex Sans"/>
              <a:buNone/>
            </a:pPr>
            <a:r>
              <a:rPr sz="1700" b="1" i="0" u="none" strike="noStrike" cap="none">
                <a:solidFill>
                  <a:srgbClr val="16202E"/>
                </a:solidFill>
                <a:latin typeface="IBM Plex Sans"/>
                <a:ea typeface="IBM Plex Sans"/>
                <a:cs typeface="IBM Plex Sans"/>
              </a:rPr>
              <a:t>The gain is real but modest</a:t>
            </a:r>
            <a:endParaRPr sz="1700" b="0" i="0" u="none" strike="noStrike" cap="none">
              <a:solidFill>
                <a:schemeClr val="dk1"/>
              </a:solidFill>
              <a:latin typeface="IBM Plex Sans"/>
              <a:ea typeface="IBM Plex Sans"/>
              <a:cs typeface="IBM Plex Sans"/>
            </a:endParaRPr>
          </a:p>
        </p:txBody>
      </p:sp>
      <p:sp>
        <p:nvSpPr>
          <p:cNvPr id="1112" name="Google Shape;1112;p111">
            <a:extLst xmlns:a="http://schemas.openxmlformats.org/drawingml/2006/main">
              <a:ext uri="{FF2B5EF4-FFF2-40B4-BE49-F238E27FC236}">
                <a16:creationId xmlns:a16="http://schemas.microsoft.com/office/drawing/2014/main" id="{85FEA8C1-62EE-40C7-9D18-78ABC79546AA}"/>
              </a:ext>
            </a:extLst>
          </p:cNvPr>
          <p:cNvSpPr>
            <a:spLocks xmlns:a="http://schemas.openxmlformats.org/drawingml/2006/main" noGrp="1"/>
          </p:cNvSpPr>
          <p:nvPr/>
        </p:nvSpPr>
        <p:spPr>
          <a:xfrm xmlns:a="http://schemas.openxmlformats.org/drawingml/2006/main">
            <a:off x="6438900" y="2141190"/>
            <a:ext cx="4839970"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+0.06 answer F1 and +0.12 gold citations on an unseen document, from one seed and 41 questions.</a:t>
            </a:r>
            <a:endParaRPr sz="1400" b="0" i="0" u="none" strike="noStrike" cap="none">
              <a:solidFill>
                <a:schemeClr val="dk1"/>
              </a:solidFill>
              <a:latin typeface="IBM Plex Sans"/>
              <a:ea typeface="IBM Plex Sans"/>
              <a:cs typeface="IBM Plex Sans"/>
            </a:endParaRPr>
          </a:p>
        </p:txBody>
      </p:sp>
      <p:sp>
        <p:nvSpPr>
          <p:cNvPr id="1113" name="Google Shape;1113;p111">
            <a:extLst xmlns:a="http://schemas.openxmlformats.org/drawingml/2006/main">
              <a:ext uri="{FF2B5EF4-FFF2-40B4-BE49-F238E27FC236}">
                <a16:creationId xmlns:a16="http://schemas.microsoft.com/office/drawing/2014/main" id="{72C80778-FB6E-4D27-8198-EF10AA551282}"/>
              </a:ext>
            </a:extLst>
          </p:cNvPr>
          <p:cNvSpPr>
            <a:spLocks xmlns:a="http://schemas.openxmlformats.org/drawingml/2006/main" noGrp="1"/>
          </p:cNvSpPr>
          <p:nvPr/>
        </p:nvSpPr>
        <p:spPr>
          <a:xfrm xmlns:a="http://schemas.openxmlformats.org/drawingml/2006/main">
            <a:off x="819150" y="3089821"/>
            <a:ext cx="5168900" cy="1302941"/>
          </a:xfrm>
          <a:prstGeom xmlns:a="http://schemas.openxmlformats.org/drawingml/2006/main" prst="roundRect">
            <a:avLst>
              <a:gd name="adj" fmla="val 9260"/>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14" name="Google Shape;1114;p111">
            <a:extLst xmlns:a="http://schemas.openxmlformats.org/drawingml/2006/main">
              <a:ext uri="{FF2B5EF4-FFF2-40B4-BE49-F238E27FC236}">
                <a16:creationId xmlns:a16="http://schemas.microsoft.com/office/drawing/2014/main" id="{208F3B4A-7281-462A-94F5-CEAEDF6458C8}"/>
              </a:ext>
            </a:extLst>
          </p:cNvPr>
          <p:cNvSpPr>
            <a:spLocks xmlns:a="http://schemas.openxmlformats.org/drawingml/2006/main" noGrp="1"/>
          </p:cNvSpPr>
          <p:nvPr/>
        </p:nvSpPr>
        <p:spPr>
          <a:xfrm xmlns:a="http://schemas.openxmlformats.org/drawingml/2006/main">
            <a:off x="1054100" y="3324771"/>
            <a:ext cx="4839970" cy="284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700"/>
              <a:buFont typeface="IBM Plex Sans"/>
              <a:buNone/>
            </a:pPr>
            <a:r>
              <a:rPr sz="1700" b="1" i="0" u="none" strike="noStrike" cap="none">
                <a:solidFill>
                  <a:srgbClr val="16202E"/>
                </a:solidFill>
                <a:latin typeface="IBM Plex Sans"/>
                <a:ea typeface="IBM Plex Sans"/>
                <a:cs typeface="IBM Plex Sans"/>
              </a:rPr>
              <a:t>Repeat across seeds</a:t>
            </a:r>
            <a:endParaRPr sz="1700" b="0" i="0" u="none" strike="noStrike" cap="none">
              <a:solidFill>
                <a:schemeClr val="dk1"/>
              </a:solidFill>
              <a:latin typeface="IBM Plex Sans"/>
              <a:ea typeface="IBM Plex Sans"/>
              <a:cs typeface="IBM Plex Sans"/>
            </a:endParaRPr>
          </a:p>
        </p:txBody>
      </p:sp>
      <p:sp>
        <p:nvSpPr>
          <p:cNvPr id="1115" name="Google Shape;1115;p111">
            <a:extLst xmlns:a="http://schemas.openxmlformats.org/drawingml/2006/main">
              <a:ext uri="{FF2B5EF4-FFF2-40B4-BE49-F238E27FC236}">
                <a16:creationId xmlns:a16="http://schemas.microsoft.com/office/drawing/2014/main" id="{B54B7628-1BFA-4F7A-98A3-115D0ADE2B9D}"/>
              </a:ext>
            </a:extLst>
          </p:cNvPr>
          <p:cNvSpPr>
            <a:spLocks xmlns:a="http://schemas.openxmlformats.org/drawingml/2006/main" noGrp="1"/>
          </p:cNvSpPr>
          <p:nvPr/>
        </p:nvSpPr>
        <p:spPr>
          <a:xfrm xmlns:a="http://schemas.openxmlformats.org/drawingml/2006/main">
            <a:off x="1054100" y="3660031"/>
            <a:ext cx="4839970"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Three to five seeds at about 30 minutes each on an A100 tell us whether +0.06 holds.</a:t>
            </a:r>
            <a:endParaRPr sz="1400" b="0" i="0" u="none" strike="noStrike" cap="none">
              <a:solidFill>
                <a:schemeClr val="dk1"/>
              </a:solidFill>
              <a:latin typeface="IBM Plex Sans"/>
              <a:ea typeface="IBM Plex Sans"/>
              <a:cs typeface="IBM Plex Sans"/>
            </a:endParaRPr>
          </a:p>
        </p:txBody>
      </p:sp>
      <p:sp>
        <p:nvSpPr>
          <p:cNvPr id="1116" name="Google Shape;1116;p111">
            <a:extLst xmlns:a="http://schemas.openxmlformats.org/drawingml/2006/main">
              <a:ext uri="{FF2B5EF4-FFF2-40B4-BE49-F238E27FC236}">
                <a16:creationId xmlns:a16="http://schemas.microsoft.com/office/drawing/2014/main" id="{9B6ACF67-B820-4041-B26B-AF67021F32E7}"/>
              </a:ext>
            </a:extLst>
          </p:cNvPr>
          <p:cNvSpPr>
            <a:spLocks xmlns:a="http://schemas.openxmlformats.org/drawingml/2006/main" noGrp="1"/>
          </p:cNvSpPr>
          <p:nvPr/>
        </p:nvSpPr>
        <p:spPr>
          <a:xfrm xmlns:a="http://schemas.openxmlformats.org/drawingml/2006/main">
            <a:off x="6203950" y="3089821"/>
            <a:ext cx="5168900" cy="1302941"/>
          </a:xfrm>
          <a:prstGeom xmlns:a="http://schemas.openxmlformats.org/drawingml/2006/main" prst="roundRect">
            <a:avLst>
              <a:gd name="adj" fmla="val 9260"/>
            </a:avLst>
          </a:prstGeom>
          <a:solidFill xmlns:a="http://schemas.openxmlformats.org/drawingml/2006/main">
            <a:srgbClr val="FDFCF9"/>
          </a:solidFill>
          <a:ln xmlns:a="http://schemas.openxmlformats.org/drawingml/2006/main" w="12700" cap="flat" cmpd="sng">
            <a:solidFill>
              <a:srgbClr val="E2DED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
        <p:nvSpPr>
          <p:cNvPr id="1117" name="Google Shape;1117;p111">
            <a:extLst xmlns:a="http://schemas.openxmlformats.org/drawingml/2006/main">
              <a:ext uri="{FF2B5EF4-FFF2-40B4-BE49-F238E27FC236}">
                <a16:creationId xmlns:a16="http://schemas.microsoft.com/office/drawing/2014/main" id="{2623E362-EB2F-447C-865C-5B4D5C8F3E31}"/>
              </a:ext>
            </a:extLst>
          </p:cNvPr>
          <p:cNvSpPr>
            <a:spLocks xmlns:a="http://schemas.openxmlformats.org/drawingml/2006/main" noGrp="1"/>
          </p:cNvSpPr>
          <p:nvPr/>
        </p:nvSpPr>
        <p:spPr>
          <a:xfrm xmlns:a="http://schemas.openxmlformats.org/drawingml/2006/main">
            <a:off x="6438900" y="3324771"/>
            <a:ext cx="4839970" cy="2844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16202E"/>
              </a:buClr>
              <a:buSzPts val="1700"/>
              <a:buFont typeface="IBM Plex Sans"/>
              <a:buNone/>
            </a:pPr>
            <a:r>
              <a:rPr sz="1700" b="1" i="0" u="none" strike="noStrike" cap="none">
                <a:solidFill>
                  <a:srgbClr val="16202E"/>
                </a:solidFill>
                <a:latin typeface="IBM Plex Sans"/>
                <a:ea typeface="IBM Plex Sans"/>
                <a:cs typeface="IBM Plex Sans"/>
              </a:rPr>
              <a:t>Grade beyond token F1</a:t>
            </a:r>
            <a:endParaRPr sz="1700" b="0" i="0" u="none" strike="noStrike" cap="none">
              <a:solidFill>
                <a:schemeClr val="dk1"/>
              </a:solidFill>
              <a:latin typeface="IBM Plex Sans"/>
              <a:ea typeface="IBM Plex Sans"/>
              <a:cs typeface="IBM Plex Sans"/>
            </a:endParaRPr>
          </a:p>
        </p:txBody>
      </p:sp>
      <p:sp>
        <p:nvSpPr>
          <p:cNvPr id="1118" name="Google Shape;1118;p111">
            <a:extLst xmlns:a="http://schemas.openxmlformats.org/drawingml/2006/main">
              <a:ext uri="{FF2B5EF4-FFF2-40B4-BE49-F238E27FC236}">
                <a16:creationId xmlns:a16="http://schemas.microsoft.com/office/drawing/2014/main" id="{5D2E4C36-D597-4D76-9086-1354020259EF}"/>
              </a:ext>
            </a:extLst>
          </p:cNvPr>
          <p:cNvSpPr>
            <a:spLocks xmlns:a="http://schemas.openxmlformats.org/drawingml/2006/main" noGrp="1"/>
          </p:cNvSpPr>
          <p:nvPr/>
        </p:nvSpPr>
        <p:spPr>
          <a:xfrm xmlns:a="http://schemas.openxmlformats.org/drawingml/2006/main">
            <a:off x="6438900" y="3660031"/>
            <a:ext cx="4839970" cy="5231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4A5568"/>
              </a:buClr>
              <a:buSzPts val="1400"/>
              <a:buFont typeface="IBM Plex Sans"/>
              <a:buNone/>
            </a:pPr>
            <a:r>
              <a:rPr sz="1400" b="0" i="0" u="none" strike="noStrike" cap="none">
                <a:solidFill>
                  <a:srgbClr val="4A5568"/>
                </a:solidFill>
                <a:latin typeface="IBM Plex Sans"/>
                <a:ea typeface="IBM Plex Sans"/>
                <a:cs typeface="IBM Plex Sans"/>
              </a:rPr>
              <a:t>Add an LLM‑judge or human check for correctness, and LLM‑written rationales instead of extractive ones.</a:t>
            </a:r>
            <a:endParaRPr sz="1400" b="0" i="0" u="none" strike="noStrike" cap="none">
              <a:solidFill>
                <a:schemeClr val="dk1"/>
              </a:solidFill>
              <a:latin typeface="IBM Plex Sans"/>
              <a:ea typeface="IBM Plex Sans"/>
              <a:cs typeface="IBM Plex Sans"/>
            </a:endParaRPr>
          </a:p>
        </p:txBody>
      </p:sp>
      <p:sp>
        <p:nvSpPr>
          <p:cNvPr id="1119" name="Google Shape;1119;p111">
            <a:extLst xmlns:a="http://schemas.openxmlformats.org/drawingml/2006/main">
              <a:ext uri="{FF2B5EF4-FFF2-40B4-BE49-F238E27FC236}">
                <a16:creationId xmlns:a16="http://schemas.microsoft.com/office/drawing/2014/main" id="{341ACB05-A4CB-49EC-9E4C-3A1163BD690D}"/>
              </a:ext>
            </a:extLst>
          </p:cNvPr>
          <p:cNvSpPr>
            <a:spLocks xmlns:a="http://schemas.openxmlformats.org/drawingml/2006/main" noGrp="1"/>
          </p:cNvSpPr>
          <p:nvPr/>
        </p:nvSpPr>
        <p:spPr>
          <a:xfrm xmlns:a="http://schemas.openxmlformats.org/drawingml/2006/main">
            <a:off x="812800" y="6238280"/>
            <a:ext cx="10883392" cy="23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40000"/>
              </a:lnSpc>
              <a:spcBef>
                <a:spcPts val="0"/>
              </a:spcBef>
              <a:spcAft>
                <a:spcPts val="0"/>
              </a:spcAft>
              <a:buClr>
                <a:srgbClr val="6A7280"/>
              </a:buClr>
              <a:buSzPts val="1200"/>
              <a:buFont typeface="JetBrains Mono"/>
              <a:buNone/>
            </a:pPr>
            <a:r>
              <a:rPr sz="1200" b="0" i="0" u="none" strike="noStrike" cap="none">
                <a:solidFill>
                  <a:srgbClr val="6A7280"/>
                </a:solidFill>
                <a:latin typeface="JetBrains Mono"/>
                <a:ea typeface="JetBrains Mono"/>
                <a:cs typeface="JetBrains Mono"/>
              </a:rPr>
              <a:t>finetuning_LLM_LORA/ · results/ · PR dougc333/geha#101</a:t>
            </a:r>
            <a:endParaRPr sz="1200" b="0" i="0" u="none" strike="noStrike" cap="none">
              <a:solidFill>
                <a:schemeClr val="dk1"/>
              </a:solidFill>
              <a:latin typeface="IBM Plex Sans"/>
              <a:ea typeface="IBM Plex Sans"/>
              <a:cs typeface="IBM Plex Sans"/>
            </a:endParaRPr>
          </a:p>
        </p:txBody>
      </p:sp>
    </p:spTree>
    <p:extLst>
      <p:ext uri="{BB962C8B-B14F-4D97-AF65-F5344CB8AC3E}">
        <p14:creationId xmlns:p14="http://schemas.microsoft.com/office/powerpoint/2010/main" val="2035389201"/>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1125" name="Google Shape;1125;p112">
            <a:extLst xmlns:a="http://schemas.openxmlformats.org/drawingml/2006/main">
              <a:ext uri="{FF2B5EF4-FFF2-40B4-BE49-F238E27FC236}">
                <a16:creationId xmlns:a16="http://schemas.microsoft.com/office/drawing/2014/main" id="{52B0779D-904F-497C-AD45-673CDD8224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p xmlns:a="http://schemas.openxmlformats.org/drawingml/2006/main">
            <a:pPr marL="0" marR="0" lvl="0" indent="0" algn="l">
              <a:lnSpc>
                <a:spcPct val="110000"/>
              </a:lnSpc>
              <a:spcBef>
                <a:spcPts val="0"/>
              </a:spcBef>
              <a:spcAft>
                <a:spcPts val="0"/>
              </a:spcAft>
              <a:buClr>
                <a:schemeClr val="dk1"/>
              </a:buClr>
              <a:buSzPts val="4400"/>
              <a:buFont typeface="Arial"/>
              <a:buNone/>
            </a:pPr>
            <a:r>
              <a:rPr sz="4400" b="0" i="0" u="none" strike="noStrike" cap="none">
                <a:solidFill>
                  <a:schemeClr val="dk1"/>
                </a:solidFill>
                <a:latin typeface="Arial"/>
                <a:ea typeface="Arial"/>
                <a:cs typeface="Arial"/>
              </a:rPr>
              <a:t>Backup slides</a:t>
            </a:r>
            <a:endParaRPr/>
          </a:p>
        </p:txBody>
      </p:sp>
    </p:spTree>
    <p:extLst>
      <p:ext uri="{BB962C8B-B14F-4D97-AF65-F5344CB8AC3E}">
        <p14:creationId xmlns:p14="http://schemas.microsoft.com/office/powerpoint/2010/main" val="1763890643"/>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pic>
        <p:nvPicPr>
          <p:cNvPr id="1131" name="Google Shape;1131;p113">
            <a:extLst xmlns:a="http://schemas.openxmlformats.org/drawingml/2006/main">
              <a:ext uri="{FF2B5EF4-FFF2-40B4-BE49-F238E27FC236}">
                <a16:creationId xmlns:a16="http://schemas.microsoft.com/office/drawing/2014/main" id="{02BE4E73-6937-4CBD-B6A8-7B17106ECF4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d5f3c92517140fd">
            <a:alphaModFix/>
          </a:blip>
          <a:srcRect xmlns:a="http://schemas.openxmlformats.org/drawingml/2006/main" l="0" t="0" r="0" b="0"/>
          <a:stretch xmlns:a="http://schemas.openxmlformats.org/drawingml/2006/main"/>
        </p:blipFill>
        <p:spPr>
          <a:xfrm xmlns:a="http://schemas.openxmlformats.org/drawingml/2006/main">
            <a:off x="63325" y="1480875"/>
            <a:ext cx="5926899" cy="4089049"/>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8080558"/>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pic>
        <p:nvPicPr>
          <p:cNvPr id="1137" name="Google Shape;1137;p114">
            <a:extLst xmlns:a="http://schemas.openxmlformats.org/drawingml/2006/main">
              <a:ext uri="{FF2B5EF4-FFF2-40B4-BE49-F238E27FC236}">
                <a16:creationId xmlns:a16="http://schemas.microsoft.com/office/drawing/2014/main" id="{9A75B3BA-BB45-421A-BF12-20F13F24E1B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3309f7e4544af9">
            <a:alphaModFix/>
          </a:blip>
          <a:srcRect xmlns:a="http://schemas.openxmlformats.org/drawingml/2006/main" l="0" t="0" r="0" b="0"/>
          <a:stretch xmlns:a="http://schemas.openxmlformats.org/drawingml/2006/main"/>
        </p:blipFill>
        <p:spPr>
          <a:xfrm xmlns:a="http://schemas.openxmlformats.org/drawingml/2006/main">
            <a:off x="1340225" y="0"/>
            <a:ext cx="5431279" cy="6553198"/>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4194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2026-10-22T08:48:41.0750000Z</dcterms:created>
  <dcterms:modified xsi:type="dcterms:W3CDTF">2026-10-22T08:48:41.0750000Z</dcterms:modified>
</coreProperties>
</file>