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436c6378964b3e" /><Relationship Type="http://schemas.openxmlformats.org/officeDocument/2006/relationships/extended-properties" Target="/docProps/app.xml" Id="R949aa64ebf664022" /><Relationship Type="http://schemas.openxmlformats.org/officeDocument/2006/relationships/officeDocument" Target="/ppt/presentation.xml" Id="Rf418897bf9fb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97ea367f34a50"/>
  </p:sldMasterIdLst>
  <p:notesMasterIdLst>
    <p:notesMasterId xmlns:r="http://schemas.openxmlformats.org/officeDocument/2006/relationships" r:id="R3a563f726c0a4c89"/>
  </p:notesMasterIdLst>
  <p:sldIdLst>
    <p:sldId xmlns:r="http://schemas.openxmlformats.org/officeDocument/2006/relationships" id="256" r:id="R5a47f67a7bc34203"/>
    <p:sldId xmlns:r="http://schemas.openxmlformats.org/officeDocument/2006/relationships" id="257" r:id="R861d1e2526b148e6"/>
    <p:sldId xmlns:r="http://schemas.openxmlformats.org/officeDocument/2006/relationships" id="258" r:id="R5f5891ed109e4fad"/>
    <p:sldId xmlns:r="http://schemas.openxmlformats.org/officeDocument/2006/relationships" id="259" r:id="Rb5ad8644bd5c49a6"/>
    <p:sldId xmlns:r="http://schemas.openxmlformats.org/officeDocument/2006/relationships" id="260" r:id="R620f278d70ee475a"/>
    <p:sldId xmlns:r="http://schemas.openxmlformats.org/officeDocument/2006/relationships" id="261" r:id="R724062c2bd4c4773"/>
    <p:sldId xmlns:r="http://schemas.openxmlformats.org/officeDocument/2006/relationships" id="262" r:id="R70007e3e099b4539"/>
    <p:sldId xmlns:r="http://schemas.openxmlformats.org/officeDocument/2006/relationships" id="263" r:id="Rda920d2a8fbd445b"/>
    <p:sldId xmlns:r="http://schemas.openxmlformats.org/officeDocument/2006/relationships" id="264" r:id="Re5d126b633ed4a5f"/>
    <p:sldId xmlns:r="http://schemas.openxmlformats.org/officeDocument/2006/relationships" id="265" r:id="R4bd34054f9e14248"/>
    <p:sldId xmlns:r="http://schemas.openxmlformats.org/officeDocument/2006/relationships" id="266" r:id="R07328fba3d8944ac"/>
    <p:sldId xmlns:r="http://schemas.openxmlformats.org/officeDocument/2006/relationships" id="267" r:id="Red0b7eb9b260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911d5596e344b7" /><Relationship Type="http://schemas.openxmlformats.org/officeDocument/2006/relationships/slideMaster" Target="/ppt/slideMasters/slideMaster1.xml" Id="Reb197ea367f34a50" /><Relationship Type="http://schemas.openxmlformats.org/officeDocument/2006/relationships/notesMaster" Target="/ppt/notesMasters/notesMaster1.xml" Id="R3a563f726c0a4c89" /><Relationship Type="http://schemas.openxmlformats.org/officeDocument/2006/relationships/presProps" Target="/ppt/presProps.xml" Id="Rdf380fb351104258" /><Relationship Type="http://schemas.openxmlformats.org/officeDocument/2006/relationships/tableStyles" Target="/ppt/tableStyles.xml" Id="R4a41ba1579a746a5" /><Relationship Type="http://schemas.openxmlformats.org/officeDocument/2006/relationships/slide" Target="/ppt/slides/slide1.xml" Id="R5a47f67a7bc34203" /><Relationship Type="http://schemas.openxmlformats.org/officeDocument/2006/relationships/slide" Target="/ppt/slides/slide2.xml" Id="R861d1e2526b148e6" /><Relationship Type="http://schemas.openxmlformats.org/officeDocument/2006/relationships/slide" Target="/ppt/slides/slide3.xml" Id="R5f5891ed109e4fad" /><Relationship Type="http://schemas.openxmlformats.org/officeDocument/2006/relationships/slide" Target="/ppt/slides/slide4.xml" Id="Rb5ad8644bd5c49a6" /><Relationship Type="http://schemas.openxmlformats.org/officeDocument/2006/relationships/slide" Target="/ppt/slides/slide5.xml" Id="R620f278d70ee475a" /><Relationship Type="http://schemas.openxmlformats.org/officeDocument/2006/relationships/slide" Target="/ppt/slides/slide6.xml" Id="R724062c2bd4c4773" /><Relationship Type="http://schemas.openxmlformats.org/officeDocument/2006/relationships/slide" Target="/ppt/slides/slide7.xml" Id="R70007e3e099b4539" /><Relationship Type="http://schemas.openxmlformats.org/officeDocument/2006/relationships/slide" Target="/ppt/slides/slide8.xml" Id="Rda920d2a8fbd445b" /><Relationship Type="http://schemas.openxmlformats.org/officeDocument/2006/relationships/slide" Target="/ppt/slides/slide9.xml" Id="Re5d126b633ed4a5f" /><Relationship Type="http://schemas.openxmlformats.org/officeDocument/2006/relationships/slide" Target="/ppt/slides/slide10.xml" Id="R4bd34054f9e14248" /><Relationship Type="http://schemas.openxmlformats.org/officeDocument/2006/relationships/slide" Target="/ppt/slides/slide11.xml" Id="R07328fba3d8944ac" /><Relationship Type="http://schemas.openxmlformats.org/officeDocument/2006/relationships/slide" Target="/ppt/slides/slide12.xml" Id="Red0b7eb9b260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248227f734a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e0d05e5b3422d" /><Relationship Type="http://schemas.openxmlformats.org/officeDocument/2006/relationships/notesMaster" Target="/ppt/notesMasters/notesMaster1.xml" Id="Rb2bd36c0a62743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0659638ec433e" /><Relationship Type="http://schemas.openxmlformats.org/officeDocument/2006/relationships/notesMaster" Target="/ppt/notesMasters/notesMaster1.xml" Id="R6f90bf84a73f40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d7ad15f1be4143" /><Relationship Type="http://schemas.openxmlformats.org/officeDocument/2006/relationships/notesMaster" Target="/ppt/notesMasters/notesMaster1.xml" Id="Rbabb12ad24b342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a032a2481c454c" /><Relationship Type="http://schemas.openxmlformats.org/officeDocument/2006/relationships/notesMaster" Target="/ppt/notesMasters/notesMaster1.xml" Id="Rfedd0701571646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fba38bcce84a41" /><Relationship Type="http://schemas.openxmlformats.org/officeDocument/2006/relationships/notesMaster" Target="/ppt/notesMasters/notesMaster1.xml" Id="R742e047b3920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26c59013d4712" /><Relationship Type="http://schemas.openxmlformats.org/officeDocument/2006/relationships/notesMaster" Target="/ppt/notesMasters/notesMaster1.xml" Id="R61648dd152bf48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3148576d749d1" /><Relationship Type="http://schemas.openxmlformats.org/officeDocument/2006/relationships/notesMaster" Target="/ppt/notesMasters/notesMaster1.xml" Id="R5d8f27c847a449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9eff63a074bbd" /><Relationship Type="http://schemas.openxmlformats.org/officeDocument/2006/relationships/notesMaster" Target="/ppt/notesMasters/notesMaster1.xml" Id="Rc81c5399439c4c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a1ec3c597a4af0" /><Relationship Type="http://schemas.openxmlformats.org/officeDocument/2006/relationships/notesMaster" Target="/ppt/notesMasters/notesMaster1.xml" Id="Rf2892f6372ba4d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cc228636ca4ddb" /><Relationship Type="http://schemas.openxmlformats.org/officeDocument/2006/relationships/notesMaster" Target="/ppt/notesMasters/notesMaster1.xml" Id="R7b1c095a4d034d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f398bd28d64bbf" /><Relationship Type="http://schemas.openxmlformats.org/officeDocument/2006/relationships/notesMaster" Target="/ppt/notesMasters/notesMaster1.xml" Id="R3d4de5ea377447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375c2f15045a9" /><Relationship Type="http://schemas.openxmlformats.org/officeDocument/2006/relationships/notesMaster" Target="/ppt/notesMasters/notesMaster1.xml" Id="R6df30f5de0204c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style adapted from /Users/dc/cs329z/lecture07.pdf. Replace the sample title and subtitle while preserving the spacing and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8b0cc33bf4e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2aba07f304b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0023e3d1a4f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a5b5177e84b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0fcfbdc5e40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2207866fb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C514C-C3ED-41FD-A326-04E96E817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1690A1-D3BD-4048-82F4-21A0EE75A2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E68836-83AB-4C11-863E-8BCA49E09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85CE1F-3D08-4CBD-8525-8CC035FA7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0360A7-9C40-4082-B414-297FF1C64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99EFE2-E092-439B-9CC7-3E7FD823B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1157AC-BBA2-4230-BF7A-751B10DBE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53FCD4-F16E-472C-896D-9117A75C64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BA456-DD71-415C-912F-2B50CFE7F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5743AB-6D86-4D06-8C41-B4A85948D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d28a52f0ee499f" /><Relationship Type="http://schemas.openxmlformats.org/officeDocument/2006/relationships/slideLayout" Target="/ppt/slideLayouts/slideLayout1.xml" Id="Rfac731a4e04c4ad5" /><Relationship Type="http://schemas.openxmlformats.org/officeDocument/2006/relationships/slideLayout" Target="/ppt/slideLayouts/slideLayout2.xml" Id="R1804d52aa236468a" /><Relationship Type="http://schemas.openxmlformats.org/officeDocument/2006/relationships/slideLayout" Target="/ppt/slideLayouts/slideLayout3.xml" Id="R0237010df50342a6" /><Relationship Type="http://schemas.openxmlformats.org/officeDocument/2006/relationships/slideLayout" Target="/ppt/slideLayouts/slideLayout4.xml" Id="R1fce59387fe54219" /><Relationship Type="http://schemas.openxmlformats.org/officeDocument/2006/relationships/slideLayout" Target="/ppt/slideLayouts/slideLayout5.xml" Id="Ra244dae8dd794cb2" /><Relationship Type="http://schemas.openxmlformats.org/officeDocument/2006/relationships/slideLayout" Target="/ppt/slideLayouts/slideLayout6.xml" Id="R8c43119f5348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731a4e04c4ad5"/>
    <p:sldLayoutId xmlns:r="http://schemas.openxmlformats.org/officeDocument/2006/relationships" id="2147483650" r:id="R1804d52aa236468a"/>
    <p:sldLayoutId xmlns:r="http://schemas.openxmlformats.org/officeDocument/2006/relationships" id="2147483651" r:id="R0237010df50342a6"/>
    <p:sldLayoutId xmlns:r="http://schemas.openxmlformats.org/officeDocument/2006/relationships" id="2147483652" r:id="R1fce59387fe54219"/>
    <p:sldLayoutId xmlns:r="http://schemas.openxmlformats.org/officeDocument/2006/relationships" id="2147483653" r:id="Ra244dae8dd794cb2"/>
    <p:sldLayoutId xmlns:r="http://schemas.openxmlformats.org/officeDocument/2006/relationships" id="2147483654" r:id="R8c43119f5348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88332a561467d" /><Relationship Type="http://schemas.openxmlformats.org/officeDocument/2006/relationships/notesSlide" Target="/ppt/notesSlides/notesSlide1.xml" Id="Re845b1b3634e4e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1d4c4fe454fb6" /><Relationship Type="http://schemas.openxmlformats.org/officeDocument/2006/relationships/notesSlide" Target="/ppt/notesSlides/notesSlide2.xml" Id="Rba4093e1dcd9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cfba672ef457d" /><Relationship Type="http://schemas.openxmlformats.org/officeDocument/2006/relationships/notesSlide" Target="/ppt/notesSlides/notesSlide3.xml" Id="Rb7be5e4446db4b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fc2ed4f964273" /><Relationship Type="http://schemas.openxmlformats.org/officeDocument/2006/relationships/notesSlide" Target="/ppt/notesSlides/notesSlide4.xml" Id="R1ea87c5ef88046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a7f6630d14959" /><Relationship Type="http://schemas.openxmlformats.org/officeDocument/2006/relationships/notesSlide" Target="/ppt/notesSlides/notesSlide5.xml" Id="R48c01ea66c44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7d527b1014097" /><Relationship Type="http://schemas.openxmlformats.org/officeDocument/2006/relationships/notesSlide" Target="/ppt/notesSlides/notesSlide6.xml" Id="R0d989a76640a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841a042bc42cc" /><Relationship Type="http://schemas.openxmlformats.org/officeDocument/2006/relationships/notesSlide" Target="/ppt/notesSlides/notesSlide7.xml" Id="R38bf748ff430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e761f59094961" /><Relationship Type="http://schemas.openxmlformats.org/officeDocument/2006/relationships/notesSlide" Target="/ppt/notesSlides/notesSlide8.xml" Id="Ra7f19a5bfde2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73dbb21f14e61" /><Relationship Type="http://schemas.openxmlformats.org/officeDocument/2006/relationships/notesSlide" Target="/ppt/notesSlides/notesSlide9.xml" Id="R40c1a85d91cf45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a92a7c08446d5" /><Relationship Type="http://schemas.openxmlformats.org/officeDocument/2006/relationships/chart" Target="/ppt/slides/charts/chart1.xml" Id="Ra0b22ea7f8b44528" /><Relationship Type="http://schemas.openxmlformats.org/officeDocument/2006/relationships/notesSlide" Target="/ppt/notesSlides/notesSlide10.xml" Id="R16af2f1859024e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e368f0cf2427d" /><Relationship Type="http://schemas.openxmlformats.org/officeDocument/2006/relationships/notesSlide" Target="/ppt/notesSlides/notesSlide11.xml" Id="Rd572f4683e1146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20333fb9641a1" /><Relationship Type="http://schemas.openxmlformats.org/officeDocument/2006/relationships/notesSlide" Target="/ppt/notesSlides/notesSlide12.xml" Id="Rbf840f7d894a47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Recall@5</c:v>
          </c:tx>
          <c:spPr>
            <a:solidFill xmlns:a="http://schemas.openxmlformats.org/drawingml/2006/main">
              <a:srgbClr val="8C1515"/>
            </a:solidFill>
            <a:ln xmlns:a="http://schemas.openxmlformats.org/drawingml/2006/main" w="9525">
              <a:solidFill>
                <a:srgbClr val="6F0F0F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Vector</c:v>
                </c:pt>
                <c:pt idx="1">
                  <c:v>BM25</c:v>
                </c:pt>
                <c:pt idx="2">
                  <c:v>Hybrid</c:v>
                </c:pt>
                <c:pt idx="3">
                  <c:v>Hybrid + reranker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0.62</c:v>
                </c:pt>
                <c:pt idx="1">
                  <c:v>0.55</c:v>
                </c:pt>
                <c:pt idx="2">
                  <c:v>0.73</c:v>
                </c:pt>
                <c:pt idx="3">
                  <c:v>0.81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1717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3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0A09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0A09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C18EA-E74B-41C1-AEEF-F524EA6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65973-CCCE-495B-A962-AA6AABC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RAG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BC18E-4B3F-4BFB-AF3A-88B21BE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Reusable lecture-style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7F564-E62D-43AE-ADDC-7BDB48A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Architecture, evaluation, and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958E2-3D6A-43DF-B8C3-1F301C9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"/>
            <a:ext cx="990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19050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95858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2CD0D0-50E8-4410-BC52-8F97704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BF899-0EC1-4BDC-A3EA-562E3143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4" indent="-12" algn="l">
              <a:lnSpc>
                <a:spcPct val="105000"/>
              </a:lnSpc>
              <a:spcAft>
                <a:spcPts val="14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Explain</a:t>
            </a: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the boundary between retrieval, context assembly, and answer generation.</a:t>
            </a:r>
          </a:p>
          <a:p xmlns:a="http://schemas.openxmlformats.org/drawingml/2006/main">
            <a:pPr marL="24" indent="-12" algn="l">
              <a:lnSpc>
                <a:spcPct val="105000"/>
              </a:lnSpc>
              <a:spcAft>
                <a:spcPts val="14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Compare</a:t>
            </a: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dense, lexical, hybrid, and reranked retrieval configurations.</a:t>
            </a:r>
          </a:p>
          <a:p xmlns:a="http://schemas.openxmlformats.org/drawingml/2006/main">
            <a:pPr marL="24" indent="-12" algn="l">
              <a:lnSpc>
                <a:spcPct val="105000"/>
              </a:lnSpc>
              <a:spcAft>
                <a:spcPts val="14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Measure</a:t>
            </a: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quality with evidence-linked metrics and reproducible benchmarks.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1DD65-868D-4F92-A982-D6A7F81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21C3D-EC97-44AA-9F44-8A8F7FC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7214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544DCD-4B18-4F37-977A-8176BEB0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Deck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AD3D7-D2B6-4A45-A864-96F485BF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810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Document ingestion and contextual representation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 and reranking architecture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 assembly and answer generation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Evaluation boundaries and failure analysis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Deployment, permissions, and 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9CB48-E983-4D50-A429-A7154427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C3FF0-C258-4961-B7C4-2C57298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4476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38291-C258-45B3-B3EB-23E8E02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Document ingestion and context creation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E7AA-BBD4-464D-B05E-E9A3977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C151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1859-5F24-4F87-9D04-B90ED503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8A72E-DF71-4369-AFBC-4928D686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EA7DA-9A92-4B82-B46F-9A1EF6C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1F25A-D050-4732-93E9-725517F0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14578-F09A-46F8-A536-0F0EEA6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2BEC8-CB6A-47C8-BBCD-356E8FDB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9B4D7-1C48-4772-8DA8-DBE4B228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E0EE9-8F91-4A78-8402-98ED610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53909-E219-4C8D-B0D7-EF8F762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AA24C-C7C7-4972-A1EE-09D2551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388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DA605-F72E-48C8-A0CE-61185981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5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BC7BA-A648-4109-9D81-A6790117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73E23-FE4F-4051-8758-272BC20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2548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B7B0C-B045-447A-8A54-EA9DE38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28750"/>
            <a:ext cx="942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33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Reliable RAG depends on </a:t>
            </a:r>
            <a:r>
              <a:rPr sz="33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preserving document meaning</a:t>
            </a:r>
            <a:r>
              <a:rPr sz="33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before retrieval begins.</a:t>
            </a:r>
            <a:br>
              <a:rPr sz="33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br>
              <a:rPr sz="33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r>
              <a:rPr sz="33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Tables, figures, and policy structure require </a:t>
            </a:r>
            <a:r>
              <a:rPr sz="33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representation-aware ingestion.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68EA4-55FE-4CE9-8F05-64D4F6F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A8BC-08C5-4123-B380-0661391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44716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34285-A806-466A-AF4A-D36DAB2DAAE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191625" y="36385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7D9DA-77DA-4B63-AA4F-8630BC5B6D7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9191625" y="22574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491D0F-1A6B-4041-A9F6-471A198B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Three places RAG systems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57FF9-0422-44EC-B78C-7087AF3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Retrieval: the candidate set does not contain the required evidence.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 assembly: the evidence exists but ranking, truncation, or ordering removes it.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Answer completeness: the model receives the evidence but omits or misstates part of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A948F-6898-4863-81C7-5B93EB04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295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4F0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2B61F-6387-48EF-B9FC-A8DEAE7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95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6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Assemble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9C387-FB67-4761-9687-7FB9B7A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295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FFFD2-616E-46D4-AEBB-5ADD96B5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8F4B5-8887-4458-9DB4-103B309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0518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1489CD-9D74-42A6-AD19-B62AAE9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Vector and lexical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D7078-2F21-4B88-9F51-4FA75B9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200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E8296-6417-45BD-AE71-6B9D596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00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BM25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3E6FF-A78C-4F40-B2FB-34AA068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906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D24E3-442C-4B89-B603-99460278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Matches semantic meaning through embeddings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Finds paraphrases and conceptually related passages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Can miss exact identifiers and rare terminology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28253-E23B-40F8-8FF2-CA85BB0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Matches exact terms using sparse lexical statistics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Works well for codes, product names, and policy language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Can miss relevant passages expressed with different words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BF7B5-EA10-43D7-B0BE-44EE0F8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Hybrid retrieval combines both candidate sets before reranking.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58FA-33C2-4747-8A8A-F42A31B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D930C-E7E7-4651-9CBF-A999E4C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377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95BAE-B240-47C7-94C6-E443FC06FEB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124950" y="2895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C52B3-4344-433E-B0F1-C22670F8E58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10375" y="2895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AE130-57B0-4009-9C7C-AA466BABCCF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76800" y="2895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B415F-69E8-460A-B869-86DA04DA713D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62225" y="28956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6060"/>
            </a:solidFill>
            <a:prstDash val="solid"/>
            <a:tailEnd type="triangle" w="sm" len="sm"/>
          </a:ln>
        </p:spPr>
      </p:cxnSp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47CD57-6B9B-407E-B634-9053241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 assembly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64BFF-6AE8-4ADB-B3AE-8FF2D09B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81250"/>
            <a:ext cx="1428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6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0ED55-C578-4425-86AF-1A689BF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81250"/>
            <a:ext cx="195262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AF4F0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Candidate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D9081-17AA-4B3A-A798-1DF2641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57162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AF4F0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Reranking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5344D-2EDD-406C-B0E8-5A83D456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81250"/>
            <a:ext cx="195262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6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Context assembly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E66F4-2012-4A38-A5EA-08A7EE82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571625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LLM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3539C-303F-46D6-9EE7-3D6462B8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Retrieve broadly, rank precisely, then assemble evidence within the model's context budget.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F9A32-4C8B-4EDE-849B-1764914C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A8AA-388E-47E6-BA83-F4BB7909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6118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27029C-3A1D-438B-9C33-E9C90A4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Evaluation metrics by system boundary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4F4DF-FF41-4085-B400-6801CEE6F405}"/>
              </a:ext>
            </a:extLst>
          </p:cNvPr>
          <p:cNvGraphicFramePr/>
          <p:nvPr/>
        </p:nvGraphicFramePr>
        <p:xfrm>
          <a:off xmlns:a="http://schemas.openxmlformats.org/drawingml/2006/main" x="704850" y="1381125"/>
          <a:ext xmlns:a="http://schemas.openxmlformats.org/drawingml/2006/main" cx="107823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2857500"/>
                <a:gridCol w="2781300"/>
              </a:tblGrid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EBEBA"/>
                      </a:solidFill>
                      <a:prstDash val="solid"/>
                    </a:lnL>
                    <a:lnR w="9525">
                      <a:solidFill>
                        <a:srgbClr val="BEBEBA"/>
                      </a:solidFill>
                      <a:prstDash val="solid"/>
                    </a:lnR>
                    <a:lnT w="9525">
                      <a:solidFill>
                        <a:srgbClr val="BEBEBA"/>
                      </a:solidFill>
                      <a:prstDash val="solid"/>
                    </a:lnT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T w="9525">
                      <a:solidFill>
                        <a:srgbClr val="BEBEBA"/>
                      </a:solidFill>
                      <a:prstDash val="solid"/>
                    </a:lnT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metrics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T w="9525">
                      <a:solidFill>
                        <a:srgbClr val="BEBEBA"/>
                      </a:solidFill>
                      <a:prstDash val="solid"/>
                    </a:lnT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Failure signal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T w="9525">
                      <a:solidFill>
                        <a:srgbClr val="BEBEBA"/>
                      </a:solidFill>
                      <a:prstDash val="solid"/>
                    </a:lnT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Retrieval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EBEBA"/>
                      </a:solidFill>
                      <a:prstDash val="solid"/>
                    </a:lnL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 evidence retrieved?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Recall@k, MRR, nDCG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absent from candidates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Reranking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EBEBA"/>
                      </a:solidFill>
                      <a:prstDash val="solid"/>
                    </a:lnL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 evidence promoted?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Recall@20, MRR@20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retrieved but ranked too low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 assembly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EBEBA"/>
                      </a:solidFill>
                      <a:prstDash val="solid"/>
                    </a:lnL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evidence reach the LLM?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 recall, ordering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dropped or truncated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Answer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BEBEBA"/>
                      </a:solidFill>
                      <a:prstDash val="solid"/>
                    </a:lnL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the response use it?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Faithfulness, completeness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present but answer incomplete</a:t>
                      </a:r>
                    </a:p>
                  </a:txBody>
                  <a:tcPr marL="76200" marR="76200" marT="76200" marB="76200" anchor="ctr">
                    <a:lnR w="9525">
                      <a:solidFill>
                        <a:srgbClr val="BEBEBA"/>
                      </a:solidFill>
                      <a:prstDash val="solid"/>
                    </a:lnR>
                    <a:lnB w="9525">
                      <a:solidFill>
                        <a:srgbClr val="BEBEB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4F5E-ED66-4654-83DA-837D56A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>
            <a:def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Measure each boundary separately so one aggregate score does not hide the failure 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B04A-5EC4-4D16-8236-A8FC7F67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BF3BD-0EB0-4A76-A8BB-D97FCE8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6294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2A9E91-F4F1-4052-AECE-E8640BB0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 quality across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A24B9-D133-46A4-9C3C-EB14E67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86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Illustrative values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79A6537-EFFC-43F5-91A9-992E1839AED3}"/>
              </a:ext>
            </a:extLst>
          </p:cNvPr>
          <p:cNvGraphicFramePr/>
          <p:nvPr/>
        </p:nvGraphicFramePr>
        <p:xfrm>
          <a:off xmlns:a="http://schemas.openxmlformats.org/drawingml/2006/main" x="1000125" y="1333500"/>
          <a:ext xmlns:a="http://schemas.openxmlformats.org/drawingml/2006/main" cx="9334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b22ea7f8b4452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D1949-9AE6-4F3F-BB2E-67FD722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Replace the example data with measurements from the held-out evaluation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C5ACA-6741-4A8C-8206-6BD9D76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E26D-B0CA-48DE-8A1E-FD23D843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4113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427F8-C2C9-407F-9726-BB8AE4E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9775A-DCC3-4BDF-9D67-70638CE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36A4F-D4B1-4EC3-A6A5-30DD3AA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Start with a clear system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A7F82-B4AE-4699-BE25-DA4F80D1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1D6A-BF88-4952-8F1F-79F2DEA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Show architecture as editable diagrams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9215-ABFC-4E85-8BBD-2A523785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7AC8A-87B4-4367-B39C-2E62461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Separate measured results from illustrative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59B4C-E9EA-4276-8CEF-140F4119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4D2B-2688-4236-BEA6-DAD0EE4D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Connect each claim to an evaluation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05382-D539-497A-87BA-A12620E0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AFCE0-C8C9-4466-990F-F5A1916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Keep limitations visible in the final narrative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02331-66EF-470B-B166-4ADB4DE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21688-CD17-47BD-B748-E6117BED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9382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AA7F-F9AF-40A4-864A-6C99AB3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27"/>
          </a:bodyPr>
          <a:lstStyle xmlns:a="http://schemas.openxmlformats.org/drawingml/2006/main">
            <a:def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37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Questions about </a:t>
            </a:r>
            <a:r>
              <a:rPr sz="37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GEHA RAG systems?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7E40-5A17-472D-BF12-4830809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67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54322-78EA-4D8E-9B65-F13ABAE4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6060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307640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2026-10-20T04:25:33.0360000Z</dcterms:created>
  <dcterms:modified xsi:type="dcterms:W3CDTF">2026-10-20T04:25:33.0360000Z</dcterms:modified>
</coreProperties>
</file>