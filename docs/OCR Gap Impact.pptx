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 PDFs in the set. 2 are scanned images with no extractable text, so they never match a query: 2/31 = 6.5% of the corpus. Running OCR and adding a text layer lifts MRR, Recall@K and Hit@K by roughly 6.5%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ck of 31 PDF documents, 29 grey and 2 re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524000"/>
            <a:ext cx="3860800" cy="3327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2800" y="5105400"/>
            <a:ext cx="177800" cy="228600"/>
          </a:xfrm>
          <a:prstGeom prst="roundRect">
            <a:avLst>
              <a:gd name="adj" fmla="val 14286"/>
            </a:avLst>
          </a:prstGeom>
          <a:solidFill>
            <a:srgbClr val="B0B4B9"/>
          </a:solidFill>
          <a:ln/>
        </p:spPr>
      </p:sp>
      <p:sp>
        <p:nvSpPr>
          <p:cNvPr id="4" name="Text 1"/>
          <p:cNvSpPr/>
          <p:nvPr/>
        </p:nvSpPr>
        <p:spPr>
          <a:xfrm>
            <a:off x="1066800" y="5113040"/>
            <a:ext cx="13565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0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29 with a text layer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2626568" y="5105400"/>
            <a:ext cx="177800" cy="228600"/>
          </a:xfrm>
          <a:prstGeom prst="roundRect">
            <a:avLst>
              <a:gd name="adj" fmla="val 14286"/>
            </a:avLst>
          </a:prstGeom>
          <a:solidFill>
            <a:srgbClr val="C8373B"/>
          </a:solidFill>
          <a:ln/>
        </p:spPr>
      </p:sp>
      <p:sp>
        <p:nvSpPr>
          <p:cNvPr id="6" name="Text 3"/>
          <p:cNvSpPr/>
          <p:nvPr/>
        </p:nvSpPr>
        <p:spPr>
          <a:xfrm>
            <a:off x="2880568" y="5113040"/>
            <a:ext cx="15571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0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image-only (no text)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35600" y="798959"/>
            <a:ext cx="61219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837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OCR GAP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35600" y="1215479"/>
            <a:ext cx="6121908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F232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 of 31 PDFs have no text behind them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435600" y="2424460"/>
            <a:ext cx="3075466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C837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6.5%</a:t>
            </a:r>
            <a:endParaRPr lang="en-US" sz="10000" dirty="0"/>
          </a:p>
        </p:txBody>
      </p:sp>
      <p:sp>
        <p:nvSpPr>
          <p:cNvPr id="10" name="Text 7"/>
          <p:cNvSpPr/>
          <p:nvPr/>
        </p:nvSpPr>
        <p:spPr>
          <a:xfrm>
            <a:off x="8573889" y="3288060"/>
            <a:ext cx="1831340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0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the corpus is invisible to retrieval</a:t>
            </a:r>
            <a:endParaRPr lang="en-US" sz="1600" dirty="0"/>
          </a:p>
        </p:txBody>
      </p:sp>
      <p:pic>
        <p:nvPicPr>
          <p:cNvPr id="11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35600" y="4344640"/>
            <a:ext cx="5943600" cy="25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35600" y="4573240"/>
            <a:ext cx="61219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 OCR and add the text layer: </a:t>
            </a:r>
            <a:r>
              <a:rPr lang="en-US" sz="1600" b="1" dirty="0">
                <a:solidFill>
                  <a:srgbClr val="1F23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~+6.5% on every benchmark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38775" y="5064075"/>
            <a:ext cx="1873250" cy="991791"/>
          </a:xfrm>
          <a:prstGeom prst="roundRect">
            <a:avLst>
              <a:gd name="adj" fmla="val 9924"/>
            </a:avLst>
          </a:prstGeom>
          <a:solidFill>
            <a:srgbClr val="FFFFFF"/>
          </a:solidFill>
          <a:ln w="6350">
            <a:solidFill>
              <a:srgbClr val="E1E2E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45150" y="5245050"/>
            <a:ext cx="1511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0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MRR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645150" y="5483771"/>
            <a:ext cx="15113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F23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~+6.5%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7470775" y="5064075"/>
            <a:ext cx="1873250" cy="991791"/>
          </a:xfrm>
          <a:prstGeom prst="roundRect">
            <a:avLst>
              <a:gd name="adj" fmla="val 9924"/>
            </a:avLst>
          </a:prstGeom>
          <a:solidFill>
            <a:srgbClr val="FFFFFF"/>
          </a:solidFill>
          <a:ln w="6350">
            <a:solidFill>
              <a:srgbClr val="E1E2E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677150" y="5245050"/>
            <a:ext cx="1511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0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Recall@K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677150" y="5483771"/>
            <a:ext cx="15113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F23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~+6.5%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9502775" y="5064075"/>
            <a:ext cx="1873250" cy="991791"/>
          </a:xfrm>
          <a:prstGeom prst="roundRect">
            <a:avLst>
              <a:gd name="adj" fmla="val 9924"/>
            </a:avLst>
          </a:prstGeom>
          <a:solidFill>
            <a:srgbClr val="FFFFFF"/>
          </a:solidFill>
          <a:ln w="6350">
            <a:solidFill>
              <a:srgbClr val="E1E2E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709150" y="5245050"/>
            <a:ext cx="1511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0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Hit@K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9709150" y="5483771"/>
            <a:ext cx="15113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F23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~+6.5%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OCR Gap Impact</dc:title>
  <dc:subject>PptxGenJS Presentation</dc:subject>
  <dc:creator>PptxGenJS</dc:creator>
  <cp:lastModifiedBy>PptxGenJS</cp:lastModifiedBy>
  <cp:revision>1</cp:revision>
  <dcterms:created xsi:type="dcterms:W3CDTF">2026-09-26T19:02:02Z</dcterms:created>
  <dcterms:modified xsi:type="dcterms:W3CDTF">2026-09-26T19:02:02Z</dcterms:modified>
</cp:coreProperties>
</file>