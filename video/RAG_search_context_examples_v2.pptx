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f19b8a44e4485b" /><Relationship Type="http://schemas.openxmlformats.org/officeDocument/2006/relationships/extended-properties" Target="/docProps/app.xml" Id="R9c40de6b85f246ba" /><Relationship Type="http://schemas.openxmlformats.org/officeDocument/2006/relationships/officeDocument" Target="/ppt/presentation.xml" Id="R173654fbd4084e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faf66d7e6df42c2"/>
  </p:sldMasterIdLst>
  <p:notesMasterIdLst>
    <p:notesMasterId xmlns:r="http://schemas.openxmlformats.org/officeDocument/2006/relationships" r:id="R4e6ba4c425364ab2"/>
  </p:notesMasterIdLst>
  <p:sldIdLst>
    <p:sldId xmlns:r="http://schemas.openxmlformats.org/officeDocument/2006/relationships" id="256" r:id="R55d2f3fd996d4a4c"/>
    <p:sldId xmlns:r="http://schemas.openxmlformats.org/officeDocument/2006/relationships" id="257" r:id="R76f514b9f29b48c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e995c03cde849a6" /><Relationship Type="http://schemas.openxmlformats.org/officeDocument/2006/relationships/slideMaster" Target="/ppt/slideMasters/slideMaster1.xml" Id="R9faf66d7e6df42c2" /><Relationship Type="http://schemas.openxmlformats.org/officeDocument/2006/relationships/notesMaster" Target="/ppt/notesMasters/notesMaster1.xml" Id="R4e6ba4c425364ab2" /><Relationship Type="http://schemas.openxmlformats.org/officeDocument/2006/relationships/presProps" Target="/ppt/presProps.xml" Id="R202c28370156474b" /><Relationship Type="http://schemas.openxmlformats.org/officeDocument/2006/relationships/tableStyles" Target="/ppt/tableStyles.xml" Id="R1382cea965e14074" /><Relationship Type="http://schemas.openxmlformats.org/officeDocument/2006/relationships/slide" Target="/ppt/slides/slide1.xml" Id="R55d2f3fd996d4a4c" /><Relationship Type="http://schemas.openxmlformats.org/officeDocument/2006/relationships/slide" Target="/ppt/slides/slide2.xml" Id="R76f514b9f29b48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8302222c77a45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80975" dist="69343" dir="4443276">
              <a:srgbClr val="000000">
                <a:alpha val="1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721431f54a4e49" /><Relationship Type="http://schemas.openxmlformats.org/officeDocument/2006/relationships/notesMaster" Target="/ppt/notesMasters/notesMaster1.xml" Id="R473ca0ae91124d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63737c1aca84767" /><Relationship Type="http://schemas.openxmlformats.org/officeDocument/2006/relationships/notesMaster" Target="/ppt/notesMasters/notesMaster1.xml" Id="R47f66a5499214ea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RAG Search Strategies figure from the local GEHA reliability workspace.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geha_cloud_reliability/downloads/coverage-policies/geha-coverage-policy-bendamustine.pdf, page 1. The red boxes illustrate retrieval boundaries and do not alter the source document.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6f4dc8f02a4e3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ea3512535324ff6" /><Relationship Type="http://schemas.openxmlformats.org/officeDocument/2006/relationships/slideLayout" Target="/ppt/slideLayouts/slideLayout1.xml" Id="R7ad4144eba56495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d4144eba56495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80975" dist="69343" dir="4443276">
              <a:srgbClr val="000000">
                <a:alpha val="1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c2b970768d402e" /><Relationship Type="http://schemas.openxmlformats.org/officeDocument/2006/relationships/image" Target="/ppt/media/image.png" Id="Rb0ec7cd85e5b412d" /><Relationship Type="http://schemas.openxmlformats.org/officeDocument/2006/relationships/notesSlide" Target="/ppt/notesSlides/notesSlide1.xml" Id="Ra8c4163572bf486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f0cfcfd1a04234" /><Relationship Type="http://schemas.openxmlformats.org/officeDocument/2006/relationships/image" Target="/ppt/media/image2.png" Id="R831420f5a0b14b7a" /><Relationship Type="http://schemas.openxmlformats.org/officeDocument/2006/relationships/image" Target="/ppt/media/image3.png" Id="Rc83bebddf8bc498f" /><Relationship Type="http://schemas.openxmlformats.org/officeDocument/2006/relationships/notesSlide" Target="/ppt/notesSlides/notesSlide2.xml" Id="Ra60403d7c00247d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ec7cd85e5b412d"/>
          <a:stretch xmlns:a="http://schemas.openxmlformats.org/drawingml/2006/main"/>
        </p:blipFill>
        <p:spPr>
          <a:xfrm xmlns:a="http://schemas.openxmlformats.org/drawingml/2006/main">
            <a:off x="485775" y="529"/>
            <a:ext cx="11220450" cy="685694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1279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0050E2-33E7-4F0C-9FF1-BAE8EAEA1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5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82524"/>
                </a:solidFill>
                <a:latin typeface="Helvetica Neue"/>
                <a:ea typeface="Helvetica Neue"/>
                <a:cs typeface="Helvetica Neue"/>
              </a:rPr>
              <a:t>Structural context and context expansion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9211BC-FE1A-4801-A393-31038266D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112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4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36463"/>
                </a:solidFill>
                <a:latin typeface="Helvetica Neue"/>
                <a:ea typeface="Helvetica Neue"/>
                <a:cs typeface="Helvetica Neue"/>
              </a:rPr>
              <a:t>The same policy page produces different retrieval boundaries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E0C71A-464A-47C9-B86C-5ABA3D7CC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538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E76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E765E"/>
                </a:solidFill>
                <a:latin typeface="Helvetica Neue"/>
                <a:ea typeface="Helvetica Neue"/>
                <a:cs typeface="Helvetica Neue"/>
              </a:rPr>
              <a:t>STRUCTURAL CONTEXT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651E6D-9510-4EDB-9DEB-B9991FE8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333500"/>
            <a:ext cx="538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54D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654DA6"/>
                </a:solidFill>
                <a:latin typeface="Helvetica Neue"/>
                <a:ea typeface="Helvetica Neue"/>
                <a:cs typeface="Helvetica Neue"/>
              </a:rPr>
              <a:t>CONTEXT EXPANSION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E569CB-9F12-4211-A28B-859438149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5495925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BD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9FBABB-D39F-4779-9903-E4E6E593B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619250"/>
            <a:ext cx="5495925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BD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1420f5a0b14b7a"/>
          <a:stretch xmlns:a="http://schemas.openxmlformats.org/drawingml/2006/main"/>
        </p:blipFill>
        <p:spPr>
          <a:xfrm xmlns:a="http://schemas.openxmlformats.org/drawingml/2006/main">
            <a:off x="533400" y="1677421"/>
            <a:ext cx="5381625" cy="1922009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3bebddf8bc498f"/>
          <a:stretch xmlns:a="http://schemas.openxmlformats.org/drawingml/2006/main"/>
        </p:blipFill>
        <p:spPr>
          <a:xfrm xmlns:a="http://schemas.openxmlformats.org/drawingml/2006/main">
            <a:off x="6276975" y="1677421"/>
            <a:ext cx="5381625" cy="1922009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6845C5-E854-4B83-AAD7-622D001F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530542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302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008487-69BC-4782-9FDA-BCFC41F01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257425"/>
            <a:ext cx="450532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302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8C4ED1-4FCD-488B-A822-FD2AB1F43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24300"/>
            <a:ext cx="538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5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82524"/>
                </a:solidFill>
                <a:latin typeface="Helvetica Neue"/>
                <a:ea typeface="Helvetica Neue"/>
                <a:cs typeface="Helvetica Neue"/>
              </a:rPr>
              <a:t>Whole table returned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983B5B-ED44-4A02-9640-E96948B67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24350"/>
            <a:ext cx="5095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6585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465856"/>
                </a:solidFill>
                <a:latin typeface="Helvetica Neue"/>
                <a:ea typeface="Helvetica Neue"/>
                <a:cs typeface="Helvetica Neue"/>
              </a:rPr>
              <a:t>Table-aware parsing keeps the header and all rows in one retrieval unit. The relationships among preference, drug, code, and description remain intact.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D77387-A424-491F-8006-01741A0CA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924300"/>
            <a:ext cx="538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5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82524"/>
                </a:solidFill>
                <a:latin typeface="Helvetica Neue"/>
                <a:ea typeface="Helvetica Neue"/>
                <a:cs typeface="Helvetica Neue"/>
              </a:rPr>
              <a:t>Parent section returned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B23316-10B8-4B16-B8A9-47A661C3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324350"/>
            <a:ext cx="5095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6585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465856"/>
                </a:solidFill>
                <a:latin typeface="Helvetica Neue"/>
                <a:ea typeface="Helvetica Neue"/>
                <a:cs typeface="Helvetica Neue"/>
              </a:rPr>
              <a:t>Parent-child retrieval can match a small passage about NCCN or FDA guidance, then return the full Universal Approval Criteria section as context.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B2207E-D4C6-40FA-9677-5C898E4B9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388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8D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C9049C-C7E4-452F-BC19-4D4196A02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1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16F"/>
                </a:solidFill>
                <a:latin typeface="Helvetica Neue"/>
                <a:ea typeface="Helvetica Neue"/>
                <a:cs typeface="Helvetica Neue"/>
              </a:rPr>
              <a:t>Source: GEHA Coverage Policy: Bendamustine, page 1</a:t>
            </a:r>
          </a:p>
        </p:txBody>
      </p:sp>
    </p:spTree>
    <p:extLst>
      <p:ext uri="{BB962C8B-B14F-4D97-AF65-F5344CB8AC3E}">
        <p14:creationId xmlns:p14="http://schemas.microsoft.com/office/powerpoint/2010/main" val="1741379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80975" dist="69343" dir="4443276">
              <a:srgbClr val="000000">
                <a:alpha val="1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2026-09-19T20:53:31.8210000Z</dcterms:created>
  <dcterms:modified xsi:type="dcterms:W3CDTF">2026-09-19T20:53:31.8210000Z</dcterms:modified>
</coreProperties>
</file>